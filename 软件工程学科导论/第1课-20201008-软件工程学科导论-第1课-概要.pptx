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308" r:id="rId3"/>
    <p:sldId id="309" r:id="rId4"/>
    <p:sldId id="310" r:id="rId5"/>
    <p:sldId id="311" r:id="rId6"/>
    <p:sldId id="422" r:id="rId7"/>
    <p:sldId id="418" r:id="rId8"/>
    <p:sldId id="419" r:id="rId9"/>
    <p:sldId id="420" r:id="rId10"/>
    <p:sldId id="421" r:id="rId11"/>
    <p:sldId id="413" r:id="rId12"/>
    <p:sldId id="414" r:id="rId13"/>
    <p:sldId id="415" r:id="rId14"/>
    <p:sldId id="416" r:id="rId15"/>
    <p:sldId id="417" r:id="rId16"/>
    <p:sldId id="312" r:id="rId17"/>
    <p:sldId id="313" r:id="rId18"/>
    <p:sldId id="314" r:id="rId19"/>
    <p:sldId id="315" r:id="rId20"/>
    <p:sldId id="316" r:id="rId21"/>
    <p:sldId id="317" r:id="rId22"/>
    <p:sldId id="318" r:id="rId23"/>
    <p:sldId id="319" r:id="rId24"/>
    <p:sldId id="320" r:id="rId25"/>
    <p:sldId id="326" r:id="rId26"/>
    <p:sldId id="327" r:id="rId27"/>
    <p:sldId id="328" r:id="rId28"/>
    <p:sldId id="329" r:id="rId29"/>
    <p:sldId id="330" r:id="rId30"/>
    <p:sldId id="331" r:id="rId31"/>
    <p:sldId id="332" r:id="rId32"/>
    <p:sldId id="333" r:id="rId33"/>
    <p:sldId id="334" r:id="rId34"/>
    <p:sldId id="335" r:id="rId35"/>
    <p:sldId id="321" r:id="rId36"/>
    <p:sldId id="322" r:id="rId37"/>
    <p:sldId id="323" r:id="rId38"/>
    <p:sldId id="423" r:id="rId39"/>
    <p:sldId id="324" r:id="rId40"/>
    <p:sldId id="336" r:id="rId41"/>
    <p:sldId id="325" r:id="rId42"/>
    <p:sldId id="337" r:id="rId43"/>
    <p:sldId id="338" r:id="rId44"/>
    <p:sldId id="339" r:id="rId45"/>
    <p:sldId id="340" r:id="rId46"/>
    <p:sldId id="341" r:id="rId47"/>
    <p:sldId id="342" r:id="rId48"/>
    <p:sldId id="343" r:id="rId49"/>
    <p:sldId id="344" r:id="rId50"/>
    <p:sldId id="346" r:id="rId51"/>
    <p:sldId id="347" r:id="rId52"/>
    <p:sldId id="348" r:id="rId53"/>
    <p:sldId id="349" r:id="rId54"/>
    <p:sldId id="350" r:id="rId55"/>
    <p:sldId id="351" r:id="rId56"/>
    <p:sldId id="353" r:id="rId57"/>
    <p:sldId id="354" r:id="rId58"/>
    <p:sldId id="355" r:id="rId59"/>
    <p:sldId id="357" r:id="rId60"/>
    <p:sldId id="358" r:id="rId61"/>
    <p:sldId id="361" r:id="rId62"/>
    <p:sldId id="360" r:id="rId63"/>
    <p:sldId id="362" r:id="rId64"/>
    <p:sldId id="370" r:id="rId65"/>
    <p:sldId id="371" r:id="rId66"/>
    <p:sldId id="372" r:id="rId67"/>
    <p:sldId id="373" r:id="rId68"/>
    <p:sldId id="374" r:id="rId69"/>
    <p:sldId id="375" r:id="rId70"/>
    <p:sldId id="376" r:id="rId71"/>
    <p:sldId id="380" r:id="rId72"/>
    <p:sldId id="381" r:id="rId73"/>
    <p:sldId id="382" r:id="rId74"/>
    <p:sldId id="383" r:id="rId75"/>
    <p:sldId id="384" r:id="rId76"/>
    <p:sldId id="385" r:id="rId77"/>
    <p:sldId id="386" r:id="rId78"/>
    <p:sldId id="387" r:id="rId79"/>
    <p:sldId id="388" r:id="rId80"/>
    <p:sldId id="389" r:id="rId81"/>
    <p:sldId id="377" r:id="rId82"/>
    <p:sldId id="378" r:id="rId83"/>
    <p:sldId id="379" r:id="rId84"/>
    <p:sldId id="390" r:id="rId85"/>
    <p:sldId id="391" r:id="rId86"/>
    <p:sldId id="395" r:id="rId87"/>
    <p:sldId id="396" r:id="rId88"/>
    <p:sldId id="397" r:id="rId89"/>
    <p:sldId id="398" r:id="rId90"/>
    <p:sldId id="399" r:id="rId91"/>
    <p:sldId id="400" r:id="rId92"/>
    <p:sldId id="401" r:id="rId93"/>
    <p:sldId id="402" r:id="rId94"/>
    <p:sldId id="403" r:id="rId95"/>
    <p:sldId id="404" r:id="rId96"/>
    <p:sldId id="405" r:id="rId9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53" autoAdjust="0"/>
    <p:restoredTop sz="94660"/>
  </p:normalViewPr>
  <p:slideViewPr>
    <p:cSldViewPr snapToGrid="0">
      <p:cViewPr varScale="1">
        <p:scale>
          <a:sx n="67" d="100"/>
          <a:sy n="67" d="100"/>
        </p:scale>
        <p:origin x="672"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baseline="0">
                <a:solidFill>
                  <a:srgbClr val="7030A0"/>
                </a:solidFill>
                <a:latin typeface="KaiTi" panose="02010609060101010101" pitchFamily="49" charset="-122"/>
                <a:ea typeface="KaiTi" panose="02010609060101010101" pitchFamily="49" charset="-122"/>
                <a:cs typeface="+mn-cs"/>
              </a:defRPr>
            </a:pPr>
            <a:r>
              <a:rPr lang="zh-CN" sz="2400" dirty="0">
                <a:solidFill>
                  <a:srgbClr val="7030A0"/>
                </a:solidFill>
                <a:latin typeface="仿宋" panose="02010609060101010101" pitchFamily="49" charset="-122"/>
                <a:ea typeface="仿宋" panose="02010609060101010101" pitchFamily="49" charset="-122"/>
              </a:rPr>
              <a:t>成绩构成</a:t>
            </a:r>
          </a:p>
        </c:rich>
      </c:tx>
      <c:layout>
        <c:manualLayout>
          <c:xMode val="edge"/>
          <c:yMode val="edge"/>
          <c:x val="0.35733963244552375"/>
          <c:y val="0"/>
        </c:manualLayout>
      </c:layout>
      <c:overlay val="0"/>
      <c:spPr>
        <a:noFill/>
        <a:ln>
          <a:noFill/>
        </a:ln>
        <a:effectLst/>
      </c:spPr>
      <c:txPr>
        <a:bodyPr rot="0" spcFirstLastPara="1" vertOverflow="ellipsis" vert="horz" wrap="square" anchor="ctr" anchorCtr="1"/>
        <a:lstStyle/>
        <a:p>
          <a:pPr>
            <a:defRPr sz="2128" b="1" i="0" u="none" strike="noStrike" kern="1200" cap="all" baseline="0">
              <a:solidFill>
                <a:srgbClr val="7030A0"/>
              </a:solidFill>
              <a:latin typeface="KaiTi" panose="02010609060101010101" pitchFamily="49" charset="-122"/>
              <a:ea typeface="KaiTi" panose="02010609060101010101" pitchFamily="49" charset="-122"/>
              <a:cs typeface="+mn-cs"/>
            </a:defRPr>
          </a:pPr>
          <a:endParaRPr lang="zh-CN"/>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销售额</c:v>
                </c:pt>
              </c:strCache>
            </c:strRef>
          </c:tx>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C2BE-9544-8777-E81D5C87FC61}"/>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2-C2BE-9544-8777-E81D5C87FC61}"/>
              </c:ext>
            </c:extLst>
          </c:dPt>
          <c:dLbls>
            <c:dLbl>
              <c:idx val="0"/>
              <c:tx>
                <c:rich>
                  <a:bodyPr rot="0" spcFirstLastPara="1" vertOverflow="ellipsis" vert="horz" wrap="square" lIns="38100" tIns="19050" rIns="38100" bIns="19050" anchor="ctr" anchorCtr="1">
                    <a:spAutoFit/>
                  </a:bodyPr>
                  <a:lstStyle/>
                  <a:p>
                    <a:pPr>
                      <a:defRPr sz="2000" b="1" i="0" u="none" strike="noStrike" kern="1200" spc="0" baseline="0">
                        <a:solidFill>
                          <a:srgbClr val="C00000"/>
                        </a:solidFill>
                        <a:latin typeface="仿宋" panose="02010609060101010101" pitchFamily="49" charset="-122"/>
                        <a:ea typeface="仿宋" panose="02010609060101010101" pitchFamily="49" charset="-122"/>
                        <a:cs typeface="+mn-cs"/>
                      </a:defRPr>
                    </a:pPr>
                    <a:fld id="{844313AB-0022-4C78-98E9-A0A6928D397A}" type="CATEGORYNAME">
                      <a:rPr lang="zh-CN" altLang="en-US" sz="2000">
                        <a:solidFill>
                          <a:srgbClr val="C00000"/>
                        </a:solidFill>
                        <a:latin typeface="仿宋" panose="02010609060101010101" pitchFamily="49" charset="-122"/>
                        <a:ea typeface="仿宋" panose="02010609060101010101" pitchFamily="49" charset="-122"/>
                      </a:rPr>
                      <a:pPr>
                        <a:defRPr sz="2000">
                          <a:solidFill>
                            <a:srgbClr val="C00000"/>
                          </a:solidFill>
                          <a:latin typeface="仿宋" panose="02010609060101010101" pitchFamily="49" charset="-122"/>
                          <a:ea typeface="仿宋" panose="02010609060101010101" pitchFamily="49" charset="-122"/>
                        </a:defRPr>
                      </a:pPr>
                      <a:t>[类别名称]</a:t>
                    </a:fld>
                    <a:r>
                      <a:rPr lang="zh-CN" altLang="en-US" sz="2000" baseline="0" dirty="0">
                        <a:solidFill>
                          <a:srgbClr val="C00000"/>
                        </a:solidFill>
                        <a:latin typeface="仿宋" panose="02010609060101010101" pitchFamily="49" charset="-122"/>
                        <a:ea typeface="仿宋" panose="02010609060101010101" pitchFamily="49" charset="-122"/>
                      </a:rPr>
                      <a:t>
</a:t>
                    </a:r>
                    <a:r>
                      <a:rPr lang="en-US" altLang="zh-CN" sz="2000" baseline="0" dirty="0">
                        <a:solidFill>
                          <a:srgbClr val="C00000"/>
                        </a:solidFill>
                        <a:latin typeface="仿宋" panose="02010609060101010101" pitchFamily="49" charset="-122"/>
                        <a:ea typeface="仿宋" panose="02010609060101010101" pitchFamily="49" charset="-122"/>
                      </a:rPr>
                      <a:t>40%</a:t>
                    </a:r>
                  </a:p>
                </c:rich>
              </c:tx>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rgbClr val="C00000"/>
                      </a:solidFill>
                      <a:latin typeface="仿宋" panose="02010609060101010101" pitchFamily="49" charset="-122"/>
                      <a:ea typeface="仿宋" panose="02010609060101010101" pitchFamily="49" charset="-122"/>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2BE-9544-8777-E81D5C87FC61}"/>
                </c:ext>
              </c:extLst>
            </c:dLbl>
            <c:dLbl>
              <c:idx val="1"/>
              <c:tx>
                <c:rich>
                  <a:bodyPr rot="0" spcFirstLastPara="1" vertOverflow="ellipsis" vert="horz" wrap="square" lIns="38100" tIns="19050" rIns="38100" bIns="19050" anchor="ctr" anchorCtr="1">
                    <a:spAutoFit/>
                  </a:bodyPr>
                  <a:lstStyle/>
                  <a:p>
                    <a:pPr>
                      <a:defRPr sz="2000" b="1" i="0" u="none" strike="noStrike" kern="1200" spc="0" baseline="0">
                        <a:solidFill>
                          <a:srgbClr val="C00000"/>
                        </a:solidFill>
                        <a:latin typeface="仿宋" panose="02010609060101010101" pitchFamily="49" charset="-122"/>
                        <a:ea typeface="仿宋" panose="02010609060101010101" pitchFamily="49" charset="-122"/>
                        <a:cs typeface="+mn-cs"/>
                      </a:defRPr>
                    </a:pPr>
                    <a:fld id="{A9C2D588-34CA-4698-9E8D-AC8D661851A0}" type="CATEGORYNAME">
                      <a:rPr lang="zh-CN" altLang="en-US" sz="2000">
                        <a:solidFill>
                          <a:srgbClr val="C00000"/>
                        </a:solidFill>
                        <a:latin typeface="仿宋" panose="02010609060101010101" pitchFamily="49" charset="-122"/>
                        <a:ea typeface="仿宋" panose="02010609060101010101" pitchFamily="49" charset="-122"/>
                      </a:rPr>
                      <a:pPr>
                        <a:defRPr sz="2000">
                          <a:solidFill>
                            <a:srgbClr val="C00000"/>
                          </a:solidFill>
                          <a:latin typeface="仿宋" panose="02010609060101010101" pitchFamily="49" charset="-122"/>
                          <a:ea typeface="仿宋" panose="02010609060101010101" pitchFamily="49" charset="-122"/>
                        </a:defRPr>
                      </a:pPr>
                      <a:t>[类别名称]</a:t>
                    </a:fld>
                    <a:r>
                      <a:rPr lang="zh-CN" altLang="en-US" sz="2000" baseline="0" dirty="0">
                        <a:solidFill>
                          <a:srgbClr val="C00000"/>
                        </a:solidFill>
                        <a:latin typeface="仿宋" panose="02010609060101010101" pitchFamily="49" charset="-122"/>
                        <a:ea typeface="仿宋" panose="02010609060101010101" pitchFamily="49" charset="-122"/>
                      </a:rPr>
                      <a:t>
</a:t>
                    </a:r>
                    <a:r>
                      <a:rPr lang="en-US" altLang="zh-CN" sz="2000" baseline="0" dirty="0">
                        <a:solidFill>
                          <a:srgbClr val="C00000"/>
                        </a:solidFill>
                        <a:latin typeface="仿宋" panose="02010609060101010101" pitchFamily="49" charset="-122"/>
                        <a:ea typeface="仿宋" panose="02010609060101010101" pitchFamily="49" charset="-122"/>
                      </a:rPr>
                      <a:t>60%</a:t>
                    </a:r>
                  </a:p>
                </c:rich>
              </c:tx>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rgbClr val="C00000"/>
                      </a:solidFill>
                      <a:latin typeface="仿宋" panose="02010609060101010101" pitchFamily="49" charset="-122"/>
                      <a:ea typeface="仿宋" panose="02010609060101010101" pitchFamily="49" charset="-122"/>
                      <a:cs typeface="+mn-cs"/>
                    </a:defRPr>
                  </a:pPr>
                  <a:endParaRPr lang="zh-CN"/>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2BE-9544-8777-E81D5C87FC61}"/>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rgbClr val="C00000"/>
                    </a:solidFill>
                    <a:latin typeface="仿宋" panose="02010609060101010101" pitchFamily="49" charset="-122"/>
                    <a:ea typeface="仿宋" panose="02010609060101010101" pitchFamily="49" charset="-122"/>
                    <a:cs typeface="+mn-cs"/>
                  </a:defRPr>
                </a:pPr>
                <a:endParaRPr lang="zh-CN"/>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平时成绩</c:v>
                </c:pt>
                <c:pt idx="1">
                  <c:v>期末考试</c:v>
                </c:pt>
              </c:strCache>
            </c:strRef>
          </c:cat>
          <c:val>
            <c:numRef>
              <c:f>Sheet1!$B$2:$B$3</c:f>
              <c:numCache>
                <c:formatCode>0%</c:formatCode>
                <c:ptCount val="2"/>
                <c:pt idx="0">
                  <c:v>0.3</c:v>
                </c:pt>
                <c:pt idx="1">
                  <c:v>0.7</c:v>
                </c:pt>
              </c:numCache>
            </c:numRef>
          </c:val>
          <c:extLst>
            <c:ext xmlns:c16="http://schemas.microsoft.com/office/drawing/2014/chart" uri="{C3380CC4-5D6E-409C-BE32-E72D297353CC}">
              <c16:uniqueId val="{00000000-C2BE-9544-8777-E81D5C87FC61}"/>
            </c:ext>
          </c:extLst>
        </c:ser>
        <c:dLbls>
          <c:dLblPos val="outEnd"/>
          <c:showLegendKey val="0"/>
          <c:showVal val="0"/>
          <c:showCatName val="0"/>
          <c:showSerName val="0"/>
          <c:showPercent val="1"/>
          <c:showBubbleSize val="0"/>
          <c:showLeaderLines val="1"/>
        </c:dLbls>
      </c:pie3D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FA05DD-5324-3041-8C17-444BFFD6BD1F}" type="doc">
      <dgm:prSet loTypeId="urn:microsoft.com/office/officeart/2005/8/layout/list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检查点</a:t>
          </a:r>
          <a:endParaRPr lang="zh-CN" altLang="en-US" b="0" dirty="0">
            <a:latin typeface="KaiTi" panose="02010609060101010101" pitchFamily="49" charset="-122"/>
            <a:ea typeface="KaiTi" panose="02010609060101010101" pitchFamily="49" charset="-122"/>
          </a:endParaRP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8DE49228-E674-F84B-A122-C99976D49C54}">
      <dgm:prSet/>
      <dgm:spPr/>
      <dgm:t>
        <a:bodyPr/>
        <a:lstStyle/>
        <a:p>
          <a:r>
            <a:rPr lang="zh-CN" altLang="zh-CN" b="0" dirty="0">
              <a:latin typeface="KaiTi" panose="02010609060101010101" pitchFamily="49" charset="-122"/>
              <a:ea typeface="KaiTi" panose="02010609060101010101" pitchFamily="49" charset="-122"/>
            </a:rPr>
            <a:t>里程碑</a:t>
          </a:r>
          <a:endParaRPr lang="en-US" altLang="zh-CN" b="0" dirty="0">
            <a:latin typeface="KaiTi" panose="02010609060101010101" pitchFamily="49" charset="-122"/>
            <a:ea typeface="KaiTi" panose="02010609060101010101" pitchFamily="49" charset="-122"/>
          </a:endParaRPr>
        </a:p>
      </dgm:t>
    </dgm:pt>
    <dgm:pt modelId="{2438A90D-8160-EA4C-8423-A62DF687179A}" type="parTrans" cxnId="{D722999E-6B3F-DD47-94E8-3E2E65B01F73}">
      <dgm:prSet/>
      <dgm:spPr/>
      <dgm:t>
        <a:bodyPr/>
        <a:lstStyle/>
        <a:p>
          <a:endParaRPr lang="zh-CN" altLang="en-US" b="0">
            <a:latin typeface="KaiTi" panose="02010609060101010101" pitchFamily="49" charset="-122"/>
            <a:ea typeface="KaiTi" panose="02010609060101010101" pitchFamily="49" charset="-122"/>
          </a:endParaRPr>
        </a:p>
      </dgm:t>
    </dgm:pt>
    <dgm:pt modelId="{FA6E7166-03CE-CC43-A792-E6100E302B12}" type="sibTrans" cxnId="{D722999E-6B3F-DD47-94E8-3E2E65B01F73}">
      <dgm:prSet/>
      <dgm:spPr/>
      <dgm:t>
        <a:bodyPr/>
        <a:lstStyle/>
        <a:p>
          <a:endParaRPr lang="zh-CN" altLang="en-US" b="0">
            <a:latin typeface="KaiTi" panose="02010609060101010101" pitchFamily="49" charset="-122"/>
            <a:ea typeface="KaiTi" panose="02010609060101010101" pitchFamily="49" charset="-122"/>
          </a:endParaRPr>
        </a:p>
      </dgm:t>
    </dgm:pt>
    <dgm:pt modelId="{55815323-E8E2-E84B-B695-71256C3F12FC}">
      <dgm:prSet/>
      <dgm:spPr/>
      <dgm:t>
        <a:bodyPr/>
        <a:lstStyle/>
        <a:p>
          <a:r>
            <a:rPr lang="zh-CN" altLang="zh-CN" b="0" dirty="0">
              <a:latin typeface="KaiTi" panose="02010609060101010101" pitchFamily="49" charset="-122"/>
              <a:ea typeface="KaiTi" panose="02010609060101010101" pitchFamily="49" charset="-122"/>
            </a:rPr>
            <a:t>基线</a:t>
          </a:r>
          <a:endParaRPr lang="en-US" altLang="zh-CN" b="0" dirty="0">
            <a:latin typeface="KaiTi" panose="02010609060101010101" pitchFamily="49" charset="-122"/>
            <a:ea typeface="KaiTi" panose="02010609060101010101" pitchFamily="49" charset="-122"/>
          </a:endParaRPr>
        </a:p>
      </dgm:t>
    </dgm:pt>
    <dgm:pt modelId="{1DBDC367-8D5D-644D-826A-FB8DB3CB9AF5}" type="parTrans" cxnId="{AC8BF1AC-F284-084D-B396-9032390BFF40}">
      <dgm:prSet/>
      <dgm:spPr/>
      <dgm:t>
        <a:bodyPr/>
        <a:lstStyle/>
        <a:p>
          <a:endParaRPr lang="zh-CN" altLang="en-US" b="0">
            <a:latin typeface="KaiTi" panose="02010609060101010101" pitchFamily="49" charset="-122"/>
            <a:ea typeface="KaiTi" panose="02010609060101010101" pitchFamily="49" charset="-122"/>
          </a:endParaRPr>
        </a:p>
      </dgm:t>
    </dgm:pt>
    <dgm:pt modelId="{861EF447-295E-3A47-89E1-7919FACA4EBE}" type="sibTrans" cxnId="{AC8BF1AC-F284-084D-B396-9032390BFF40}">
      <dgm:prSet/>
      <dgm:spPr/>
      <dgm:t>
        <a:bodyPr/>
        <a:lstStyle/>
        <a:p>
          <a:endParaRPr lang="zh-CN" altLang="en-US" b="0">
            <a:latin typeface="KaiTi" panose="02010609060101010101" pitchFamily="49" charset="-122"/>
            <a:ea typeface="KaiTi" panose="02010609060101010101" pitchFamily="49" charset="-122"/>
          </a:endParaRPr>
        </a:p>
      </dgm:t>
    </dgm:pt>
    <dgm:pt modelId="{3D71D46C-97CD-E849-B424-CC702CB43627}">
      <dgm:prSet phldrT="[文本]" custT="1"/>
      <dgm:spPr/>
      <dgm:t>
        <a:bodyPr/>
        <a:lstStyle/>
        <a:p>
          <a:r>
            <a:rPr lang="zh-CN" altLang="en-US" sz="1800" b="0" dirty="0">
              <a:latin typeface="KaiTi" panose="02010609060101010101" pitchFamily="49" charset="-122"/>
              <a:ea typeface="KaiTi" panose="02010609060101010101" pitchFamily="49" charset="-122"/>
            </a:rPr>
            <a:t>检查点指的是在规定的时间间隔内对项目进行检查，比较实际现状与计划之间的差异，并根据差异进行调整。可将检查点看作一个固定的采样时间，时间间隔需要根据项目周期具体设置。</a:t>
          </a:r>
        </a:p>
      </dgm:t>
    </dgm:pt>
    <dgm:pt modelId="{0AE3482B-098E-924B-AECE-5B1F9593D77E}" type="parTrans" cxnId="{02007177-85F2-4C49-B4B4-327470BD1DC0}">
      <dgm:prSet/>
      <dgm:spPr/>
      <dgm:t>
        <a:bodyPr/>
        <a:lstStyle/>
        <a:p>
          <a:endParaRPr lang="zh-CN" altLang="en-US" b="0">
            <a:latin typeface="KaiTi" panose="02010609060101010101" pitchFamily="49" charset="-122"/>
            <a:ea typeface="KaiTi" panose="02010609060101010101" pitchFamily="49" charset="-122"/>
          </a:endParaRPr>
        </a:p>
      </dgm:t>
    </dgm:pt>
    <dgm:pt modelId="{A9F1CB25-72BE-D74B-8115-B27215B520D2}" type="sibTrans" cxnId="{02007177-85F2-4C49-B4B4-327470BD1DC0}">
      <dgm:prSet/>
      <dgm:spPr/>
      <dgm:t>
        <a:bodyPr/>
        <a:lstStyle/>
        <a:p>
          <a:endParaRPr lang="zh-CN" altLang="en-US" b="0">
            <a:latin typeface="KaiTi" panose="02010609060101010101" pitchFamily="49" charset="-122"/>
            <a:ea typeface="KaiTi" panose="02010609060101010101" pitchFamily="49" charset="-122"/>
          </a:endParaRPr>
        </a:p>
      </dgm:t>
    </dgm:pt>
    <dgm:pt modelId="{999C4537-1BF7-9E4E-8257-D618F50648C3}">
      <dgm:prSet custT="1"/>
      <dgm:spPr/>
      <dgm:t>
        <a:bodyPr/>
        <a:lstStyle/>
        <a:p>
          <a:r>
            <a:rPr lang="zh-CN" altLang="zh-CN" sz="1800" b="0" dirty="0">
              <a:latin typeface="KaiTi" panose="02010609060101010101" pitchFamily="49" charset="-122"/>
              <a:ea typeface="KaiTi" panose="02010609060101010101" pitchFamily="49" charset="-122"/>
            </a:rPr>
            <a:t>里程碑指得是完成阶段性工作的标志。</a:t>
          </a:r>
          <a:endParaRPr lang="en-US" altLang="zh-CN" sz="1800" b="0" dirty="0">
            <a:latin typeface="KaiTi" panose="02010609060101010101" pitchFamily="49" charset="-122"/>
            <a:ea typeface="KaiTi" panose="02010609060101010101" pitchFamily="49" charset="-122"/>
          </a:endParaRPr>
        </a:p>
      </dgm:t>
    </dgm:pt>
    <dgm:pt modelId="{FAA30762-B154-7D49-B712-B8BD83BC6869}" type="parTrans" cxnId="{4B2D217B-1A1E-324C-8374-AE72C8F368D7}">
      <dgm:prSet/>
      <dgm:spPr/>
      <dgm:t>
        <a:bodyPr/>
        <a:lstStyle/>
        <a:p>
          <a:endParaRPr lang="zh-CN" altLang="en-US" b="0">
            <a:latin typeface="KaiTi" panose="02010609060101010101" pitchFamily="49" charset="-122"/>
            <a:ea typeface="KaiTi" panose="02010609060101010101" pitchFamily="49" charset="-122"/>
          </a:endParaRPr>
        </a:p>
      </dgm:t>
    </dgm:pt>
    <dgm:pt modelId="{5B7F321D-CAEC-0743-8B8E-94068B1928B3}" type="sibTrans" cxnId="{4B2D217B-1A1E-324C-8374-AE72C8F368D7}">
      <dgm:prSet/>
      <dgm:spPr/>
      <dgm:t>
        <a:bodyPr/>
        <a:lstStyle/>
        <a:p>
          <a:endParaRPr lang="zh-CN" altLang="en-US" b="0">
            <a:latin typeface="KaiTi" panose="02010609060101010101" pitchFamily="49" charset="-122"/>
            <a:ea typeface="KaiTi" panose="02010609060101010101" pitchFamily="49" charset="-122"/>
          </a:endParaRPr>
        </a:p>
      </dgm:t>
    </dgm:pt>
    <dgm:pt modelId="{5DFE88AA-B340-8B44-8AB9-03286A846408}">
      <dgm:prSet custT="1"/>
      <dgm:spPr/>
      <dgm:t>
        <a:bodyPr/>
        <a:lstStyle/>
        <a:p>
          <a:r>
            <a:rPr lang="zh-CN" altLang="zh-CN" sz="1800" b="0" dirty="0">
              <a:latin typeface="KaiTi" panose="02010609060101010101" pitchFamily="49" charset="-122"/>
              <a:ea typeface="KaiTi" panose="02010609060101010101" pitchFamily="49" charset="-122"/>
            </a:rPr>
            <a:t>基线指的是一个配置项在项目生命期的不同时间点上，通过正式评审而进入正式受控的一种状态。</a:t>
          </a:r>
          <a:endParaRPr lang="en-US" altLang="zh-CN" sz="1800" b="0" dirty="0">
            <a:latin typeface="KaiTi" panose="02010609060101010101" pitchFamily="49" charset="-122"/>
            <a:ea typeface="KaiTi" panose="02010609060101010101" pitchFamily="49" charset="-122"/>
          </a:endParaRPr>
        </a:p>
      </dgm:t>
    </dgm:pt>
    <dgm:pt modelId="{F9C87143-80BB-4349-B2E7-E94A35F1CBFA}" type="parTrans" cxnId="{B3157DAD-E0E9-7041-B212-DE13EADD8C5C}">
      <dgm:prSet/>
      <dgm:spPr/>
      <dgm:t>
        <a:bodyPr/>
        <a:lstStyle/>
        <a:p>
          <a:endParaRPr lang="zh-CN" altLang="en-US" b="0">
            <a:latin typeface="KaiTi" panose="02010609060101010101" pitchFamily="49" charset="-122"/>
            <a:ea typeface="KaiTi" panose="02010609060101010101" pitchFamily="49" charset="-122"/>
          </a:endParaRPr>
        </a:p>
      </dgm:t>
    </dgm:pt>
    <dgm:pt modelId="{7AE3ECC2-0B1F-6E4E-B729-58B023EBD2E4}" type="sibTrans" cxnId="{B3157DAD-E0E9-7041-B212-DE13EADD8C5C}">
      <dgm:prSet/>
      <dgm:spPr/>
      <dgm:t>
        <a:bodyPr/>
        <a:lstStyle/>
        <a:p>
          <a:endParaRPr lang="zh-CN" altLang="en-US" b="0">
            <a:latin typeface="KaiTi" panose="02010609060101010101" pitchFamily="49" charset="-122"/>
            <a:ea typeface="KaiTi" panose="02010609060101010101" pitchFamily="49" charset="-122"/>
          </a:endParaRPr>
        </a:p>
      </dgm:t>
    </dgm:pt>
    <dgm:pt modelId="{6B8EF501-4C0B-F046-9342-4611FBBB8C0F}" type="pres">
      <dgm:prSet presAssocID="{0FFA05DD-5324-3041-8C17-444BFFD6BD1F}" presName="linear" presStyleCnt="0">
        <dgm:presLayoutVars>
          <dgm:dir/>
          <dgm:animLvl val="lvl"/>
          <dgm:resizeHandles val="exact"/>
        </dgm:presLayoutVars>
      </dgm:prSet>
      <dgm:spPr/>
    </dgm:pt>
    <dgm:pt modelId="{2AB43854-D221-104F-B0B4-C573BD082A08}" type="pres">
      <dgm:prSet presAssocID="{36459972-D411-AF4C-A079-936BA8920DE9}" presName="parentLin" presStyleCnt="0"/>
      <dgm:spPr/>
    </dgm:pt>
    <dgm:pt modelId="{6AF4197B-28DE-0340-9DCA-35C7984C8AEE}" type="pres">
      <dgm:prSet presAssocID="{36459972-D411-AF4C-A079-936BA8920DE9}" presName="parentLeftMargin" presStyleLbl="node1" presStyleIdx="0" presStyleCnt="3"/>
      <dgm:spPr/>
    </dgm:pt>
    <dgm:pt modelId="{0F90547A-130A-E440-BC16-98A6876ECEBE}" type="pres">
      <dgm:prSet presAssocID="{36459972-D411-AF4C-A079-936BA8920DE9}" presName="parentText" presStyleLbl="node1" presStyleIdx="0" presStyleCnt="3">
        <dgm:presLayoutVars>
          <dgm:chMax val="0"/>
          <dgm:bulletEnabled val="1"/>
        </dgm:presLayoutVars>
      </dgm:prSet>
      <dgm:spPr/>
    </dgm:pt>
    <dgm:pt modelId="{9C298397-89E2-EA47-86E3-2B33427A3AAA}" type="pres">
      <dgm:prSet presAssocID="{36459972-D411-AF4C-A079-936BA8920DE9}" presName="negativeSpace" presStyleCnt="0"/>
      <dgm:spPr/>
    </dgm:pt>
    <dgm:pt modelId="{1D915FFF-216A-2447-895D-B34720F58A47}" type="pres">
      <dgm:prSet presAssocID="{36459972-D411-AF4C-A079-936BA8920DE9}" presName="childText" presStyleLbl="conFgAcc1" presStyleIdx="0" presStyleCnt="3">
        <dgm:presLayoutVars>
          <dgm:bulletEnabled val="1"/>
        </dgm:presLayoutVars>
      </dgm:prSet>
      <dgm:spPr/>
    </dgm:pt>
    <dgm:pt modelId="{7E15EEBB-4E3A-8B49-9051-4F9E365DCBDA}" type="pres">
      <dgm:prSet presAssocID="{10BF9096-5237-964D-9F64-6BBFD688D19E}" presName="spaceBetweenRectangles" presStyleCnt="0"/>
      <dgm:spPr/>
    </dgm:pt>
    <dgm:pt modelId="{7E856D46-B118-7F4E-942A-C76C4C95DD5E}" type="pres">
      <dgm:prSet presAssocID="{8DE49228-E674-F84B-A122-C99976D49C54}" presName="parentLin" presStyleCnt="0"/>
      <dgm:spPr/>
    </dgm:pt>
    <dgm:pt modelId="{65EE5211-505E-3B4F-9FD5-A0CE1ADBD6EF}" type="pres">
      <dgm:prSet presAssocID="{8DE49228-E674-F84B-A122-C99976D49C54}" presName="parentLeftMargin" presStyleLbl="node1" presStyleIdx="0" presStyleCnt="3"/>
      <dgm:spPr/>
    </dgm:pt>
    <dgm:pt modelId="{2C24ED00-A714-364D-BC9D-B593AA6C929C}" type="pres">
      <dgm:prSet presAssocID="{8DE49228-E674-F84B-A122-C99976D49C54}" presName="parentText" presStyleLbl="node1" presStyleIdx="1" presStyleCnt="3">
        <dgm:presLayoutVars>
          <dgm:chMax val="0"/>
          <dgm:bulletEnabled val="1"/>
        </dgm:presLayoutVars>
      </dgm:prSet>
      <dgm:spPr/>
    </dgm:pt>
    <dgm:pt modelId="{CF902058-EE24-6640-B9A9-5AB419E624DC}" type="pres">
      <dgm:prSet presAssocID="{8DE49228-E674-F84B-A122-C99976D49C54}" presName="negativeSpace" presStyleCnt="0"/>
      <dgm:spPr/>
    </dgm:pt>
    <dgm:pt modelId="{037F7EA9-8FFC-2F4D-A524-E17770641491}" type="pres">
      <dgm:prSet presAssocID="{8DE49228-E674-F84B-A122-C99976D49C54}" presName="childText" presStyleLbl="conFgAcc1" presStyleIdx="1" presStyleCnt="3">
        <dgm:presLayoutVars>
          <dgm:bulletEnabled val="1"/>
        </dgm:presLayoutVars>
      </dgm:prSet>
      <dgm:spPr/>
    </dgm:pt>
    <dgm:pt modelId="{F110FE4B-94A2-0449-A24C-9EF333290733}" type="pres">
      <dgm:prSet presAssocID="{FA6E7166-03CE-CC43-A792-E6100E302B12}" presName="spaceBetweenRectangles" presStyleCnt="0"/>
      <dgm:spPr/>
    </dgm:pt>
    <dgm:pt modelId="{7ADF09C7-5EC2-BD4F-ADBF-E78B60A34D06}" type="pres">
      <dgm:prSet presAssocID="{55815323-E8E2-E84B-B695-71256C3F12FC}" presName="parentLin" presStyleCnt="0"/>
      <dgm:spPr/>
    </dgm:pt>
    <dgm:pt modelId="{A916B309-4EA0-1B4C-A97C-F1B5705E4335}" type="pres">
      <dgm:prSet presAssocID="{55815323-E8E2-E84B-B695-71256C3F12FC}" presName="parentLeftMargin" presStyleLbl="node1" presStyleIdx="1" presStyleCnt="3"/>
      <dgm:spPr/>
    </dgm:pt>
    <dgm:pt modelId="{129A05A9-8D84-0B49-A7C3-6B5D5511B9AF}" type="pres">
      <dgm:prSet presAssocID="{55815323-E8E2-E84B-B695-71256C3F12FC}" presName="parentText" presStyleLbl="node1" presStyleIdx="2" presStyleCnt="3">
        <dgm:presLayoutVars>
          <dgm:chMax val="0"/>
          <dgm:bulletEnabled val="1"/>
        </dgm:presLayoutVars>
      </dgm:prSet>
      <dgm:spPr/>
    </dgm:pt>
    <dgm:pt modelId="{7694DD0A-99D7-8F4A-AAEF-07BBD43C6895}" type="pres">
      <dgm:prSet presAssocID="{55815323-E8E2-E84B-B695-71256C3F12FC}" presName="negativeSpace" presStyleCnt="0"/>
      <dgm:spPr/>
    </dgm:pt>
    <dgm:pt modelId="{6347FBE7-6293-2F4C-9176-897316A5DC3E}" type="pres">
      <dgm:prSet presAssocID="{55815323-E8E2-E84B-B695-71256C3F12FC}" presName="childText" presStyleLbl="conFgAcc1" presStyleIdx="2" presStyleCnt="3">
        <dgm:presLayoutVars>
          <dgm:bulletEnabled val="1"/>
        </dgm:presLayoutVars>
      </dgm:prSet>
      <dgm:spPr/>
    </dgm:pt>
  </dgm:ptLst>
  <dgm:cxnLst>
    <dgm:cxn modelId="{98AFEE06-48A6-440A-8BD6-9DDC8712F7AF}" type="presOf" srcId="{999C4537-1BF7-9E4E-8257-D618F50648C3}" destId="{037F7EA9-8FFC-2F4D-A524-E17770641491}" srcOrd="0" destOrd="0" presId="urn:microsoft.com/office/officeart/2005/8/layout/list1"/>
    <dgm:cxn modelId="{49CD070B-6BC4-4EED-98BD-C60F440138AA}" type="presOf" srcId="{0FFA05DD-5324-3041-8C17-444BFFD6BD1F}" destId="{6B8EF501-4C0B-F046-9342-4611FBBB8C0F}" srcOrd="0" destOrd="0" presId="urn:microsoft.com/office/officeart/2005/8/layout/list1"/>
    <dgm:cxn modelId="{958D490F-1C75-448F-A428-BAE0161EB28F}" type="presOf" srcId="{55815323-E8E2-E84B-B695-71256C3F12FC}" destId="{129A05A9-8D84-0B49-A7C3-6B5D5511B9AF}" srcOrd="1" destOrd="0" presId="urn:microsoft.com/office/officeart/2005/8/layout/list1"/>
    <dgm:cxn modelId="{A7001732-3F6F-4DB5-9752-ACBF6EA12C48}" type="presOf" srcId="{8DE49228-E674-F84B-A122-C99976D49C54}" destId="{2C24ED00-A714-364D-BC9D-B593AA6C929C}" srcOrd="1" destOrd="0" presId="urn:microsoft.com/office/officeart/2005/8/layout/list1"/>
    <dgm:cxn modelId="{29F0A33C-5F22-447A-A9D7-F5A8CCD798D6}" type="presOf" srcId="{55815323-E8E2-E84B-B695-71256C3F12FC}" destId="{A916B309-4EA0-1B4C-A97C-F1B5705E4335}" srcOrd="0" destOrd="0" presId="urn:microsoft.com/office/officeart/2005/8/layout/list1"/>
    <dgm:cxn modelId="{AE88A54C-0785-47CE-8C91-F4E1157DDDB2}" type="presOf" srcId="{5DFE88AA-B340-8B44-8AB9-03286A846408}" destId="{6347FBE7-6293-2F4C-9176-897316A5DC3E}" srcOrd="0" destOrd="0" presId="urn:microsoft.com/office/officeart/2005/8/layout/list1"/>
    <dgm:cxn modelId="{02007177-85F2-4C49-B4B4-327470BD1DC0}" srcId="{36459972-D411-AF4C-A079-936BA8920DE9}" destId="{3D71D46C-97CD-E849-B424-CC702CB43627}" srcOrd="0" destOrd="0" parTransId="{0AE3482B-098E-924B-AECE-5B1F9593D77E}" sibTransId="{A9F1CB25-72BE-D74B-8115-B27215B520D2}"/>
    <dgm:cxn modelId="{7441E377-3586-4523-BEC8-7F329FC8407B}" type="presOf" srcId="{8DE49228-E674-F84B-A122-C99976D49C54}" destId="{65EE5211-505E-3B4F-9FD5-A0CE1ADBD6EF}" srcOrd="0" destOrd="0" presId="urn:microsoft.com/office/officeart/2005/8/layout/list1"/>
    <dgm:cxn modelId="{4B2D217B-1A1E-324C-8374-AE72C8F368D7}" srcId="{8DE49228-E674-F84B-A122-C99976D49C54}" destId="{999C4537-1BF7-9E4E-8257-D618F50648C3}" srcOrd="0" destOrd="0" parTransId="{FAA30762-B154-7D49-B712-B8BD83BC6869}" sibTransId="{5B7F321D-CAEC-0743-8B8E-94068B1928B3}"/>
    <dgm:cxn modelId="{993F6093-C3BE-40B2-8C6D-B261E3F63AF4}" type="presOf" srcId="{3D71D46C-97CD-E849-B424-CC702CB43627}" destId="{1D915FFF-216A-2447-895D-B34720F58A47}" srcOrd="0" destOrd="0" presId="urn:microsoft.com/office/officeart/2005/8/layout/list1"/>
    <dgm:cxn modelId="{D722999E-6B3F-DD47-94E8-3E2E65B01F73}" srcId="{0FFA05DD-5324-3041-8C17-444BFFD6BD1F}" destId="{8DE49228-E674-F84B-A122-C99976D49C54}" srcOrd="1" destOrd="0" parTransId="{2438A90D-8160-EA4C-8423-A62DF687179A}" sibTransId="{FA6E7166-03CE-CC43-A792-E6100E302B12}"/>
    <dgm:cxn modelId="{AC8BF1AC-F284-084D-B396-9032390BFF40}" srcId="{0FFA05DD-5324-3041-8C17-444BFFD6BD1F}" destId="{55815323-E8E2-E84B-B695-71256C3F12FC}" srcOrd="2" destOrd="0" parTransId="{1DBDC367-8D5D-644D-826A-FB8DB3CB9AF5}" sibTransId="{861EF447-295E-3A47-89E1-7919FACA4EBE}"/>
    <dgm:cxn modelId="{B3157DAD-E0E9-7041-B212-DE13EADD8C5C}" srcId="{55815323-E8E2-E84B-B695-71256C3F12FC}" destId="{5DFE88AA-B340-8B44-8AB9-03286A846408}" srcOrd="0" destOrd="0" parTransId="{F9C87143-80BB-4349-B2E7-E94A35F1CBFA}" sibTransId="{7AE3ECC2-0B1F-6E4E-B729-58B023EBD2E4}"/>
    <dgm:cxn modelId="{25C418C8-62E6-5A43-921E-2E1CB719611F}" srcId="{0FFA05DD-5324-3041-8C17-444BFFD6BD1F}" destId="{36459972-D411-AF4C-A079-936BA8920DE9}" srcOrd="0" destOrd="0" parTransId="{E242A21F-89F0-6847-BB48-6A84CA98CD00}" sibTransId="{10BF9096-5237-964D-9F64-6BBFD688D19E}"/>
    <dgm:cxn modelId="{A8C59BD3-49AA-4FA2-A8F4-6E62BFD2532E}" type="presOf" srcId="{36459972-D411-AF4C-A079-936BA8920DE9}" destId="{6AF4197B-28DE-0340-9DCA-35C7984C8AEE}" srcOrd="0" destOrd="0" presId="urn:microsoft.com/office/officeart/2005/8/layout/list1"/>
    <dgm:cxn modelId="{860BC0FE-74DF-43D7-A0B1-E2D2B6453020}" type="presOf" srcId="{36459972-D411-AF4C-A079-936BA8920DE9}" destId="{0F90547A-130A-E440-BC16-98A6876ECEBE}" srcOrd="1" destOrd="0" presId="urn:microsoft.com/office/officeart/2005/8/layout/list1"/>
    <dgm:cxn modelId="{E4CF2844-577F-4081-9664-43205F357621}" type="presParOf" srcId="{6B8EF501-4C0B-F046-9342-4611FBBB8C0F}" destId="{2AB43854-D221-104F-B0B4-C573BD082A08}" srcOrd="0" destOrd="0" presId="urn:microsoft.com/office/officeart/2005/8/layout/list1"/>
    <dgm:cxn modelId="{D1EEEF71-4548-434E-A07A-D29D2E4D08FF}" type="presParOf" srcId="{2AB43854-D221-104F-B0B4-C573BD082A08}" destId="{6AF4197B-28DE-0340-9DCA-35C7984C8AEE}" srcOrd="0" destOrd="0" presId="urn:microsoft.com/office/officeart/2005/8/layout/list1"/>
    <dgm:cxn modelId="{178E277A-625F-437B-9DCD-913507E0E2E0}" type="presParOf" srcId="{2AB43854-D221-104F-B0B4-C573BD082A08}" destId="{0F90547A-130A-E440-BC16-98A6876ECEBE}" srcOrd="1" destOrd="0" presId="urn:microsoft.com/office/officeart/2005/8/layout/list1"/>
    <dgm:cxn modelId="{0E2D0A56-D356-4F0E-A999-FAB68DD7D80F}" type="presParOf" srcId="{6B8EF501-4C0B-F046-9342-4611FBBB8C0F}" destId="{9C298397-89E2-EA47-86E3-2B33427A3AAA}" srcOrd="1" destOrd="0" presId="urn:microsoft.com/office/officeart/2005/8/layout/list1"/>
    <dgm:cxn modelId="{FC1B069C-B0CE-41B7-B09E-5FEB1EC69784}" type="presParOf" srcId="{6B8EF501-4C0B-F046-9342-4611FBBB8C0F}" destId="{1D915FFF-216A-2447-895D-B34720F58A47}" srcOrd="2" destOrd="0" presId="urn:microsoft.com/office/officeart/2005/8/layout/list1"/>
    <dgm:cxn modelId="{3E8A997D-D9AF-480D-8EA8-5002E6924DEC}" type="presParOf" srcId="{6B8EF501-4C0B-F046-9342-4611FBBB8C0F}" destId="{7E15EEBB-4E3A-8B49-9051-4F9E365DCBDA}" srcOrd="3" destOrd="0" presId="urn:microsoft.com/office/officeart/2005/8/layout/list1"/>
    <dgm:cxn modelId="{0096EFEA-6DF6-45E5-81C5-055E18D94D55}" type="presParOf" srcId="{6B8EF501-4C0B-F046-9342-4611FBBB8C0F}" destId="{7E856D46-B118-7F4E-942A-C76C4C95DD5E}" srcOrd="4" destOrd="0" presId="urn:microsoft.com/office/officeart/2005/8/layout/list1"/>
    <dgm:cxn modelId="{E566A4EA-EF8D-4959-9F26-2831050AE69C}" type="presParOf" srcId="{7E856D46-B118-7F4E-942A-C76C4C95DD5E}" destId="{65EE5211-505E-3B4F-9FD5-A0CE1ADBD6EF}" srcOrd="0" destOrd="0" presId="urn:microsoft.com/office/officeart/2005/8/layout/list1"/>
    <dgm:cxn modelId="{6551C651-DD32-43D3-8A6A-00DDBC4D997A}" type="presParOf" srcId="{7E856D46-B118-7F4E-942A-C76C4C95DD5E}" destId="{2C24ED00-A714-364D-BC9D-B593AA6C929C}" srcOrd="1" destOrd="0" presId="urn:microsoft.com/office/officeart/2005/8/layout/list1"/>
    <dgm:cxn modelId="{C440696F-A373-4F4E-B4AC-BFEF7549FEBE}" type="presParOf" srcId="{6B8EF501-4C0B-F046-9342-4611FBBB8C0F}" destId="{CF902058-EE24-6640-B9A9-5AB419E624DC}" srcOrd="5" destOrd="0" presId="urn:microsoft.com/office/officeart/2005/8/layout/list1"/>
    <dgm:cxn modelId="{8D6CC2E6-E56D-461F-A97C-BB33912E5D5E}" type="presParOf" srcId="{6B8EF501-4C0B-F046-9342-4611FBBB8C0F}" destId="{037F7EA9-8FFC-2F4D-A524-E17770641491}" srcOrd="6" destOrd="0" presId="urn:microsoft.com/office/officeart/2005/8/layout/list1"/>
    <dgm:cxn modelId="{B21BA2FC-B9CD-4181-BD43-CF3B8C66A95D}" type="presParOf" srcId="{6B8EF501-4C0B-F046-9342-4611FBBB8C0F}" destId="{F110FE4B-94A2-0449-A24C-9EF333290733}" srcOrd="7" destOrd="0" presId="urn:microsoft.com/office/officeart/2005/8/layout/list1"/>
    <dgm:cxn modelId="{327F589A-F235-48FC-89C3-85AC5418ADFD}" type="presParOf" srcId="{6B8EF501-4C0B-F046-9342-4611FBBB8C0F}" destId="{7ADF09C7-5EC2-BD4F-ADBF-E78B60A34D06}" srcOrd="8" destOrd="0" presId="urn:microsoft.com/office/officeart/2005/8/layout/list1"/>
    <dgm:cxn modelId="{9B113993-A75B-4576-AF11-08EEC4E1DD8B}" type="presParOf" srcId="{7ADF09C7-5EC2-BD4F-ADBF-E78B60A34D06}" destId="{A916B309-4EA0-1B4C-A97C-F1B5705E4335}" srcOrd="0" destOrd="0" presId="urn:microsoft.com/office/officeart/2005/8/layout/list1"/>
    <dgm:cxn modelId="{E59514C5-A389-48FC-8273-AA17A1700124}" type="presParOf" srcId="{7ADF09C7-5EC2-BD4F-ADBF-E78B60A34D06}" destId="{129A05A9-8D84-0B49-A7C3-6B5D5511B9AF}" srcOrd="1" destOrd="0" presId="urn:microsoft.com/office/officeart/2005/8/layout/list1"/>
    <dgm:cxn modelId="{D884126F-7DBC-493D-BCD7-883DED32A8B6}" type="presParOf" srcId="{6B8EF501-4C0B-F046-9342-4611FBBB8C0F}" destId="{7694DD0A-99D7-8F4A-AAEF-07BBD43C6895}" srcOrd="9" destOrd="0" presId="urn:microsoft.com/office/officeart/2005/8/layout/list1"/>
    <dgm:cxn modelId="{F3F6F66C-3376-44B9-9739-A3021BF2319C}" type="presParOf" srcId="{6B8EF501-4C0B-F046-9342-4611FBBB8C0F}" destId="{6347FBE7-6293-2F4C-9176-897316A5DC3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FDBC47-1F8B-0A43-A9F4-DAE42218D853}" type="doc">
      <dgm:prSet loTypeId="urn:microsoft.com/office/officeart/2005/8/layout/venn3" loCatId="" qsTypeId="urn:microsoft.com/office/officeart/2005/8/quickstyle/simple5" qsCatId="simple" csTypeId="urn:microsoft.com/office/officeart/2005/8/colors/colorful5" csCatId="colorful" phldr="1"/>
      <dgm:spPr/>
      <dgm:t>
        <a:bodyPr/>
        <a:lstStyle/>
        <a:p>
          <a:endParaRPr lang="zh-CN" altLang="en-US"/>
        </a:p>
      </dgm:t>
    </dgm:pt>
    <dgm:pt modelId="{92C6A736-E8A0-3C4C-850E-9D5B6191E50B}">
      <dgm:prSet phldrT="[文本]" custT="1"/>
      <dgm:spPr/>
      <dgm:t>
        <a:bodyPr/>
        <a:lstStyle/>
        <a:p>
          <a:r>
            <a:rPr lang="zh-CN" altLang="en-US" sz="2400" b="0" dirty="0">
              <a:latin typeface="KaiTi" panose="02010609060101010101" pitchFamily="49" charset="-122"/>
              <a:ea typeface="KaiTi" panose="02010609060101010101" pitchFamily="49" charset="-122"/>
            </a:rPr>
            <a:t>计划阶段</a:t>
          </a:r>
        </a:p>
      </dgm:t>
    </dgm:pt>
    <dgm:pt modelId="{2E0C60E4-FD26-6340-AD43-6071850ED657}" type="parTrans" cxnId="{53BF706B-0F0B-164D-8732-51F1FCE858EA}">
      <dgm:prSet/>
      <dgm:spPr/>
      <dgm:t>
        <a:bodyPr/>
        <a:lstStyle/>
        <a:p>
          <a:endParaRPr lang="zh-CN" altLang="en-US" sz="2400" b="0">
            <a:latin typeface="KaiTi" panose="02010609060101010101" pitchFamily="49" charset="-122"/>
            <a:ea typeface="KaiTi" panose="02010609060101010101" pitchFamily="49" charset="-122"/>
          </a:endParaRPr>
        </a:p>
      </dgm:t>
    </dgm:pt>
    <dgm:pt modelId="{24038ADF-E479-EC49-A4A3-448B4C6FFD6F}" type="sibTrans" cxnId="{53BF706B-0F0B-164D-8732-51F1FCE858EA}">
      <dgm:prSet/>
      <dgm:spPr/>
      <dgm:t>
        <a:bodyPr/>
        <a:lstStyle/>
        <a:p>
          <a:endParaRPr lang="zh-CN" altLang="en-US" sz="2400" b="0">
            <a:latin typeface="KaiTi" panose="02010609060101010101" pitchFamily="49" charset="-122"/>
            <a:ea typeface="KaiTi" panose="02010609060101010101" pitchFamily="49" charset="-122"/>
          </a:endParaRPr>
        </a:p>
      </dgm:t>
    </dgm:pt>
    <dgm:pt modelId="{8E66EE3E-DA9C-3547-A4DA-B4682BE0B246}">
      <dgm:prSet phldrT="[文本]" custT="1"/>
      <dgm:spPr/>
      <dgm:t>
        <a:bodyPr/>
        <a:lstStyle/>
        <a:p>
          <a:r>
            <a:rPr lang="zh-CN" altLang="en-US" sz="2400" b="0" dirty="0">
              <a:latin typeface="KaiTi" panose="02010609060101010101" pitchFamily="49" charset="-122"/>
              <a:ea typeface="KaiTi" panose="02010609060101010101" pitchFamily="49" charset="-122"/>
            </a:rPr>
            <a:t>测试阶段</a:t>
          </a:r>
        </a:p>
      </dgm:t>
    </dgm:pt>
    <dgm:pt modelId="{C59657A5-EA68-2349-B261-7CA11A62BBFA}" type="parTrans" cxnId="{B4B69204-4B0B-C54A-9DB9-F9E61DD19E3D}">
      <dgm:prSet/>
      <dgm:spPr/>
      <dgm:t>
        <a:bodyPr/>
        <a:lstStyle/>
        <a:p>
          <a:endParaRPr lang="zh-CN" altLang="en-US" sz="2400" b="0">
            <a:latin typeface="KaiTi" panose="02010609060101010101" pitchFamily="49" charset="-122"/>
            <a:ea typeface="KaiTi" panose="02010609060101010101" pitchFamily="49" charset="-122"/>
          </a:endParaRPr>
        </a:p>
      </dgm:t>
    </dgm:pt>
    <dgm:pt modelId="{796C4B99-6E4A-8C4C-B023-FB9B8CEE66D5}" type="sibTrans" cxnId="{B4B69204-4B0B-C54A-9DB9-F9E61DD19E3D}">
      <dgm:prSet/>
      <dgm:spPr/>
      <dgm:t>
        <a:bodyPr/>
        <a:lstStyle/>
        <a:p>
          <a:endParaRPr lang="zh-CN" altLang="en-US" sz="2400" b="0">
            <a:latin typeface="KaiTi" panose="02010609060101010101" pitchFamily="49" charset="-122"/>
            <a:ea typeface="KaiTi" panose="02010609060101010101" pitchFamily="49" charset="-122"/>
          </a:endParaRPr>
        </a:p>
      </dgm:t>
    </dgm:pt>
    <dgm:pt modelId="{F5996CB1-8109-4949-9090-664C2424F134}">
      <dgm:prSet custT="1"/>
      <dgm:spPr/>
      <dgm:t>
        <a:bodyPr/>
        <a:lstStyle/>
        <a:p>
          <a:r>
            <a:rPr lang="zh-CN" altLang="en-US" sz="2400" b="0" dirty="0">
              <a:latin typeface="KaiTi" panose="02010609060101010101" pitchFamily="49" charset="-122"/>
              <a:ea typeface="KaiTi" panose="02010609060101010101" pitchFamily="49" charset="-122"/>
            </a:rPr>
            <a:t>软件设计阶段</a:t>
          </a:r>
        </a:p>
      </dgm:t>
    </dgm:pt>
    <dgm:pt modelId="{1E3430D7-BAB8-4549-9ECD-14262CB3B399}" type="parTrans" cxnId="{10532481-1682-9245-A51E-D6C842203725}">
      <dgm:prSet/>
      <dgm:spPr/>
      <dgm:t>
        <a:bodyPr/>
        <a:lstStyle/>
        <a:p>
          <a:endParaRPr lang="zh-CN" altLang="en-US" sz="2400" b="0">
            <a:latin typeface="KaiTi" panose="02010609060101010101" pitchFamily="49" charset="-122"/>
            <a:ea typeface="KaiTi" panose="02010609060101010101" pitchFamily="49" charset="-122"/>
          </a:endParaRPr>
        </a:p>
      </dgm:t>
    </dgm:pt>
    <dgm:pt modelId="{54870716-B925-A64B-AB1B-7F40D131C3F7}" type="sibTrans" cxnId="{10532481-1682-9245-A51E-D6C842203725}">
      <dgm:prSet/>
      <dgm:spPr/>
      <dgm:t>
        <a:bodyPr/>
        <a:lstStyle/>
        <a:p>
          <a:endParaRPr lang="zh-CN" altLang="en-US" sz="2400" b="0">
            <a:latin typeface="KaiTi" panose="02010609060101010101" pitchFamily="49" charset="-122"/>
            <a:ea typeface="KaiTi" panose="02010609060101010101" pitchFamily="49" charset="-122"/>
          </a:endParaRPr>
        </a:p>
      </dgm:t>
    </dgm:pt>
    <dgm:pt modelId="{DDEB6620-12CE-CE41-A4ED-FE9A9388254C}">
      <dgm:prSet custT="1"/>
      <dgm:spPr/>
      <dgm:t>
        <a:bodyPr/>
        <a:lstStyle/>
        <a:p>
          <a:r>
            <a:rPr lang="zh-CN" altLang="en-US" sz="2400" b="0" dirty="0">
              <a:latin typeface="KaiTi" panose="02010609060101010101" pitchFamily="49" charset="-122"/>
              <a:ea typeface="KaiTi" panose="02010609060101010101" pitchFamily="49" charset="-122"/>
            </a:rPr>
            <a:t>编码阶段</a:t>
          </a:r>
        </a:p>
      </dgm:t>
    </dgm:pt>
    <dgm:pt modelId="{A899F7B0-0239-C342-A875-44D74CC6F1CE}" type="parTrans" cxnId="{6A4E1329-ECBC-094B-BA59-F994173DAA50}">
      <dgm:prSet/>
      <dgm:spPr/>
      <dgm:t>
        <a:bodyPr/>
        <a:lstStyle/>
        <a:p>
          <a:endParaRPr lang="zh-CN" altLang="en-US" sz="2400" b="0">
            <a:latin typeface="KaiTi" panose="02010609060101010101" pitchFamily="49" charset="-122"/>
            <a:ea typeface="KaiTi" panose="02010609060101010101" pitchFamily="49" charset="-122"/>
          </a:endParaRPr>
        </a:p>
      </dgm:t>
    </dgm:pt>
    <dgm:pt modelId="{54373B6D-71BE-A840-9278-E7B6DB71F71A}" type="sibTrans" cxnId="{6A4E1329-ECBC-094B-BA59-F994173DAA50}">
      <dgm:prSet/>
      <dgm:spPr/>
      <dgm:t>
        <a:bodyPr/>
        <a:lstStyle/>
        <a:p>
          <a:endParaRPr lang="zh-CN" altLang="en-US" sz="2400" b="0">
            <a:latin typeface="KaiTi" panose="02010609060101010101" pitchFamily="49" charset="-122"/>
            <a:ea typeface="KaiTi" panose="02010609060101010101" pitchFamily="49" charset="-122"/>
          </a:endParaRPr>
        </a:p>
      </dgm:t>
    </dgm:pt>
    <dgm:pt modelId="{ADA8871C-9A2B-FB44-A107-1E8BD3FE0B3E}">
      <dgm:prSet custT="1"/>
      <dgm:spPr/>
      <dgm:t>
        <a:bodyPr/>
        <a:lstStyle/>
        <a:p>
          <a:r>
            <a:rPr lang="zh-CN" altLang="zh-CN" sz="2400" b="0">
              <a:latin typeface="KaiTi" panose="02010609060101010101" pitchFamily="49" charset="-122"/>
              <a:ea typeface="KaiTi" panose="02010609060101010101" pitchFamily="49" charset="-122"/>
            </a:rPr>
            <a:t>需求</a:t>
          </a:r>
          <a:r>
            <a:rPr lang="zh-CN" altLang="zh-CN" sz="2400" b="0" dirty="0">
              <a:latin typeface="KaiTi" panose="02010609060101010101" pitchFamily="49" charset="-122"/>
              <a:ea typeface="KaiTi" panose="02010609060101010101" pitchFamily="49" charset="-122"/>
            </a:rPr>
            <a:t>分析阶段</a:t>
          </a:r>
        </a:p>
      </dgm:t>
    </dgm:pt>
    <dgm:pt modelId="{D2E013D6-CF72-C14A-9921-FE7D9CDA29B2}" type="parTrans" cxnId="{755A2E09-50D4-1442-8950-C05693AC14CF}">
      <dgm:prSet/>
      <dgm:spPr/>
      <dgm:t>
        <a:bodyPr/>
        <a:lstStyle/>
        <a:p>
          <a:endParaRPr lang="zh-CN" altLang="en-US" sz="2400" b="0">
            <a:latin typeface="KaiTi" panose="02010609060101010101" pitchFamily="49" charset="-122"/>
            <a:ea typeface="KaiTi" panose="02010609060101010101" pitchFamily="49" charset="-122"/>
          </a:endParaRPr>
        </a:p>
      </dgm:t>
    </dgm:pt>
    <dgm:pt modelId="{D8E5EEC7-5C52-E54E-8D12-94C735B8D0A2}" type="sibTrans" cxnId="{755A2E09-50D4-1442-8950-C05693AC14CF}">
      <dgm:prSet/>
      <dgm:spPr/>
      <dgm:t>
        <a:bodyPr/>
        <a:lstStyle/>
        <a:p>
          <a:endParaRPr lang="zh-CN" altLang="en-US" sz="2400" b="0">
            <a:latin typeface="KaiTi" panose="02010609060101010101" pitchFamily="49" charset="-122"/>
            <a:ea typeface="KaiTi" panose="02010609060101010101" pitchFamily="49" charset="-122"/>
          </a:endParaRPr>
        </a:p>
      </dgm:t>
    </dgm:pt>
    <dgm:pt modelId="{EA1B94A0-5D68-704F-9329-D7C95267255C}">
      <dgm:prSet custT="1"/>
      <dgm:spPr/>
      <dgm:t>
        <a:bodyPr/>
        <a:lstStyle/>
        <a:p>
          <a:r>
            <a:rPr lang="zh-CN" altLang="zh-CN" sz="2400" b="0" dirty="0">
              <a:latin typeface="KaiTi" panose="02010609060101010101" pitchFamily="49" charset="-122"/>
              <a:ea typeface="KaiTi" panose="02010609060101010101" pitchFamily="49" charset="-122"/>
            </a:rPr>
            <a:t>运行维护阶段</a:t>
          </a:r>
          <a:endParaRPr lang="en-US" altLang="zh-CN" sz="2400" b="0" dirty="0">
            <a:latin typeface="KaiTi" panose="02010609060101010101" pitchFamily="49" charset="-122"/>
            <a:ea typeface="KaiTi" panose="02010609060101010101" pitchFamily="49" charset="-122"/>
          </a:endParaRPr>
        </a:p>
      </dgm:t>
    </dgm:pt>
    <dgm:pt modelId="{E2A771CE-B24A-664D-8285-5641D6D038B8}" type="parTrans" cxnId="{94213007-E34C-7A4F-842D-C24CE00F0DDE}">
      <dgm:prSet/>
      <dgm:spPr/>
      <dgm:t>
        <a:bodyPr/>
        <a:lstStyle/>
        <a:p>
          <a:endParaRPr lang="zh-CN" altLang="en-US" sz="2400" b="0">
            <a:latin typeface="KaiTi" panose="02010609060101010101" pitchFamily="49" charset="-122"/>
            <a:ea typeface="KaiTi" panose="02010609060101010101" pitchFamily="49" charset="-122"/>
          </a:endParaRPr>
        </a:p>
      </dgm:t>
    </dgm:pt>
    <dgm:pt modelId="{C7212E5F-44CB-AF45-8138-9C7C43B200B2}" type="sibTrans" cxnId="{94213007-E34C-7A4F-842D-C24CE00F0DDE}">
      <dgm:prSet/>
      <dgm:spPr/>
      <dgm:t>
        <a:bodyPr/>
        <a:lstStyle/>
        <a:p>
          <a:endParaRPr lang="zh-CN" altLang="en-US" sz="2400" b="0">
            <a:latin typeface="KaiTi" panose="02010609060101010101" pitchFamily="49" charset="-122"/>
            <a:ea typeface="KaiTi" panose="02010609060101010101" pitchFamily="49" charset="-122"/>
          </a:endParaRPr>
        </a:p>
      </dgm:t>
    </dgm:pt>
    <dgm:pt modelId="{3275E7C1-7D20-644F-B338-1F5592C43119}" type="pres">
      <dgm:prSet presAssocID="{2EFDBC47-1F8B-0A43-A9F4-DAE42218D853}" presName="Name0" presStyleCnt="0">
        <dgm:presLayoutVars>
          <dgm:dir/>
          <dgm:resizeHandles val="exact"/>
        </dgm:presLayoutVars>
      </dgm:prSet>
      <dgm:spPr/>
    </dgm:pt>
    <dgm:pt modelId="{4D640A45-E628-574D-8452-B3AE7CB34E9A}" type="pres">
      <dgm:prSet presAssocID="{92C6A736-E8A0-3C4C-850E-9D5B6191E50B}" presName="Name5" presStyleLbl="vennNode1" presStyleIdx="0" presStyleCnt="6">
        <dgm:presLayoutVars>
          <dgm:bulletEnabled val="1"/>
        </dgm:presLayoutVars>
      </dgm:prSet>
      <dgm:spPr/>
    </dgm:pt>
    <dgm:pt modelId="{4F2C1AC5-FA24-E34A-B327-0EC00A3B835F}" type="pres">
      <dgm:prSet presAssocID="{24038ADF-E479-EC49-A4A3-448B4C6FFD6F}" presName="space" presStyleCnt="0"/>
      <dgm:spPr/>
    </dgm:pt>
    <dgm:pt modelId="{EA403AEC-EE1F-394C-8720-C3BD6FA073A2}" type="pres">
      <dgm:prSet presAssocID="{ADA8871C-9A2B-FB44-A107-1E8BD3FE0B3E}" presName="Name5" presStyleLbl="vennNode1" presStyleIdx="1" presStyleCnt="6">
        <dgm:presLayoutVars>
          <dgm:bulletEnabled val="1"/>
        </dgm:presLayoutVars>
      </dgm:prSet>
      <dgm:spPr/>
    </dgm:pt>
    <dgm:pt modelId="{1AD5020A-7F3D-EF40-8821-6D8ADDD94103}" type="pres">
      <dgm:prSet presAssocID="{D8E5EEC7-5C52-E54E-8D12-94C735B8D0A2}" presName="space" presStyleCnt="0"/>
      <dgm:spPr/>
    </dgm:pt>
    <dgm:pt modelId="{8D5A05D0-FFF8-7545-A34E-56A306D38CC1}" type="pres">
      <dgm:prSet presAssocID="{F5996CB1-8109-4949-9090-664C2424F134}" presName="Name5" presStyleLbl="vennNode1" presStyleIdx="2" presStyleCnt="6">
        <dgm:presLayoutVars>
          <dgm:bulletEnabled val="1"/>
        </dgm:presLayoutVars>
      </dgm:prSet>
      <dgm:spPr/>
    </dgm:pt>
    <dgm:pt modelId="{6F77BE78-60E0-F243-A80D-452753EDA7D3}" type="pres">
      <dgm:prSet presAssocID="{54870716-B925-A64B-AB1B-7F40D131C3F7}" presName="space" presStyleCnt="0"/>
      <dgm:spPr/>
    </dgm:pt>
    <dgm:pt modelId="{4452A764-182B-0041-BB8C-47F1A3A2B06E}" type="pres">
      <dgm:prSet presAssocID="{DDEB6620-12CE-CE41-A4ED-FE9A9388254C}" presName="Name5" presStyleLbl="vennNode1" presStyleIdx="3" presStyleCnt="6">
        <dgm:presLayoutVars>
          <dgm:bulletEnabled val="1"/>
        </dgm:presLayoutVars>
      </dgm:prSet>
      <dgm:spPr/>
    </dgm:pt>
    <dgm:pt modelId="{9A33418C-3A77-CD4E-A21E-0D011529311D}" type="pres">
      <dgm:prSet presAssocID="{54373B6D-71BE-A840-9278-E7B6DB71F71A}" presName="space" presStyleCnt="0"/>
      <dgm:spPr/>
    </dgm:pt>
    <dgm:pt modelId="{83E88F3E-A9ED-0B4D-806F-A10DFC4A4FEF}" type="pres">
      <dgm:prSet presAssocID="{8E66EE3E-DA9C-3547-A4DA-B4682BE0B246}" presName="Name5" presStyleLbl="vennNode1" presStyleIdx="4" presStyleCnt="6">
        <dgm:presLayoutVars>
          <dgm:bulletEnabled val="1"/>
        </dgm:presLayoutVars>
      </dgm:prSet>
      <dgm:spPr/>
    </dgm:pt>
    <dgm:pt modelId="{BDA0641B-0EF8-4341-B528-3AA183E85C8C}" type="pres">
      <dgm:prSet presAssocID="{796C4B99-6E4A-8C4C-B023-FB9B8CEE66D5}" presName="space" presStyleCnt="0"/>
      <dgm:spPr/>
    </dgm:pt>
    <dgm:pt modelId="{EE476A54-7819-B940-A2CC-7BE2345FAC12}" type="pres">
      <dgm:prSet presAssocID="{EA1B94A0-5D68-704F-9329-D7C95267255C}" presName="Name5" presStyleLbl="vennNode1" presStyleIdx="5" presStyleCnt="6">
        <dgm:presLayoutVars>
          <dgm:bulletEnabled val="1"/>
        </dgm:presLayoutVars>
      </dgm:prSet>
      <dgm:spPr/>
    </dgm:pt>
  </dgm:ptLst>
  <dgm:cxnLst>
    <dgm:cxn modelId="{B4B69204-4B0B-C54A-9DB9-F9E61DD19E3D}" srcId="{2EFDBC47-1F8B-0A43-A9F4-DAE42218D853}" destId="{8E66EE3E-DA9C-3547-A4DA-B4682BE0B246}" srcOrd="4" destOrd="0" parTransId="{C59657A5-EA68-2349-B261-7CA11A62BBFA}" sibTransId="{796C4B99-6E4A-8C4C-B023-FB9B8CEE66D5}"/>
    <dgm:cxn modelId="{94213007-E34C-7A4F-842D-C24CE00F0DDE}" srcId="{2EFDBC47-1F8B-0A43-A9F4-DAE42218D853}" destId="{EA1B94A0-5D68-704F-9329-D7C95267255C}" srcOrd="5" destOrd="0" parTransId="{E2A771CE-B24A-664D-8285-5641D6D038B8}" sibTransId="{C7212E5F-44CB-AF45-8138-9C7C43B200B2}"/>
    <dgm:cxn modelId="{755A2E09-50D4-1442-8950-C05693AC14CF}" srcId="{2EFDBC47-1F8B-0A43-A9F4-DAE42218D853}" destId="{ADA8871C-9A2B-FB44-A107-1E8BD3FE0B3E}" srcOrd="1" destOrd="0" parTransId="{D2E013D6-CF72-C14A-9921-FE7D9CDA29B2}" sibTransId="{D8E5EEC7-5C52-E54E-8D12-94C735B8D0A2}"/>
    <dgm:cxn modelId="{C323AE0D-0F7B-4384-93A0-77CA11BBEBFF}" type="presOf" srcId="{8E66EE3E-DA9C-3547-A4DA-B4682BE0B246}" destId="{83E88F3E-A9ED-0B4D-806F-A10DFC4A4FEF}" srcOrd="0" destOrd="0" presId="urn:microsoft.com/office/officeart/2005/8/layout/venn3"/>
    <dgm:cxn modelId="{6A4E1329-ECBC-094B-BA59-F994173DAA50}" srcId="{2EFDBC47-1F8B-0A43-A9F4-DAE42218D853}" destId="{DDEB6620-12CE-CE41-A4ED-FE9A9388254C}" srcOrd="3" destOrd="0" parTransId="{A899F7B0-0239-C342-A875-44D74CC6F1CE}" sibTransId="{54373B6D-71BE-A840-9278-E7B6DB71F71A}"/>
    <dgm:cxn modelId="{F739C42C-1BCE-40B0-89AB-82C32CC80353}" type="presOf" srcId="{92C6A736-E8A0-3C4C-850E-9D5B6191E50B}" destId="{4D640A45-E628-574D-8452-B3AE7CB34E9A}" srcOrd="0" destOrd="0" presId="urn:microsoft.com/office/officeart/2005/8/layout/venn3"/>
    <dgm:cxn modelId="{560AFC67-5E23-4939-AE3F-DF761243C097}" type="presOf" srcId="{EA1B94A0-5D68-704F-9329-D7C95267255C}" destId="{EE476A54-7819-B940-A2CC-7BE2345FAC12}" srcOrd="0" destOrd="0" presId="urn:microsoft.com/office/officeart/2005/8/layout/venn3"/>
    <dgm:cxn modelId="{53BF706B-0F0B-164D-8732-51F1FCE858EA}" srcId="{2EFDBC47-1F8B-0A43-A9F4-DAE42218D853}" destId="{92C6A736-E8A0-3C4C-850E-9D5B6191E50B}" srcOrd="0" destOrd="0" parTransId="{2E0C60E4-FD26-6340-AD43-6071850ED657}" sibTransId="{24038ADF-E479-EC49-A4A3-448B4C6FFD6F}"/>
    <dgm:cxn modelId="{10532481-1682-9245-A51E-D6C842203725}" srcId="{2EFDBC47-1F8B-0A43-A9F4-DAE42218D853}" destId="{F5996CB1-8109-4949-9090-664C2424F134}" srcOrd="2" destOrd="0" parTransId="{1E3430D7-BAB8-4549-9ECD-14262CB3B399}" sibTransId="{54870716-B925-A64B-AB1B-7F40D131C3F7}"/>
    <dgm:cxn modelId="{4EB71A93-F78A-4B90-BEC3-A96113BE0A2E}" type="presOf" srcId="{2EFDBC47-1F8B-0A43-A9F4-DAE42218D853}" destId="{3275E7C1-7D20-644F-B338-1F5592C43119}" srcOrd="0" destOrd="0" presId="urn:microsoft.com/office/officeart/2005/8/layout/venn3"/>
    <dgm:cxn modelId="{9ED6B095-934F-4978-8D54-0048B7654DE6}" type="presOf" srcId="{DDEB6620-12CE-CE41-A4ED-FE9A9388254C}" destId="{4452A764-182B-0041-BB8C-47F1A3A2B06E}" srcOrd="0" destOrd="0" presId="urn:microsoft.com/office/officeart/2005/8/layout/venn3"/>
    <dgm:cxn modelId="{9DDDFB96-B3F2-4B03-93A2-55B6B20D24C8}" type="presOf" srcId="{F5996CB1-8109-4949-9090-664C2424F134}" destId="{8D5A05D0-FFF8-7545-A34E-56A306D38CC1}" srcOrd="0" destOrd="0" presId="urn:microsoft.com/office/officeart/2005/8/layout/venn3"/>
    <dgm:cxn modelId="{42C898AF-A9C9-408D-B04D-E4D6870B6A38}" type="presOf" srcId="{ADA8871C-9A2B-FB44-A107-1E8BD3FE0B3E}" destId="{EA403AEC-EE1F-394C-8720-C3BD6FA073A2}" srcOrd="0" destOrd="0" presId="urn:microsoft.com/office/officeart/2005/8/layout/venn3"/>
    <dgm:cxn modelId="{90213C8A-7922-4664-97EC-B6A8A3957FD8}" type="presParOf" srcId="{3275E7C1-7D20-644F-B338-1F5592C43119}" destId="{4D640A45-E628-574D-8452-B3AE7CB34E9A}" srcOrd="0" destOrd="0" presId="urn:microsoft.com/office/officeart/2005/8/layout/venn3"/>
    <dgm:cxn modelId="{8ECC175D-A913-43DA-B072-36AB7B1CF26D}" type="presParOf" srcId="{3275E7C1-7D20-644F-B338-1F5592C43119}" destId="{4F2C1AC5-FA24-E34A-B327-0EC00A3B835F}" srcOrd="1" destOrd="0" presId="urn:microsoft.com/office/officeart/2005/8/layout/venn3"/>
    <dgm:cxn modelId="{C2ED15C8-0AEB-4478-BC3A-5A2FDAF35DF5}" type="presParOf" srcId="{3275E7C1-7D20-644F-B338-1F5592C43119}" destId="{EA403AEC-EE1F-394C-8720-C3BD6FA073A2}" srcOrd="2" destOrd="0" presId="urn:microsoft.com/office/officeart/2005/8/layout/venn3"/>
    <dgm:cxn modelId="{DA8E4DBA-2702-4557-B72D-52F8821C3DEB}" type="presParOf" srcId="{3275E7C1-7D20-644F-B338-1F5592C43119}" destId="{1AD5020A-7F3D-EF40-8821-6D8ADDD94103}" srcOrd="3" destOrd="0" presId="urn:microsoft.com/office/officeart/2005/8/layout/venn3"/>
    <dgm:cxn modelId="{0392B519-F4F7-4674-AFF5-C83F7A923A56}" type="presParOf" srcId="{3275E7C1-7D20-644F-B338-1F5592C43119}" destId="{8D5A05D0-FFF8-7545-A34E-56A306D38CC1}" srcOrd="4" destOrd="0" presId="urn:microsoft.com/office/officeart/2005/8/layout/venn3"/>
    <dgm:cxn modelId="{B6ECC4BE-3B4F-4D00-BFC3-92BB20A15C1D}" type="presParOf" srcId="{3275E7C1-7D20-644F-B338-1F5592C43119}" destId="{6F77BE78-60E0-F243-A80D-452753EDA7D3}" srcOrd="5" destOrd="0" presId="urn:microsoft.com/office/officeart/2005/8/layout/venn3"/>
    <dgm:cxn modelId="{623423B0-AB46-4F63-B35A-011380C0158D}" type="presParOf" srcId="{3275E7C1-7D20-644F-B338-1F5592C43119}" destId="{4452A764-182B-0041-BB8C-47F1A3A2B06E}" srcOrd="6" destOrd="0" presId="urn:microsoft.com/office/officeart/2005/8/layout/venn3"/>
    <dgm:cxn modelId="{C5F0A128-0779-411B-AAA5-5DA81AAD2652}" type="presParOf" srcId="{3275E7C1-7D20-644F-B338-1F5592C43119}" destId="{9A33418C-3A77-CD4E-A21E-0D011529311D}" srcOrd="7" destOrd="0" presId="urn:microsoft.com/office/officeart/2005/8/layout/venn3"/>
    <dgm:cxn modelId="{369BC63A-1F97-4DB8-94DD-2872F15236D4}" type="presParOf" srcId="{3275E7C1-7D20-644F-B338-1F5592C43119}" destId="{83E88F3E-A9ED-0B4D-806F-A10DFC4A4FEF}" srcOrd="8" destOrd="0" presId="urn:microsoft.com/office/officeart/2005/8/layout/venn3"/>
    <dgm:cxn modelId="{8C552850-EE9C-481B-90AE-8F255DC127F1}" type="presParOf" srcId="{3275E7C1-7D20-644F-B338-1F5592C43119}" destId="{BDA0641B-0EF8-4341-B528-3AA183E85C8C}" srcOrd="9" destOrd="0" presId="urn:microsoft.com/office/officeart/2005/8/layout/venn3"/>
    <dgm:cxn modelId="{2CCE2C5A-A3DE-4FDA-8898-89F04D5FC1A8}" type="presParOf" srcId="{3275E7C1-7D20-644F-B338-1F5592C43119}" destId="{EE476A54-7819-B940-A2CC-7BE2345FAC12}" srcOrd="1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FDBC47-1F8B-0A43-A9F4-DAE42218D853}" type="doc">
      <dgm:prSet loTypeId="urn:microsoft.com/office/officeart/2005/8/layout/venn3" loCatId="" qsTypeId="urn:microsoft.com/office/officeart/2005/8/quickstyle/simple5" qsCatId="simple" csTypeId="urn:microsoft.com/office/officeart/2005/8/colors/colorful5" csCatId="colorful" phldr="1"/>
      <dgm:spPr/>
      <dgm:t>
        <a:bodyPr/>
        <a:lstStyle/>
        <a:p>
          <a:endParaRPr lang="zh-CN" altLang="en-US"/>
        </a:p>
      </dgm:t>
    </dgm:pt>
    <dgm:pt modelId="{92C6A736-E8A0-3C4C-850E-9D5B6191E50B}">
      <dgm:prSet phldrT="[文本]" custT="1"/>
      <dgm:spPr/>
      <dgm:t>
        <a:bodyPr/>
        <a:lstStyle/>
        <a:p>
          <a:r>
            <a:rPr lang="zh-CN" altLang="en-US" sz="1800" b="0" dirty="0">
              <a:latin typeface="KaiTi" panose="02010609060101010101" pitchFamily="49" charset="-122"/>
              <a:ea typeface="KaiTi" panose="02010609060101010101" pitchFamily="49" charset="-122"/>
            </a:rPr>
            <a:t>计划阶段</a:t>
          </a:r>
        </a:p>
      </dgm:t>
    </dgm:pt>
    <dgm:pt modelId="{2E0C60E4-FD26-6340-AD43-6071850ED657}" type="par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24038ADF-E479-EC49-A4A3-448B4C6FFD6F}" type="sib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8E66EE3E-DA9C-3547-A4DA-B4682BE0B246}">
      <dgm:prSet phldrT="[文本]" custT="1"/>
      <dgm:spPr/>
      <dgm:t>
        <a:bodyPr/>
        <a:lstStyle/>
        <a:p>
          <a:r>
            <a:rPr lang="zh-CN" altLang="en-US" sz="1800" b="0" dirty="0">
              <a:latin typeface="KaiTi" panose="02010609060101010101" pitchFamily="49" charset="-122"/>
              <a:ea typeface="KaiTi" panose="02010609060101010101" pitchFamily="49" charset="-122"/>
            </a:rPr>
            <a:t>测试阶段</a:t>
          </a:r>
        </a:p>
      </dgm:t>
    </dgm:pt>
    <dgm:pt modelId="{C59657A5-EA68-2349-B261-7CA11A62BBFA}" type="par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796C4B99-6E4A-8C4C-B023-FB9B8CEE66D5}" type="sib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F5996CB1-8109-4949-9090-664C2424F134}">
      <dgm:prSet custT="1"/>
      <dgm:spPr/>
      <dgm:t>
        <a:bodyPr/>
        <a:lstStyle/>
        <a:p>
          <a:r>
            <a:rPr lang="zh-CN" altLang="en-US" sz="1800" b="0" dirty="0">
              <a:latin typeface="KaiTi" panose="02010609060101010101" pitchFamily="49" charset="-122"/>
              <a:ea typeface="KaiTi" panose="02010609060101010101" pitchFamily="49" charset="-122"/>
            </a:rPr>
            <a:t>软件设计阶段</a:t>
          </a:r>
        </a:p>
      </dgm:t>
    </dgm:pt>
    <dgm:pt modelId="{1E3430D7-BAB8-4549-9ECD-14262CB3B399}" type="par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54870716-B925-A64B-AB1B-7F40D131C3F7}" type="sib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DDEB6620-12CE-CE41-A4ED-FE9A9388254C}">
      <dgm:prSet custT="1"/>
      <dgm:spPr/>
      <dgm:t>
        <a:bodyPr/>
        <a:lstStyle/>
        <a:p>
          <a:r>
            <a:rPr lang="zh-CN" altLang="en-US" sz="1800" b="0" dirty="0">
              <a:latin typeface="KaiTi" panose="02010609060101010101" pitchFamily="49" charset="-122"/>
              <a:ea typeface="KaiTi" panose="02010609060101010101" pitchFamily="49" charset="-122"/>
            </a:rPr>
            <a:t>编码阶段</a:t>
          </a:r>
        </a:p>
      </dgm:t>
    </dgm:pt>
    <dgm:pt modelId="{A899F7B0-0239-C342-A875-44D74CC6F1CE}" type="par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54373B6D-71BE-A840-9278-E7B6DB71F71A}" type="sib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ADA8871C-9A2B-FB44-A107-1E8BD3FE0B3E}">
      <dgm:prSet custT="1"/>
      <dgm:spPr/>
      <dgm:t>
        <a:bodyPr/>
        <a:lstStyle/>
        <a:p>
          <a:r>
            <a:rPr lang="zh-CN" altLang="zh-CN" sz="1800" b="0">
              <a:latin typeface="KaiTi" panose="02010609060101010101" pitchFamily="49" charset="-122"/>
              <a:ea typeface="KaiTi" panose="02010609060101010101" pitchFamily="49" charset="-122"/>
            </a:rPr>
            <a:t>需求</a:t>
          </a:r>
          <a:r>
            <a:rPr lang="zh-CN" altLang="zh-CN" sz="1800" b="0" dirty="0">
              <a:latin typeface="KaiTi" panose="02010609060101010101" pitchFamily="49" charset="-122"/>
              <a:ea typeface="KaiTi" panose="02010609060101010101" pitchFamily="49" charset="-122"/>
            </a:rPr>
            <a:t>分析阶段</a:t>
          </a:r>
        </a:p>
      </dgm:t>
    </dgm:pt>
    <dgm:pt modelId="{D2E013D6-CF72-C14A-9921-FE7D9CDA29B2}" type="par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D8E5EEC7-5C52-E54E-8D12-94C735B8D0A2}" type="sib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EA1B94A0-5D68-704F-9329-D7C95267255C}">
      <dgm:prSet custT="1"/>
      <dgm:spPr/>
      <dgm:t>
        <a:bodyPr/>
        <a:lstStyle/>
        <a:p>
          <a:r>
            <a:rPr lang="zh-CN" altLang="zh-CN" sz="1800" b="0" dirty="0">
              <a:latin typeface="KaiTi" panose="02010609060101010101" pitchFamily="49" charset="-122"/>
              <a:ea typeface="KaiTi" panose="02010609060101010101" pitchFamily="49" charset="-122"/>
            </a:rPr>
            <a:t>运行维护阶段</a:t>
          </a:r>
          <a:endParaRPr lang="en-US" altLang="zh-CN" sz="1800" b="0" dirty="0">
            <a:latin typeface="KaiTi" panose="02010609060101010101" pitchFamily="49" charset="-122"/>
            <a:ea typeface="KaiTi" panose="02010609060101010101" pitchFamily="49" charset="-122"/>
          </a:endParaRPr>
        </a:p>
      </dgm:t>
    </dgm:pt>
    <dgm:pt modelId="{E2A771CE-B24A-664D-8285-5641D6D038B8}" type="par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C7212E5F-44CB-AF45-8138-9C7C43B200B2}" type="sib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3275E7C1-7D20-644F-B338-1F5592C43119}" type="pres">
      <dgm:prSet presAssocID="{2EFDBC47-1F8B-0A43-A9F4-DAE42218D853}" presName="Name0" presStyleCnt="0">
        <dgm:presLayoutVars>
          <dgm:dir/>
          <dgm:resizeHandles val="exact"/>
        </dgm:presLayoutVars>
      </dgm:prSet>
      <dgm:spPr/>
    </dgm:pt>
    <dgm:pt modelId="{4D640A45-E628-574D-8452-B3AE7CB34E9A}" type="pres">
      <dgm:prSet presAssocID="{92C6A736-E8A0-3C4C-850E-9D5B6191E50B}" presName="Name5" presStyleLbl="vennNode1" presStyleIdx="0" presStyleCnt="6">
        <dgm:presLayoutVars>
          <dgm:bulletEnabled val="1"/>
        </dgm:presLayoutVars>
      </dgm:prSet>
      <dgm:spPr/>
    </dgm:pt>
    <dgm:pt modelId="{4F2C1AC5-FA24-E34A-B327-0EC00A3B835F}" type="pres">
      <dgm:prSet presAssocID="{24038ADF-E479-EC49-A4A3-448B4C6FFD6F}" presName="space" presStyleCnt="0"/>
      <dgm:spPr/>
    </dgm:pt>
    <dgm:pt modelId="{EA403AEC-EE1F-394C-8720-C3BD6FA073A2}" type="pres">
      <dgm:prSet presAssocID="{ADA8871C-9A2B-FB44-A107-1E8BD3FE0B3E}" presName="Name5" presStyleLbl="vennNode1" presStyleIdx="1" presStyleCnt="6">
        <dgm:presLayoutVars>
          <dgm:bulletEnabled val="1"/>
        </dgm:presLayoutVars>
      </dgm:prSet>
      <dgm:spPr/>
    </dgm:pt>
    <dgm:pt modelId="{1AD5020A-7F3D-EF40-8821-6D8ADDD94103}" type="pres">
      <dgm:prSet presAssocID="{D8E5EEC7-5C52-E54E-8D12-94C735B8D0A2}" presName="space" presStyleCnt="0"/>
      <dgm:spPr/>
    </dgm:pt>
    <dgm:pt modelId="{8D5A05D0-FFF8-7545-A34E-56A306D38CC1}" type="pres">
      <dgm:prSet presAssocID="{F5996CB1-8109-4949-9090-664C2424F134}" presName="Name5" presStyleLbl="vennNode1" presStyleIdx="2" presStyleCnt="6">
        <dgm:presLayoutVars>
          <dgm:bulletEnabled val="1"/>
        </dgm:presLayoutVars>
      </dgm:prSet>
      <dgm:spPr/>
    </dgm:pt>
    <dgm:pt modelId="{6F77BE78-60E0-F243-A80D-452753EDA7D3}" type="pres">
      <dgm:prSet presAssocID="{54870716-B925-A64B-AB1B-7F40D131C3F7}" presName="space" presStyleCnt="0"/>
      <dgm:spPr/>
    </dgm:pt>
    <dgm:pt modelId="{4452A764-182B-0041-BB8C-47F1A3A2B06E}" type="pres">
      <dgm:prSet presAssocID="{DDEB6620-12CE-CE41-A4ED-FE9A9388254C}" presName="Name5" presStyleLbl="vennNode1" presStyleIdx="3" presStyleCnt="6">
        <dgm:presLayoutVars>
          <dgm:bulletEnabled val="1"/>
        </dgm:presLayoutVars>
      </dgm:prSet>
      <dgm:spPr/>
    </dgm:pt>
    <dgm:pt modelId="{9A33418C-3A77-CD4E-A21E-0D011529311D}" type="pres">
      <dgm:prSet presAssocID="{54373B6D-71BE-A840-9278-E7B6DB71F71A}" presName="space" presStyleCnt="0"/>
      <dgm:spPr/>
    </dgm:pt>
    <dgm:pt modelId="{83E88F3E-A9ED-0B4D-806F-A10DFC4A4FEF}" type="pres">
      <dgm:prSet presAssocID="{8E66EE3E-DA9C-3547-A4DA-B4682BE0B246}" presName="Name5" presStyleLbl="vennNode1" presStyleIdx="4" presStyleCnt="6">
        <dgm:presLayoutVars>
          <dgm:bulletEnabled val="1"/>
        </dgm:presLayoutVars>
      </dgm:prSet>
      <dgm:spPr/>
    </dgm:pt>
    <dgm:pt modelId="{BDA0641B-0EF8-4341-B528-3AA183E85C8C}" type="pres">
      <dgm:prSet presAssocID="{796C4B99-6E4A-8C4C-B023-FB9B8CEE66D5}" presName="space" presStyleCnt="0"/>
      <dgm:spPr/>
    </dgm:pt>
    <dgm:pt modelId="{EE476A54-7819-B940-A2CC-7BE2345FAC12}" type="pres">
      <dgm:prSet presAssocID="{EA1B94A0-5D68-704F-9329-D7C95267255C}" presName="Name5" presStyleLbl="vennNode1" presStyleIdx="5" presStyleCnt="6">
        <dgm:presLayoutVars>
          <dgm:bulletEnabled val="1"/>
        </dgm:presLayoutVars>
      </dgm:prSet>
      <dgm:spPr/>
    </dgm:pt>
  </dgm:ptLst>
  <dgm:cxnLst>
    <dgm:cxn modelId="{B4B69204-4B0B-C54A-9DB9-F9E61DD19E3D}" srcId="{2EFDBC47-1F8B-0A43-A9F4-DAE42218D853}" destId="{8E66EE3E-DA9C-3547-A4DA-B4682BE0B246}" srcOrd="4" destOrd="0" parTransId="{C59657A5-EA68-2349-B261-7CA11A62BBFA}" sibTransId="{796C4B99-6E4A-8C4C-B023-FB9B8CEE66D5}"/>
    <dgm:cxn modelId="{94213007-E34C-7A4F-842D-C24CE00F0DDE}" srcId="{2EFDBC47-1F8B-0A43-A9F4-DAE42218D853}" destId="{EA1B94A0-5D68-704F-9329-D7C95267255C}" srcOrd="5" destOrd="0" parTransId="{E2A771CE-B24A-664D-8285-5641D6D038B8}" sibTransId="{C7212E5F-44CB-AF45-8138-9C7C43B200B2}"/>
    <dgm:cxn modelId="{6C115D07-CCDA-4ADD-ADFB-8FABFFD60909}" type="presOf" srcId="{F5996CB1-8109-4949-9090-664C2424F134}" destId="{8D5A05D0-FFF8-7545-A34E-56A306D38CC1}" srcOrd="0" destOrd="0" presId="urn:microsoft.com/office/officeart/2005/8/layout/venn3"/>
    <dgm:cxn modelId="{755A2E09-50D4-1442-8950-C05693AC14CF}" srcId="{2EFDBC47-1F8B-0A43-A9F4-DAE42218D853}" destId="{ADA8871C-9A2B-FB44-A107-1E8BD3FE0B3E}" srcOrd="1" destOrd="0" parTransId="{D2E013D6-CF72-C14A-9921-FE7D9CDA29B2}" sibTransId="{D8E5EEC7-5C52-E54E-8D12-94C735B8D0A2}"/>
    <dgm:cxn modelId="{2C1BF310-D1ED-4F0A-9CAA-1132C431C95E}" type="presOf" srcId="{8E66EE3E-DA9C-3547-A4DA-B4682BE0B246}" destId="{83E88F3E-A9ED-0B4D-806F-A10DFC4A4FEF}" srcOrd="0" destOrd="0" presId="urn:microsoft.com/office/officeart/2005/8/layout/venn3"/>
    <dgm:cxn modelId="{33857623-1606-49EA-AB6C-511FA3F9FCDD}" type="presOf" srcId="{2EFDBC47-1F8B-0A43-A9F4-DAE42218D853}" destId="{3275E7C1-7D20-644F-B338-1F5592C43119}" srcOrd="0" destOrd="0" presId="urn:microsoft.com/office/officeart/2005/8/layout/venn3"/>
    <dgm:cxn modelId="{6A4E1329-ECBC-094B-BA59-F994173DAA50}" srcId="{2EFDBC47-1F8B-0A43-A9F4-DAE42218D853}" destId="{DDEB6620-12CE-CE41-A4ED-FE9A9388254C}" srcOrd="3" destOrd="0" parTransId="{A899F7B0-0239-C342-A875-44D74CC6F1CE}" sibTransId="{54373B6D-71BE-A840-9278-E7B6DB71F71A}"/>
    <dgm:cxn modelId="{53BF706B-0F0B-164D-8732-51F1FCE858EA}" srcId="{2EFDBC47-1F8B-0A43-A9F4-DAE42218D853}" destId="{92C6A736-E8A0-3C4C-850E-9D5B6191E50B}" srcOrd="0" destOrd="0" parTransId="{2E0C60E4-FD26-6340-AD43-6071850ED657}" sibTransId="{24038ADF-E479-EC49-A4A3-448B4C6FFD6F}"/>
    <dgm:cxn modelId="{10532481-1682-9245-A51E-D6C842203725}" srcId="{2EFDBC47-1F8B-0A43-A9F4-DAE42218D853}" destId="{F5996CB1-8109-4949-9090-664C2424F134}" srcOrd="2" destOrd="0" parTransId="{1E3430D7-BAB8-4549-9ECD-14262CB3B399}" sibTransId="{54870716-B925-A64B-AB1B-7F40D131C3F7}"/>
    <dgm:cxn modelId="{63D98695-3BC9-44CF-A5A3-E27AAAFED5C9}" type="presOf" srcId="{ADA8871C-9A2B-FB44-A107-1E8BD3FE0B3E}" destId="{EA403AEC-EE1F-394C-8720-C3BD6FA073A2}" srcOrd="0" destOrd="0" presId="urn:microsoft.com/office/officeart/2005/8/layout/venn3"/>
    <dgm:cxn modelId="{A45B0AA2-DACD-46BB-A4E7-2BF91EAB1EF5}" type="presOf" srcId="{EA1B94A0-5D68-704F-9329-D7C95267255C}" destId="{EE476A54-7819-B940-A2CC-7BE2345FAC12}" srcOrd="0" destOrd="0" presId="urn:microsoft.com/office/officeart/2005/8/layout/venn3"/>
    <dgm:cxn modelId="{72E114CD-7CCE-4BD3-A299-CD1B24805E67}" type="presOf" srcId="{92C6A736-E8A0-3C4C-850E-9D5B6191E50B}" destId="{4D640A45-E628-574D-8452-B3AE7CB34E9A}" srcOrd="0" destOrd="0" presId="urn:microsoft.com/office/officeart/2005/8/layout/venn3"/>
    <dgm:cxn modelId="{31FB10D3-5B97-4829-90EC-B24868808A78}" type="presOf" srcId="{DDEB6620-12CE-CE41-A4ED-FE9A9388254C}" destId="{4452A764-182B-0041-BB8C-47F1A3A2B06E}" srcOrd="0" destOrd="0" presId="urn:microsoft.com/office/officeart/2005/8/layout/venn3"/>
    <dgm:cxn modelId="{10FCB2EA-68BB-4AE5-B4BB-7AC23FC99515}" type="presParOf" srcId="{3275E7C1-7D20-644F-B338-1F5592C43119}" destId="{4D640A45-E628-574D-8452-B3AE7CB34E9A}" srcOrd="0" destOrd="0" presId="urn:microsoft.com/office/officeart/2005/8/layout/venn3"/>
    <dgm:cxn modelId="{C167664B-223F-40D3-BFC7-78A26EB544CF}" type="presParOf" srcId="{3275E7C1-7D20-644F-B338-1F5592C43119}" destId="{4F2C1AC5-FA24-E34A-B327-0EC00A3B835F}" srcOrd="1" destOrd="0" presId="urn:microsoft.com/office/officeart/2005/8/layout/venn3"/>
    <dgm:cxn modelId="{F40424DD-CA19-441C-9032-06663185BE18}" type="presParOf" srcId="{3275E7C1-7D20-644F-B338-1F5592C43119}" destId="{EA403AEC-EE1F-394C-8720-C3BD6FA073A2}" srcOrd="2" destOrd="0" presId="urn:microsoft.com/office/officeart/2005/8/layout/venn3"/>
    <dgm:cxn modelId="{1DE63DB8-C6BC-49B3-81BA-8979EE715253}" type="presParOf" srcId="{3275E7C1-7D20-644F-B338-1F5592C43119}" destId="{1AD5020A-7F3D-EF40-8821-6D8ADDD94103}" srcOrd="3" destOrd="0" presId="urn:microsoft.com/office/officeart/2005/8/layout/venn3"/>
    <dgm:cxn modelId="{FA69C8AA-CBA5-44BC-AC28-C0D2798A3B7F}" type="presParOf" srcId="{3275E7C1-7D20-644F-B338-1F5592C43119}" destId="{8D5A05D0-FFF8-7545-A34E-56A306D38CC1}" srcOrd="4" destOrd="0" presId="urn:microsoft.com/office/officeart/2005/8/layout/venn3"/>
    <dgm:cxn modelId="{FE85EA1E-FAB8-4585-AB0F-97D43ACEA68C}" type="presParOf" srcId="{3275E7C1-7D20-644F-B338-1F5592C43119}" destId="{6F77BE78-60E0-F243-A80D-452753EDA7D3}" srcOrd="5" destOrd="0" presId="urn:microsoft.com/office/officeart/2005/8/layout/venn3"/>
    <dgm:cxn modelId="{60D8FA5D-CD07-407E-AE72-274FFF271F3C}" type="presParOf" srcId="{3275E7C1-7D20-644F-B338-1F5592C43119}" destId="{4452A764-182B-0041-BB8C-47F1A3A2B06E}" srcOrd="6" destOrd="0" presId="urn:microsoft.com/office/officeart/2005/8/layout/venn3"/>
    <dgm:cxn modelId="{57F93785-FCAF-48A3-A761-A47B608FA346}" type="presParOf" srcId="{3275E7C1-7D20-644F-B338-1F5592C43119}" destId="{9A33418C-3A77-CD4E-A21E-0D011529311D}" srcOrd="7" destOrd="0" presId="urn:microsoft.com/office/officeart/2005/8/layout/venn3"/>
    <dgm:cxn modelId="{7F1629E1-C2AB-4C04-9E4C-DFDF8F7DCC22}" type="presParOf" srcId="{3275E7C1-7D20-644F-B338-1F5592C43119}" destId="{83E88F3E-A9ED-0B4D-806F-A10DFC4A4FEF}" srcOrd="8" destOrd="0" presId="urn:microsoft.com/office/officeart/2005/8/layout/venn3"/>
    <dgm:cxn modelId="{86FBB5A8-718E-47AC-961C-5E19B24F10E9}" type="presParOf" srcId="{3275E7C1-7D20-644F-B338-1F5592C43119}" destId="{BDA0641B-0EF8-4341-B528-3AA183E85C8C}" srcOrd="9" destOrd="0" presId="urn:microsoft.com/office/officeart/2005/8/layout/venn3"/>
    <dgm:cxn modelId="{252D908B-6679-4174-8E9E-A5218489AD0B}" type="presParOf" srcId="{3275E7C1-7D20-644F-B338-1F5592C43119}" destId="{EE476A54-7819-B940-A2CC-7BE2345FAC12}" srcOrd="1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FDBC47-1F8B-0A43-A9F4-DAE42218D853}" type="doc">
      <dgm:prSet loTypeId="urn:microsoft.com/office/officeart/2005/8/layout/venn3" loCatId="" qsTypeId="urn:microsoft.com/office/officeart/2005/8/quickstyle/simple5" qsCatId="simple" csTypeId="urn:microsoft.com/office/officeart/2005/8/colors/colorful5" csCatId="colorful" phldr="1"/>
      <dgm:spPr/>
      <dgm:t>
        <a:bodyPr/>
        <a:lstStyle/>
        <a:p>
          <a:endParaRPr lang="zh-CN" altLang="en-US"/>
        </a:p>
      </dgm:t>
    </dgm:pt>
    <dgm:pt modelId="{92C6A736-E8A0-3C4C-850E-9D5B6191E50B}">
      <dgm:prSet phldrT="[文本]" custT="1"/>
      <dgm:spPr/>
      <dgm:t>
        <a:bodyPr/>
        <a:lstStyle/>
        <a:p>
          <a:r>
            <a:rPr lang="zh-CN" altLang="en-US" sz="1800" b="0" dirty="0">
              <a:latin typeface="KaiTi" panose="02010609060101010101" pitchFamily="49" charset="-122"/>
              <a:ea typeface="KaiTi" panose="02010609060101010101" pitchFamily="49" charset="-122"/>
            </a:rPr>
            <a:t>计划阶段</a:t>
          </a:r>
        </a:p>
      </dgm:t>
    </dgm:pt>
    <dgm:pt modelId="{2E0C60E4-FD26-6340-AD43-6071850ED657}" type="par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24038ADF-E479-EC49-A4A3-448B4C6FFD6F}" type="sib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8E66EE3E-DA9C-3547-A4DA-B4682BE0B246}">
      <dgm:prSet phldrT="[文本]" custT="1"/>
      <dgm:spPr/>
      <dgm:t>
        <a:bodyPr/>
        <a:lstStyle/>
        <a:p>
          <a:r>
            <a:rPr lang="zh-CN" altLang="en-US" sz="1800" b="0" dirty="0">
              <a:latin typeface="KaiTi" panose="02010609060101010101" pitchFamily="49" charset="-122"/>
              <a:ea typeface="KaiTi" panose="02010609060101010101" pitchFamily="49" charset="-122"/>
            </a:rPr>
            <a:t>测试阶段</a:t>
          </a:r>
        </a:p>
      </dgm:t>
    </dgm:pt>
    <dgm:pt modelId="{C59657A5-EA68-2349-B261-7CA11A62BBFA}" type="par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796C4B99-6E4A-8C4C-B023-FB9B8CEE66D5}" type="sib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F5996CB1-8109-4949-9090-664C2424F134}">
      <dgm:prSet custT="1"/>
      <dgm:spPr/>
      <dgm:t>
        <a:bodyPr/>
        <a:lstStyle/>
        <a:p>
          <a:r>
            <a:rPr lang="zh-CN" altLang="en-US" sz="1800" b="0" dirty="0">
              <a:latin typeface="KaiTi" panose="02010609060101010101" pitchFamily="49" charset="-122"/>
              <a:ea typeface="KaiTi" panose="02010609060101010101" pitchFamily="49" charset="-122"/>
            </a:rPr>
            <a:t>软件设计阶段</a:t>
          </a:r>
        </a:p>
      </dgm:t>
    </dgm:pt>
    <dgm:pt modelId="{1E3430D7-BAB8-4549-9ECD-14262CB3B399}" type="par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54870716-B925-A64B-AB1B-7F40D131C3F7}" type="sib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DDEB6620-12CE-CE41-A4ED-FE9A9388254C}">
      <dgm:prSet custT="1"/>
      <dgm:spPr/>
      <dgm:t>
        <a:bodyPr/>
        <a:lstStyle/>
        <a:p>
          <a:r>
            <a:rPr lang="zh-CN" altLang="en-US" sz="1800" b="0" dirty="0">
              <a:latin typeface="KaiTi" panose="02010609060101010101" pitchFamily="49" charset="-122"/>
              <a:ea typeface="KaiTi" panose="02010609060101010101" pitchFamily="49" charset="-122"/>
            </a:rPr>
            <a:t>编码阶段</a:t>
          </a:r>
        </a:p>
      </dgm:t>
    </dgm:pt>
    <dgm:pt modelId="{A899F7B0-0239-C342-A875-44D74CC6F1CE}" type="par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54373B6D-71BE-A840-9278-E7B6DB71F71A}" type="sib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ADA8871C-9A2B-FB44-A107-1E8BD3FE0B3E}">
      <dgm:prSet custT="1"/>
      <dgm:spPr/>
      <dgm:t>
        <a:bodyPr/>
        <a:lstStyle/>
        <a:p>
          <a:r>
            <a:rPr lang="zh-CN" altLang="zh-CN" sz="1800" b="0">
              <a:latin typeface="KaiTi" panose="02010609060101010101" pitchFamily="49" charset="-122"/>
              <a:ea typeface="KaiTi" panose="02010609060101010101" pitchFamily="49" charset="-122"/>
            </a:rPr>
            <a:t>需求</a:t>
          </a:r>
          <a:r>
            <a:rPr lang="zh-CN" altLang="zh-CN" sz="1800" b="0" dirty="0">
              <a:latin typeface="KaiTi" panose="02010609060101010101" pitchFamily="49" charset="-122"/>
              <a:ea typeface="KaiTi" panose="02010609060101010101" pitchFamily="49" charset="-122"/>
            </a:rPr>
            <a:t>分析阶段</a:t>
          </a:r>
        </a:p>
      </dgm:t>
    </dgm:pt>
    <dgm:pt modelId="{D2E013D6-CF72-C14A-9921-FE7D9CDA29B2}" type="par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D8E5EEC7-5C52-E54E-8D12-94C735B8D0A2}" type="sib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EA1B94A0-5D68-704F-9329-D7C95267255C}">
      <dgm:prSet custT="1"/>
      <dgm:spPr/>
      <dgm:t>
        <a:bodyPr/>
        <a:lstStyle/>
        <a:p>
          <a:r>
            <a:rPr lang="zh-CN" altLang="zh-CN" sz="1800" b="0" dirty="0">
              <a:latin typeface="KaiTi" panose="02010609060101010101" pitchFamily="49" charset="-122"/>
              <a:ea typeface="KaiTi" panose="02010609060101010101" pitchFamily="49" charset="-122"/>
            </a:rPr>
            <a:t>运行维护阶段</a:t>
          </a:r>
          <a:endParaRPr lang="en-US" altLang="zh-CN" sz="1800" b="0" dirty="0">
            <a:latin typeface="KaiTi" panose="02010609060101010101" pitchFamily="49" charset="-122"/>
            <a:ea typeface="KaiTi" panose="02010609060101010101" pitchFamily="49" charset="-122"/>
          </a:endParaRPr>
        </a:p>
      </dgm:t>
    </dgm:pt>
    <dgm:pt modelId="{E2A771CE-B24A-664D-8285-5641D6D038B8}" type="par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C7212E5F-44CB-AF45-8138-9C7C43B200B2}" type="sib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3275E7C1-7D20-644F-B338-1F5592C43119}" type="pres">
      <dgm:prSet presAssocID="{2EFDBC47-1F8B-0A43-A9F4-DAE42218D853}" presName="Name0" presStyleCnt="0">
        <dgm:presLayoutVars>
          <dgm:dir/>
          <dgm:resizeHandles val="exact"/>
        </dgm:presLayoutVars>
      </dgm:prSet>
      <dgm:spPr/>
    </dgm:pt>
    <dgm:pt modelId="{4D640A45-E628-574D-8452-B3AE7CB34E9A}" type="pres">
      <dgm:prSet presAssocID="{92C6A736-E8A0-3C4C-850E-9D5B6191E50B}" presName="Name5" presStyleLbl="vennNode1" presStyleIdx="0" presStyleCnt="6">
        <dgm:presLayoutVars>
          <dgm:bulletEnabled val="1"/>
        </dgm:presLayoutVars>
      </dgm:prSet>
      <dgm:spPr/>
    </dgm:pt>
    <dgm:pt modelId="{4F2C1AC5-FA24-E34A-B327-0EC00A3B835F}" type="pres">
      <dgm:prSet presAssocID="{24038ADF-E479-EC49-A4A3-448B4C6FFD6F}" presName="space" presStyleCnt="0"/>
      <dgm:spPr/>
    </dgm:pt>
    <dgm:pt modelId="{EA403AEC-EE1F-394C-8720-C3BD6FA073A2}" type="pres">
      <dgm:prSet presAssocID="{ADA8871C-9A2B-FB44-A107-1E8BD3FE0B3E}" presName="Name5" presStyleLbl="vennNode1" presStyleIdx="1" presStyleCnt="6">
        <dgm:presLayoutVars>
          <dgm:bulletEnabled val="1"/>
        </dgm:presLayoutVars>
      </dgm:prSet>
      <dgm:spPr/>
    </dgm:pt>
    <dgm:pt modelId="{1AD5020A-7F3D-EF40-8821-6D8ADDD94103}" type="pres">
      <dgm:prSet presAssocID="{D8E5EEC7-5C52-E54E-8D12-94C735B8D0A2}" presName="space" presStyleCnt="0"/>
      <dgm:spPr/>
    </dgm:pt>
    <dgm:pt modelId="{8D5A05D0-FFF8-7545-A34E-56A306D38CC1}" type="pres">
      <dgm:prSet presAssocID="{F5996CB1-8109-4949-9090-664C2424F134}" presName="Name5" presStyleLbl="vennNode1" presStyleIdx="2" presStyleCnt="6">
        <dgm:presLayoutVars>
          <dgm:bulletEnabled val="1"/>
        </dgm:presLayoutVars>
      </dgm:prSet>
      <dgm:spPr/>
    </dgm:pt>
    <dgm:pt modelId="{6F77BE78-60E0-F243-A80D-452753EDA7D3}" type="pres">
      <dgm:prSet presAssocID="{54870716-B925-A64B-AB1B-7F40D131C3F7}" presName="space" presStyleCnt="0"/>
      <dgm:spPr/>
    </dgm:pt>
    <dgm:pt modelId="{4452A764-182B-0041-BB8C-47F1A3A2B06E}" type="pres">
      <dgm:prSet presAssocID="{DDEB6620-12CE-CE41-A4ED-FE9A9388254C}" presName="Name5" presStyleLbl="vennNode1" presStyleIdx="3" presStyleCnt="6">
        <dgm:presLayoutVars>
          <dgm:bulletEnabled val="1"/>
        </dgm:presLayoutVars>
      </dgm:prSet>
      <dgm:spPr/>
    </dgm:pt>
    <dgm:pt modelId="{9A33418C-3A77-CD4E-A21E-0D011529311D}" type="pres">
      <dgm:prSet presAssocID="{54373B6D-71BE-A840-9278-E7B6DB71F71A}" presName="space" presStyleCnt="0"/>
      <dgm:spPr/>
    </dgm:pt>
    <dgm:pt modelId="{83E88F3E-A9ED-0B4D-806F-A10DFC4A4FEF}" type="pres">
      <dgm:prSet presAssocID="{8E66EE3E-DA9C-3547-A4DA-B4682BE0B246}" presName="Name5" presStyleLbl="vennNode1" presStyleIdx="4" presStyleCnt="6">
        <dgm:presLayoutVars>
          <dgm:bulletEnabled val="1"/>
        </dgm:presLayoutVars>
      </dgm:prSet>
      <dgm:spPr/>
    </dgm:pt>
    <dgm:pt modelId="{BDA0641B-0EF8-4341-B528-3AA183E85C8C}" type="pres">
      <dgm:prSet presAssocID="{796C4B99-6E4A-8C4C-B023-FB9B8CEE66D5}" presName="space" presStyleCnt="0"/>
      <dgm:spPr/>
    </dgm:pt>
    <dgm:pt modelId="{EE476A54-7819-B940-A2CC-7BE2345FAC12}" type="pres">
      <dgm:prSet presAssocID="{EA1B94A0-5D68-704F-9329-D7C95267255C}" presName="Name5" presStyleLbl="vennNode1" presStyleIdx="5" presStyleCnt="6">
        <dgm:presLayoutVars>
          <dgm:bulletEnabled val="1"/>
        </dgm:presLayoutVars>
      </dgm:prSet>
      <dgm:spPr/>
    </dgm:pt>
  </dgm:ptLst>
  <dgm:cxnLst>
    <dgm:cxn modelId="{B4B69204-4B0B-C54A-9DB9-F9E61DD19E3D}" srcId="{2EFDBC47-1F8B-0A43-A9F4-DAE42218D853}" destId="{8E66EE3E-DA9C-3547-A4DA-B4682BE0B246}" srcOrd="4" destOrd="0" parTransId="{C59657A5-EA68-2349-B261-7CA11A62BBFA}" sibTransId="{796C4B99-6E4A-8C4C-B023-FB9B8CEE66D5}"/>
    <dgm:cxn modelId="{94213007-E34C-7A4F-842D-C24CE00F0DDE}" srcId="{2EFDBC47-1F8B-0A43-A9F4-DAE42218D853}" destId="{EA1B94A0-5D68-704F-9329-D7C95267255C}" srcOrd="5" destOrd="0" parTransId="{E2A771CE-B24A-664D-8285-5641D6D038B8}" sibTransId="{C7212E5F-44CB-AF45-8138-9C7C43B200B2}"/>
    <dgm:cxn modelId="{755A2E09-50D4-1442-8950-C05693AC14CF}" srcId="{2EFDBC47-1F8B-0A43-A9F4-DAE42218D853}" destId="{ADA8871C-9A2B-FB44-A107-1E8BD3FE0B3E}" srcOrd="1" destOrd="0" parTransId="{D2E013D6-CF72-C14A-9921-FE7D9CDA29B2}" sibTransId="{D8E5EEC7-5C52-E54E-8D12-94C735B8D0A2}"/>
    <dgm:cxn modelId="{1ED9BD0D-6D2E-48C6-9A62-5F3F2203376F}" type="presOf" srcId="{DDEB6620-12CE-CE41-A4ED-FE9A9388254C}" destId="{4452A764-182B-0041-BB8C-47F1A3A2B06E}" srcOrd="0" destOrd="0" presId="urn:microsoft.com/office/officeart/2005/8/layout/venn3"/>
    <dgm:cxn modelId="{434FA50F-29CE-41DE-84FC-DA6E99C8A86F}" type="presOf" srcId="{92C6A736-E8A0-3C4C-850E-9D5B6191E50B}" destId="{4D640A45-E628-574D-8452-B3AE7CB34E9A}" srcOrd="0" destOrd="0" presId="urn:microsoft.com/office/officeart/2005/8/layout/venn3"/>
    <dgm:cxn modelId="{47C5B41C-98D7-471C-84A2-868CB85C03BC}" type="presOf" srcId="{EA1B94A0-5D68-704F-9329-D7C95267255C}" destId="{EE476A54-7819-B940-A2CC-7BE2345FAC12}" srcOrd="0" destOrd="0" presId="urn:microsoft.com/office/officeart/2005/8/layout/venn3"/>
    <dgm:cxn modelId="{6A4E1329-ECBC-094B-BA59-F994173DAA50}" srcId="{2EFDBC47-1F8B-0A43-A9F4-DAE42218D853}" destId="{DDEB6620-12CE-CE41-A4ED-FE9A9388254C}" srcOrd="3" destOrd="0" parTransId="{A899F7B0-0239-C342-A875-44D74CC6F1CE}" sibTransId="{54373B6D-71BE-A840-9278-E7B6DB71F71A}"/>
    <dgm:cxn modelId="{F798DE3D-8953-4EF2-B8FC-6904EECA9D9D}" type="presOf" srcId="{F5996CB1-8109-4949-9090-664C2424F134}" destId="{8D5A05D0-FFF8-7545-A34E-56A306D38CC1}" srcOrd="0" destOrd="0" presId="urn:microsoft.com/office/officeart/2005/8/layout/venn3"/>
    <dgm:cxn modelId="{53BF706B-0F0B-164D-8732-51F1FCE858EA}" srcId="{2EFDBC47-1F8B-0A43-A9F4-DAE42218D853}" destId="{92C6A736-E8A0-3C4C-850E-9D5B6191E50B}" srcOrd="0" destOrd="0" parTransId="{2E0C60E4-FD26-6340-AD43-6071850ED657}" sibTransId="{24038ADF-E479-EC49-A4A3-448B4C6FFD6F}"/>
    <dgm:cxn modelId="{720F7773-BEE4-47F6-B592-07DFCDB54789}" type="presOf" srcId="{2EFDBC47-1F8B-0A43-A9F4-DAE42218D853}" destId="{3275E7C1-7D20-644F-B338-1F5592C43119}" srcOrd="0" destOrd="0" presId="urn:microsoft.com/office/officeart/2005/8/layout/venn3"/>
    <dgm:cxn modelId="{10532481-1682-9245-A51E-D6C842203725}" srcId="{2EFDBC47-1F8B-0A43-A9F4-DAE42218D853}" destId="{F5996CB1-8109-4949-9090-664C2424F134}" srcOrd="2" destOrd="0" parTransId="{1E3430D7-BAB8-4549-9ECD-14262CB3B399}" sibTransId="{54870716-B925-A64B-AB1B-7F40D131C3F7}"/>
    <dgm:cxn modelId="{78B4719A-411B-40FF-8B46-C6F864B92AA1}" type="presOf" srcId="{ADA8871C-9A2B-FB44-A107-1E8BD3FE0B3E}" destId="{EA403AEC-EE1F-394C-8720-C3BD6FA073A2}" srcOrd="0" destOrd="0" presId="urn:microsoft.com/office/officeart/2005/8/layout/venn3"/>
    <dgm:cxn modelId="{EFFDFDB6-EA2A-423F-95F3-DD9CB51C2E53}" type="presOf" srcId="{8E66EE3E-DA9C-3547-A4DA-B4682BE0B246}" destId="{83E88F3E-A9ED-0B4D-806F-A10DFC4A4FEF}" srcOrd="0" destOrd="0" presId="urn:microsoft.com/office/officeart/2005/8/layout/venn3"/>
    <dgm:cxn modelId="{B63D5D51-02E5-4652-8FDD-D5C567275612}" type="presParOf" srcId="{3275E7C1-7D20-644F-B338-1F5592C43119}" destId="{4D640A45-E628-574D-8452-B3AE7CB34E9A}" srcOrd="0" destOrd="0" presId="urn:microsoft.com/office/officeart/2005/8/layout/venn3"/>
    <dgm:cxn modelId="{C0649643-7C39-4B5A-8A54-86E47FB3F2D7}" type="presParOf" srcId="{3275E7C1-7D20-644F-B338-1F5592C43119}" destId="{4F2C1AC5-FA24-E34A-B327-0EC00A3B835F}" srcOrd="1" destOrd="0" presId="urn:microsoft.com/office/officeart/2005/8/layout/venn3"/>
    <dgm:cxn modelId="{B0103EE6-E26D-4205-8F06-434749AFDA25}" type="presParOf" srcId="{3275E7C1-7D20-644F-B338-1F5592C43119}" destId="{EA403AEC-EE1F-394C-8720-C3BD6FA073A2}" srcOrd="2" destOrd="0" presId="urn:microsoft.com/office/officeart/2005/8/layout/venn3"/>
    <dgm:cxn modelId="{C502F244-13DB-4105-9DCB-80A81413365C}" type="presParOf" srcId="{3275E7C1-7D20-644F-B338-1F5592C43119}" destId="{1AD5020A-7F3D-EF40-8821-6D8ADDD94103}" srcOrd="3" destOrd="0" presId="urn:microsoft.com/office/officeart/2005/8/layout/venn3"/>
    <dgm:cxn modelId="{AEEE8D08-103B-447D-9B78-C18288645C45}" type="presParOf" srcId="{3275E7C1-7D20-644F-B338-1F5592C43119}" destId="{8D5A05D0-FFF8-7545-A34E-56A306D38CC1}" srcOrd="4" destOrd="0" presId="urn:microsoft.com/office/officeart/2005/8/layout/venn3"/>
    <dgm:cxn modelId="{218B992A-BAA2-4334-B620-2038FABE6865}" type="presParOf" srcId="{3275E7C1-7D20-644F-B338-1F5592C43119}" destId="{6F77BE78-60E0-F243-A80D-452753EDA7D3}" srcOrd="5" destOrd="0" presId="urn:microsoft.com/office/officeart/2005/8/layout/venn3"/>
    <dgm:cxn modelId="{3D969D42-76BC-4632-BACD-1CC7509A155F}" type="presParOf" srcId="{3275E7C1-7D20-644F-B338-1F5592C43119}" destId="{4452A764-182B-0041-BB8C-47F1A3A2B06E}" srcOrd="6" destOrd="0" presId="urn:microsoft.com/office/officeart/2005/8/layout/venn3"/>
    <dgm:cxn modelId="{128EAB86-87CE-41DF-855B-3E8AB9AFA1D9}" type="presParOf" srcId="{3275E7C1-7D20-644F-B338-1F5592C43119}" destId="{9A33418C-3A77-CD4E-A21E-0D011529311D}" srcOrd="7" destOrd="0" presId="urn:microsoft.com/office/officeart/2005/8/layout/venn3"/>
    <dgm:cxn modelId="{7FEF1EB7-AD79-4A2F-99AB-9B41A4B6F942}" type="presParOf" srcId="{3275E7C1-7D20-644F-B338-1F5592C43119}" destId="{83E88F3E-A9ED-0B4D-806F-A10DFC4A4FEF}" srcOrd="8" destOrd="0" presId="urn:microsoft.com/office/officeart/2005/8/layout/venn3"/>
    <dgm:cxn modelId="{690E8464-EB7D-4C5B-8D08-84DFB9F8C0B0}" type="presParOf" srcId="{3275E7C1-7D20-644F-B338-1F5592C43119}" destId="{BDA0641B-0EF8-4341-B528-3AA183E85C8C}" srcOrd="9" destOrd="0" presId="urn:microsoft.com/office/officeart/2005/8/layout/venn3"/>
    <dgm:cxn modelId="{894754A9-9A83-46AA-882F-AA4333A24AAB}" type="presParOf" srcId="{3275E7C1-7D20-644F-B338-1F5592C43119}" destId="{EE476A54-7819-B940-A2CC-7BE2345FAC12}" srcOrd="1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FDBC47-1F8B-0A43-A9F4-DAE42218D853}" type="doc">
      <dgm:prSet loTypeId="urn:microsoft.com/office/officeart/2005/8/layout/venn3" loCatId="" qsTypeId="urn:microsoft.com/office/officeart/2005/8/quickstyle/simple5" qsCatId="simple" csTypeId="urn:microsoft.com/office/officeart/2005/8/colors/colorful5" csCatId="colorful" phldr="1"/>
      <dgm:spPr/>
      <dgm:t>
        <a:bodyPr/>
        <a:lstStyle/>
        <a:p>
          <a:endParaRPr lang="zh-CN" altLang="en-US"/>
        </a:p>
      </dgm:t>
    </dgm:pt>
    <dgm:pt modelId="{92C6A736-E8A0-3C4C-850E-9D5B6191E50B}">
      <dgm:prSet phldrT="[文本]" custT="1"/>
      <dgm:spPr/>
      <dgm:t>
        <a:bodyPr/>
        <a:lstStyle/>
        <a:p>
          <a:r>
            <a:rPr lang="zh-CN" altLang="en-US" sz="1800" b="0" dirty="0">
              <a:latin typeface="KaiTi" panose="02010609060101010101" pitchFamily="49" charset="-122"/>
              <a:ea typeface="KaiTi" panose="02010609060101010101" pitchFamily="49" charset="-122"/>
            </a:rPr>
            <a:t>计划阶段</a:t>
          </a:r>
        </a:p>
      </dgm:t>
    </dgm:pt>
    <dgm:pt modelId="{2E0C60E4-FD26-6340-AD43-6071850ED657}" type="par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24038ADF-E479-EC49-A4A3-448B4C6FFD6F}" type="sibTrans" cxnId="{53BF706B-0F0B-164D-8732-51F1FCE858EA}">
      <dgm:prSet/>
      <dgm:spPr/>
      <dgm:t>
        <a:bodyPr/>
        <a:lstStyle/>
        <a:p>
          <a:endParaRPr lang="zh-CN" altLang="en-US" sz="1800" b="0">
            <a:latin typeface="KaiTi" panose="02010609060101010101" pitchFamily="49" charset="-122"/>
            <a:ea typeface="KaiTi" panose="02010609060101010101" pitchFamily="49" charset="-122"/>
          </a:endParaRPr>
        </a:p>
      </dgm:t>
    </dgm:pt>
    <dgm:pt modelId="{8E66EE3E-DA9C-3547-A4DA-B4682BE0B246}">
      <dgm:prSet phldrT="[文本]" custT="1"/>
      <dgm:spPr/>
      <dgm:t>
        <a:bodyPr/>
        <a:lstStyle/>
        <a:p>
          <a:r>
            <a:rPr lang="zh-CN" altLang="en-US" sz="1800" b="0" dirty="0">
              <a:latin typeface="KaiTi" panose="02010609060101010101" pitchFamily="49" charset="-122"/>
              <a:ea typeface="KaiTi" panose="02010609060101010101" pitchFamily="49" charset="-122"/>
            </a:rPr>
            <a:t>测试阶段</a:t>
          </a:r>
        </a:p>
      </dgm:t>
    </dgm:pt>
    <dgm:pt modelId="{C59657A5-EA68-2349-B261-7CA11A62BBFA}" type="par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796C4B99-6E4A-8C4C-B023-FB9B8CEE66D5}" type="sibTrans" cxnId="{B4B69204-4B0B-C54A-9DB9-F9E61DD19E3D}">
      <dgm:prSet/>
      <dgm:spPr/>
      <dgm:t>
        <a:bodyPr/>
        <a:lstStyle/>
        <a:p>
          <a:endParaRPr lang="zh-CN" altLang="en-US" sz="1800" b="0">
            <a:latin typeface="KaiTi" panose="02010609060101010101" pitchFamily="49" charset="-122"/>
            <a:ea typeface="KaiTi" panose="02010609060101010101" pitchFamily="49" charset="-122"/>
          </a:endParaRPr>
        </a:p>
      </dgm:t>
    </dgm:pt>
    <dgm:pt modelId="{F5996CB1-8109-4949-9090-664C2424F134}">
      <dgm:prSet custT="1"/>
      <dgm:spPr/>
      <dgm:t>
        <a:bodyPr/>
        <a:lstStyle/>
        <a:p>
          <a:r>
            <a:rPr lang="zh-CN" altLang="en-US" sz="1800" b="0" dirty="0">
              <a:latin typeface="KaiTi" panose="02010609060101010101" pitchFamily="49" charset="-122"/>
              <a:ea typeface="KaiTi" panose="02010609060101010101" pitchFamily="49" charset="-122"/>
            </a:rPr>
            <a:t>软件设计阶段</a:t>
          </a:r>
        </a:p>
      </dgm:t>
    </dgm:pt>
    <dgm:pt modelId="{1E3430D7-BAB8-4549-9ECD-14262CB3B399}" type="par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54870716-B925-A64B-AB1B-7F40D131C3F7}" type="sibTrans" cxnId="{10532481-1682-9245-A51E-D6C842203725}">
      <dgm:prSet/>
      <dgm:spPr/>
      <dgm:t>
        <a:bodyPr/>
        <a:lstStyle/>
        <a:p>
          <a:endParaRPr lang="zh-CN" altLang="en-US" sz="1800" b="0">
            <a:latin typeface="KaiTi" panose="02010609060101010101" pitchFamily="49" charset="-122"/>
            <a:ea typeface="KaiTi" panose="02010609060101010101" pitchFamily="49" charset="-122"/>
          </a:endParaRPr>
        </a:p>
      </dgm:t>
    </dgm:pt>
    <dgm:pt modelId="{DDEB6620-12CE-CE41-A4ED-FE9A9388254C}">
      <dgm:prSet custT="1"/>
      <dgm:spPr/>
      <dgm:t>
        <a:bodyPr/>
        <a:lstStyle/>
        <a:p>
          <a:r>
            <a:rPr lang="zh-CN" altLang="en-US" sz="1800" b="0" dirty="0">
              <a:latin typeface="KaiTi" panose="02010609060101010101" pitchFamily="49" charset="-122"/>
              <a:ea typeface="KaiTi" panose="02010609060101010101" pitchFamily="49" charset="-122"/>
            </a:rPr>
            <a:t>编码阶段</a:t>
          </a:r>
        </a:p>
      </dgm:t>
    </dgm:pt>
    <dgm:pt modelId="{A899F7B0-0239-C342-A875-44D74CC6F1CE}" type="par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54373B6D-71BE-A840-9278-E7B6DB71F71A}" type="sibTrans" cxnId="{6A4E1329-ECBC-094B-BA59-F994173DAA50}">
      <dgm:prSet/>
      <dgm:spPr/>
      <dgm:t>
        <a:bodyPr/>
        <a:lstStyle/>
        <a:p>
          <a:endParaRPr lang="zh-CN" altLang="en-US" sz="1800" b="0">
            <a:latin typeface="KaiTi" panose="02010609060101010101" pitchFamily="49" charset="-122"/>
            <a:ea typeface="KaiTi" panose="02010609060101010101" pitchFamily="49" charset="-122"/>
          </a:endParaRPr>
        </a:p>
      </dgm:t>
    </dgm:pt>
    <dgm:pt modelId="{ADA8871C-9A2B-FB44-A107-1E8BD3FE0B3E}">
      <dgm:prSet custT="1"/>
      <dgm:spPr/>
      <dgm:t>
        <a:bodyPr/>
        <a:lstStyle/>
        <a:p>
          <a:r>
            <a:rPr lang="zh-CN" altLang="zh-CN" sz="1800" b="0">
              <a:latin typeface="KaiTi" panose="02010609060101010101" pitchFamily="49" charset="-122"/>
              <a:ea typeface="KaiTi" panose="02010609060101010101" pitchFamily="49" charset="-122"/>
            </a:rPr>
            <a:t>需求</a:t>
          </a:r>
          <a:r>
            <a:rPr lang="zh-CN" altLang="zh-CN" sz="1800" b="0" dirty="0">
              <a:latin typeface="KaiTi" panose="02010609060101010101" pitchFamily="49" charset="-122"/>
              <a:ea typeface="KaiTi" panose="02010609060101010101" pitchFamily="49" charset="-122"/>
            </a:rPr>
            <a:t>分析阶段</a:t>
          </a:r>
        </a:p>
      </dgm:t>
    </dgm:pt>
    <dgm:pt modelId="{D2E013D6-CF72-C14A-9921-FE7D9CDA29B2}" type="par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D8E5EEC7-5C52-E54E-8D12-94C735B8D0A2}" type="sibTrans" cxnId="{755A2E09-50D4-1442-8950-C05693AC14CF}">
      <dgm:prSet/>
      <dgm:spPr/>
      <dgm:t>
        <a:bodyPr/>
        <a:lstStyle/>
        <a:p>
          <a:endParaRPr lang="zh-CN" altLang="en-US" sz="1800" b="0">
            <a:latin typeface="KaiTi" panose="02010609060101010101" pitchFamily="49" charset="-122"/>
            <a:ea typeface="KaiTi" panose="02010609060101010101" pitchFamily="49" charset="-122"/>
          </a:endParaRPr>
        </a:p>
      </dgm:t>
    </dgm:pt>
    <dgm:pt modelId="{EA1B94A0-5D68-704F-9329-D7C95267255C}">
      <dgm:prSet custT="1"/>
      <dgm:spPr/>
      <dgm:t>
        <a:bodyPr/>
        <a:lstStyle/>
        <a:p>
          <a:r>
            <a:rPr lang="zh-CN" altLang="zh-CN" sz="1800" b="0" dirty="0">
              <a:latin typeface="KaiTi" panose="02010609060101010101" pitchFamily="49" charset="-122"/>
              <a:ea typeface="KaiTi" panose="02010609060101010101" pitchFamily="49" charset="-122"/>
            </a:rPr>
            <a:t>运行维护阶段</a:t>
          </a:r>
          <a:endParaRPr lang="en-US" altLang="zh-CN" sz="1800" b="0" dirty="0">
            <a:latin typeface="KaiTi" panose="02010609060101010101" pitchFamily="49" charset="-122"/>
            <a:ea typeface="KaiTi" panose="02010609060101010101" pitchFamily="49" charset="-122"/>
          </a:endParaRPr>
        </a:p>
      </dgm:t>
    </dgm:pt>
    <dgm:pt modelId="{E2A771CE-B24A-664D-8285-5641D6D038B8}" type="par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C7212E5F-44CB-AF45-8138-9C7C43B200B2}" type="sibTrans" cxnId="{94213007-E34C-7A4F-842D-C24CE00F0DDE}">
      <dgm:prSet/>
      <dgm:spPr/>
      <dgm:t>
        <a:bodyPr/>
        <a:lstStyle/>
        <a:p>
          <a:endParaRPr lang="zh-CN" altLang="en-US" sz="1800" b="0">
            <a:latin typeface="KaiTi" panose="02010609060101010101" pitchFamily="49" charset="-122"/>
            <a:ea typeface="KaiTi" panose="02010609060101010101" pitchFamily="49" charset="-122"/>
          </a:endParaRPr>
        </a:p>
      </dgm:t>
    </dgm:pt>
    <dgm:pt modelId="{3275E7C1-7D20-644F-B338-1F5592C43119}" type="pres">
      <dgm:prSet presAssocID="{2EFDBC47-1F8B-0A43-A9F4-DAE42218D853}" presName="Name0" presStyleCnt="0">
        <dgm:presLayoutVars>
          <dgm:dir/>
          <dgm:resizeHandles val="exact"/>
        </dgm:presLayoutVars>
      </dgm:prSet>
      <dgm:spPr/>
    </dgm:pt>
    <dgm:pt modelId="{4D640A45-E628-574D-8452-B3AE7CB34E9A}" type="pres">
      <dgm:prSet presAssocID="{92C6A736-E8A0-3C4C-850E-9D5B6191E50B}" presName="Name5" presStyleLbl="vennNode1" presStyleIdx="0" presStyleCnt="6">
        <dgm:presLayoutVars>
          <dgm:bulletEnabled val="1"/>
        </dgm:presLayoutVars>
      </dgm:prSet>
      <dgm:spPr/>
    </dgm:pt>
    <dgm:pt modelId="{4F2C1AC5-FA24-E34A-B327-0EC00A3B835F}" type="pres">
      <dgm:prSet presAssocID="{24038ADF-E479-EC49-A4A3-448B4C6FFD6F}" presName="space" presStyleCnt="0"/>
      <dgm:spPr/>
    </dgm:pt>
    <dgm:pt modelId="{EA403AEC-EE1F-394C-8720-C3BD6FA073A2}" type="pres">
      <dgm:prSet presAssocID="{ADA8871C-9A2B-FB44-A107-1E8BD3FE0B3E}" presName="Name5" presStyleLbl="vennNode1" presStyleIdx="1" presStyleCnt="6">
        <dgm:presLayoutVars>
          <dgm:bulletEnabled val="1"/>
        </dgm:presLayoutVars>
      </dgm:prSet>
      <dgm:spPr/>
    </dgm:pt>
    <dgm:pt modelId="{1AD5020A-7F3D-EF40-8821-6D8ADDD94103}" type="pres">
      <dgm:prSet presAssocID="{D8E5EEC7-5C52-E54E-8D12-94C735B8D0A2}" presName="space" presStyleCnt="0"/>
      <dgm:spPr/>
    </dgm:pt>
    <dgm:pt modelId="{8D5A05D0-FFF8-7545-A34E-56A306D38CC1}" type="pres">
      <dgm:prSet presAssocID="{F5996CB1-8109-4949-9090-664C2424F134}" presName="Name5" presStyleLbl="vennNode1" presStyleIdx="2" presStyleCnt="6">
        <dgm:presLayoutVars>
          <dgm:bulletEnabled val="1"/>
        </dgm:presLayoutVars>
      </dgm:prSet>
      <dgm:spPr/>
    </dgm:pt>
    <dgm:pt modelId="{6F77BE78-60E0-F243-A80D-452753EDA7D3}" type="pres">
      <dgm:prSet presAssocID="{54870716-B925-A64B-AB1B-7F40D131C3F7}" presName="space" presStyleCnt="0"/>
      <dgm:spPr/>
    </dgm:pt>
    <dgm:pt modelId="{4452A764-182B-0041-BB8C-47F1A3A2B06E}" type="pres">
      <dgm:prSet presAssocID="{DDEB6620-12CE-CE41-A4ED-FE9A9388254C}" presName="Name5" presStyleLbl="vennNode1" presStyleIdx="3" presStyleCnt="6">
        <dgm:presLayoutVars>
          <dgm:bulletEnabled val="1"/>
        </dgm:presLayoutVars>
      </dgm:prSet>
      <dgm:spPr/>
    </dgm:pt>
    <dgm:pt modelId="{9A33418C-3A77-CD4E-A21E-0D011529311D}" type="pres">
      <dgm:prSet presAssocID="{54373B6D-71BE-A840-9278-E7B6DB71F71A}" presName="space" presStyleCnt="0"/>
      <dgm:spPr/>
    </dgm:pt>
    <dgm:pt modelId="{83E88F3E-A9ED-0B4D-806F-A10DFC4A4FEF}" type="pres">
      <dgm:prSet presAssocID="{8E66EE3E-DA9C-3547-A4DA-B4682BE0B246}" presName="Name5" presStyleLbl="vennNode1" presStyleIdx="4" presStyleCnt="6">
        <dgm:presLayoutVars>
          <dgm:bulletEnabled val="1"/>
        </dgm:presLayoutVars>
      </dgm:prSet>
      <dgm:spPr/>
    </dgm:pt>
    <dgm:pt modelId="{BDA0641B-0EF8-4341-B528-3AA183E85C8C}" type="pres">
      <dgm:prSet presAssocID="{796C4B99-6E4A-8C4C-B023-FB9B8CEE66D5}" presName="space" presStyleCnt="0"/>
      <dgm:spPr/>
    </dgm:pt>
    <dgm:pt modelId="{EE476A54-7819-B940-A2CC-7BE2345FAC12}" type="pres">
      <dgm:prSet presAssocID="{EA1B94A0-5D68-704F-9329-D7C95267255C}" presName="Name5" presStyleLbl="vennNode1" presStyleIdx="5" presStyleCnt="6">
        <dgm:presLayoutVars>
          <dgm:bulletEnabled val="1"/>
        </dgm:presLayoutVars>
      </dgm:prSet>
      <dgm:spPr/>
    </dgm:pt>
  </dgm:ptLst>
  <dgm:cxnLst>
    <dgm:cxn modelId="{B4B69204-4B0B-C54A-9DB9-F9E61DD19E3D}" srcId="{2EFDBC47-1F8B-0A43-A9F4-DAE42218D853}" destId="{8E66EE3E-DA9C-3547-A4DA-B4682BE0B246}" srcOrd="4" destOrd="0" parTransId="{C59657A5-EA68-2349-B261-7CA11A62BBFA}" sibTransId="{796C4B99-6E4A-8C4C-B023-FB9B8CEE66D5}"/>
    <dgm:cxn modelId="{94213007-E34C-7A4F-842D-C24CE00F0DDE}" srcId="{2EFDBC47-1F8B-0A43-A9F4-DAE42218D853}" destId="{EA1B94A0-5D68-704F-9329-D7C95267255C}" srcOrd="5" destOrd="0" parTransId="{E2A771CE-B24A-664D-8285-5641D6D038B8}" sibTransId="{C7212E5F-44CB-AF45-8138-9C7C43B200B2}"/>
    <dgm:cxn modelId="{755A2E09-50D4-1442-8950-C05693AC14CF}" srcId="{2EFDBC47-1F8B-0A43-A9F4-DAE42218D853}" destId="{ADA8871C-9A2B-FB44-A107-1E8BD3FE0B3E}" srcOrd="1" destOrd="0" parTransId="{D2E013D6-CF72-C14A-9921-FE7D9CDA29B2}" sibTransId="{D8E5EEC7-5C52-E54E-8D12-94C735B8D0A2}"/>
    <dgm:cxn modelId="{79858A1F-A9B3-4536-8FFC-2C27C02266D5}" type="presOf" srcId="{ADA8871C-9A2B-FB44-A107-1E8BD3FE0B3E}" destId="{EA403AEC-EE1F-394C-8720-C3BD6FA073A2}" srcOrd="0" destOrd="0" presId="urn:microsoft.com/office/officeart/2005/8/layout/venn3"/>
    <dgm:cxn modelId="{6A4E1329-ECBC-094B-BA59-F994173DAA50}" srcId="{2EFDBC47-1F8B-0A43-A9F4-DAE42218D853}" destId="{DDEB6620-12CE-CE41-A4ED-FE9A9388254C}" srcOrd="3" destOrd="0" parTransId="{A899F7B0-0239-C342-A875-44D74CC6F1CE}" sibTransId="{54373B6D-71BE-A840-9278-E7B6DB71F71A}"/>
    <dgm:cxn modelId="{E76FDF64-97D5-47AF-B960-F4A39C495A8E}" type="presOf" srcId="{2EFDBC47-1F8B-0A43-A9F4-DAE42218D853}" destId="{3275E7C1-7D20-644F-B338-1F5592C43119}" srcOrd="0" destOrd="0" presId="urn:microsoft.com/office/officeart/2005/8/layout/venn3"/>
    <dgm:cxn modelId="{53BF706B-0F0B-164D-8732-51F1FCE858EA}" srcId="{2EFDBC47-1F8B-0A43-A9F4-DAE42218D853}" destId="{92C6A736-E8A0-3C4C-850E-9D5B6191E50B}" srcOrd="0" destOrd="0" parTransId="{2E0C60E4-FD26-6340-AD43-6071850ED657}" sibTransId="{24038ADF-E479-EC49-A4A3-448B4C6FFD6F}"/>
    <dgm:cxn modelId="{49A8136C-6E03-41E3-A383-1AFA323C0BD9}" type="presOf" srcId="{EA1B94A0-5D68-704F-9329-D7C95267255C}" destId="{EE476A54-7819-B940-A2CC-7BE2345FAC12}" srcOrd="0" destOrd="0" presId="urn:microsoft.com/office/officeart/2005/8/layout/venn3"/>
    <dgm:cxn modelId="{10532481-1682-9245-A51E-D6C842203725}" srcId="{2EFDBC47-1F8B-0A43-A9F4-DAE42218D853}" destId="{F5996CB1-8109-4949-9090-664C2424F134}" srcOrd="2" destOrd="0" parTransId="{1E3430D7-BAB8-4549-9ECD-14262CB3B399}" sibTransId="{54870716-B925-A64B-AB1B-7F40D131C3F7}"/>
    <dgm:cxn modelId="{D64ECF89-CC19-42DE-807B-539F457B0206}" type="presOf" srcId="{DDEB6620-12CE-CE41-A4ED-FE9A9388254C}" destId="{4452A764-182B-0041-BB8C-47F1A3A2B06E}" srcOrd="0" destOrd="0" presId="urn:microsoft.com/office/officeart/2005/8/layout/venn3"/>
    <dgm:cxn modelId="{763A9491-A18B-4B95-967E-52AD9631A906}" type="presOf" srcId="{8E66EE3E-DA9C-3547-A4DA-B4682BE0B246}" destId="{83E88F3E-A9ED-0B4D-806F-A10DFC4A4FEF}" srcOrd="0" destOrd="0" presId="urn:microsoft.com/office/officeart/2005/8/layout/venn3"/>
    <dgm:cxn modelId="{978328D1-67C4-4CAC-BF2B-3D94B76794AC}" type="presOf" srcId="{F5996CB1-8109-4949-9090-664C2424F134}" destId="{8D5A05D0-FFF8-7545-A34E-56A306D38CC1}" srcOrd="0" destOrd="0" presId="urn:microsoft.com/office/officeart/2005/8/layout/venn3"/>
    <dgm:cxn modelId="{F92AE4E9-45F0-4B83-99FA-1CD4A47F7F17}" type="presOf" srcId="{92C6A736-E8A0-3C4C-850E-9D5B6191E50B}" destId="{4D640A45-E628-574D-8452-B3AE7CB34E9A}" srcOrd="0" destOrd="0" presId="urn:microsoft.com/office/officeart/2005/8/layout/venn3"/>
    <dgm:cxn modelId="{BB555B85-BCAD-4DB1-A789-E09FA5631EAC}" type="presParOf" srcId="{3275E7C1-7D20-644F-B338-1F5592C43119}" destId="{4D640A45-E628-574D-8452-B3AE7CB34E9A}" srcOrd="0" destOrd="0" presId="urn:microsoft.com/office/officeart/2005/8/layout/venn3"/>
    <dgm:cxn modelId="{CD9A1BF3-C907-4246-931A-77C44905B3E5}" type="presParOf" srcId="{3275E7C1-7D20-644F-B338-1F5592C43119}" destId="{4F2C1AC5-FA24-E34A-B327-0EC00A3B835F}" srcOrd="1" destOrd="0" presId="urn:microsoft.com/office/officeart/2005/8/layout/venn3"/>
    <dgm:cxn modelId="{17D2297D-8257-4EF5-9764-FEC3D7CE72DC}" type="presParOf" srcId="{3275E7C1-7D20-644F-B338-1F5592C43119}" destId="{EA403AEC-EE1F-394C-8720-C3BD6FA073A2}" srcOrd="2" destOrd="0" presId="urn:microsoft.com/office/officeart/2005/8/layout/venn3"/>
    <dgm:cxn modelId="{FA9B73D0-02E0-4190-8971-05926ACEFB75}" type="presParOf" srcId="{3275E7C1-7D20-644F-B338-1F5592C43119}" destId="{1AD5020A-7F3D-EF40-8821-6D8ADDD94103}" srcOrd="3" destOrd="0" presId="urn:microsoft.com/office/officeart/2005/8/layout/venn3"/>
    <dgm:cxn modelId="{2F4A15DB-8440-4350-9262-11166728D85C}" type="presParOf" srcId="{3275E7C1-7D20-644F-B338-1F5592C43119}" destId="{8D5A05D0-FFF8-7545-A34E-56A306D38CC1}" srcOrd="4" destOrd="0" presId="urn:microsoft.com/office/officeart/2005/8/layout/venn3"/>
    <dgm:cxn modelId="{E9D48B73-8900-49EE-8981-CE70534E5AAF}" type="presParOf" srcId="{3275E7C1-7D20-644F-B338-1F5592C43119}" destId="{6F77BE78-60E0-F243-A80D-452753EDA7D3}" srcOrd="5" destOrd="0" presId="urn:microsoft.com/office/officeart/2005/8/layout/venn3"/>
    <dgm:cxn modelId="{6DCF0BA9-C916-4067-ACE8-3E0975E9EF55}" type="presParOf" srcId="{3275E7C1-7D20-644F-B338-1F5592C43119}" destId="{4452A764-182B-0041-BB8C-47F1A3A2B06E}" srcOrd="6" destOrd="0" presId="urn:microsoft.com/office/officeart/2005/8/layout/venn3"/>
    <dgm:cxn modelId="{B0CBEF5C-171D-4BA4-ADBF-379B0E1C5363}" type="presParOf" srcId="{3275E7C1-7D20-644F-B338-1F5592C43119}" destId="{9A33418C-3A77-CD4E-A21E-0D011529311D}" srcOrd="7" destOrd="0" presId="urn:microsoft.com/office/officeart/2005/8/layout/venn3"/>
    <dgm:cxn modelId="{262AB43E-2FB5-405E-A445-A62D04CA1088}" type="presParOf" srcId="{3275E7C1-7D20-644F-B338-1F5592C43119}" destId="{83E88F3E-A9ED-0B4D-806F-A10DFC4A4FEF}" srcOrd="8" destOrd="0" presId="urn:microsoft.com/office/officeart/2005/8/layout/venn3"/>
    <dgm:cxn modelId="{F9122761-E4B0-479E-A601-52647CF4BBA9}" type="presParOf" srcId="{3275E7C1-7D20-644F-B338-1F5592C43119}" destId="{BDA0641B-0EF8-4341-B528-3AA183E85C8C}" srcOrd="9" destOrd="0" presId="urn:microsoft.com/office/officeart/2005/8/layout/venn3"/>
    <dgm:cxn modelId="{E3C2DC5B-E374-45B4-A69F-02200633DE34}" type="presParOf" srcId="{3275E7C1-7D20-644F-B338-1F5592C43119}" destId="{EE476A54-7819-B940-A2CC-7BE2345FAC12}" srcOrd="1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dgm:spPr/>
      <dgm:t>
        <a:bodyPr/>
        <a:lstStyle/>
        <a:p>
          <a:pPr>
            <a:buFont typeface="Wingdings 2" panose="05020102010507070707" pitchFamily="18" charset="2"/>
            <a:buNone/>
          </a:pPr>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1</a:t>
          </a:r>
          <a:r>
            <a:rPr lang="zh-CN" altLang="en-US">
              <a:latin typeface="KaiTi" panose="02010609060101010101" pitchFamily="49" charset="-122"/>
              <a:ea typeface="KaiTi" panose="02010609060101010101" pitchFamily="49" charset="-122"/>
            </a:rPr>
            <a:t>）项目集成管理</a:t>
          </a:r>
          <a:endParaRPr lang="zh-CN" altLang="en-US" dirty="0">
            <a:latin typeface="KaiTi" panose="02010609060101010101" pitchFamily="49" charset="-122"/>
            <a:ea typeface="KaiTi" panose="02010609060101010101" pitchFamily="49" charset="-122"/>
          </a:endParaRP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2</a:t>
          </a:r>
          <a:r>
            <a:rPr lang="zh-CN" altLang="en-US">
              <a:latin typeface="KaiTi" panose="02010609060101010101" pitchFamily="49" charset="-122"/>
              <a:ea typeface="KaiTi" panose="02010609060101010101" pitchFamily="49" charset="-122"/>
            </a:rPr>
            <a:t>）项目范围管理</a:t>
          </a:r>
          <a:endParaRPr lang="zh-CN" altLang="en-US" dirty="0">
            <a:latin typeface="KaiTi" panose="02010609060101010101" pitchFamily="49" charset="-122"/>
            <a:ea typeface="KaiTi" panose="02010609060101010101" pitchFamily="49" charset="-122"/>
          </a:endParaRP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3</a:t>
          </a:r>
          <a:r>
            <a:rPr lang="zh-CN" altLang="en-US">
              <a:latin typeface="KaiTi" panose="02010609060101010101" pitchFamily="49" charset="-122"/>
              <a:ea typeface="KaiTi" panose="02010609060101010101" pitchFamily="49" charset="-122"/>
            </a:rPr>
            <a:t>）项目时间</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进度</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管理</a:t>
          </a:r>
          <a:endParaRPr lang="zh-CN" altLang="en-US" dirty="0">
            <a:latin typeface="KaiTi" panose="02010609060101010101" pitchFamily="49" charset="-122"/>
            <a:ea typeface="KaiTi" panose="02010609060101010101" pitchFamily="49" charset="-122"/>
          </a:endParaRP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4</a:t>
          </a:r>
          <a:r>
            <a:rPr lang="zh-CN" altLang="en-US">
              <a:latin typeface="KaiTi" panose="02010609060101010101" pitchFamily="49" charset="-122"/>
              <a:ea typeface="KaiTi" panose="02010609060101010101" pitchFamily="49" charset="-122"/>
            </a:rPr>
            <a:t>）项目成本管理</a:t>
          </a:r>
          <a:endParaRPr lang="zh-CN" altLang="en-US" dirty="0">
            <a:latin typeface="KaiTi" panose="02010609060101010101" pitchFamily="49" charset="-122"/>
            <a:ea typeface="KaiTi" panose="02010609060101010101" pitchFamily="49" charset="-122"/>
          </a:endParaRP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5</a:t>
          </a:r>
          <a:r>
            <a:rPr lang="zh-CN" altLang="en-US">
              <a:latin typeface="KaiTi" panose="02010609060101010101" pitchFamily="49" charset="-122"/>
              <a:ea typeface="KaiTi" panose="02010609060101010101" pitchFamily="49" charset="-122"/>
            </a:rPr>
            <a:t>）项目质量管理</a:t>
          </a:r>
          <a:endParaRPr lang="zh-CN" altLang="en-US"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6</a:t>
          </a:r>
          <a:r>
            <a:rPr lang="zh-CN" altLang="en-US">
              <a:latin typeface="KaiTi" panose="02010609060101010101" pitchFamily="49" charset="-122"/>
              <a:ea typeface="KaiTi" panose="02010609060101010101" pitchFamily="49" charset="-122"/>
            </a:rPr>
            <a:t>）项目人力资源管理</a:t>
          </a:r>
          <a:endParaRPr lang="zh-CN" altLang="en-US"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7</a:t>
          </a:r>
          <a:r>
            <a:rPr lang="zh-CN" altLang="en-US">
              <a:latin typeface="KaiTi" panose="02010609060101010101" pitchFamily="49" charset="-122"/>
              <a:ea typeface="KaiTi" panose="02010609060101010101" pitchFamily="49" charset="-122"/>
            </a:rPr>
            <a:t>）项目沟通管理</a:t>
          </a:r>
          <a:endParaRPr lang="zh-CN" altLang="en-US"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8</a:t>
          </a:r>
          <a:r>
            <a:rPr lang="zh-CN" altLang="en-US">
              <a:latin typeface="KaiTi" panose="02010609060101010101" pitchFamily="49" charset="-122"/>
              <a:ea typeface="KaiTi" panose="02010609060101010101" pitchFamily="49" charset="-122"/>
            </a:rPr>
            <a:t>）项目风险管理</a:t>
          </a:r>
          <a:endParaRPr lang="zh-CN" altLang="en-US"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9</a:t>
          </a:r>
          <a:r>
            <a:rPr lang="zh-CN" altLang="en-US">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DD98F718-0930-461D-ACE2-5C7EC30036F8}" type="presOf" srcId="{65AE586F-2E91-5841-B2BC-6FFE23E676D8}" destId="{4A24D450-2CA7-624D-B909-97D77CEAC40C}" srcOrd="0" destOrd="0" presId="urn:microsoft.com/office/officeart/2005/8/layout/default"/>
    <dgm:cxn modelId="{6C20E72B-0C2B-3849-A52D-AD1DC01AA0EA}" srcId="{8D156E78-5074-F04B-890F-7B2D4BEAE1F0}" destId="{A36673D9-149F-774F-9472-61270EB3A7D1}" srcOrd="6" destOrd="0" parTransId="{53AF893B-BEC3-BC47-9E07-6E76FC0A6B16}" sibTransId="{A70577BD-06DD-B044-BFE8-A5ED1CE3E7DD}"/>
    <dgm:cxn modelId="{4369063E-EE78-C44D-8648-5F63EC519076}" srcId="{8D156E78-5074-F04B-890F-7B2D4BEAE1F0}" destId="{43F1E419-AE3F-9446-A43F-50F670B2311B}" srcOrd="8" destOrd="0" parTransId="{E6704D2D-E778-1448-AF45-F7A464DF6FD6}" sibTransId="{450A8439-59C7-344D-935C-3F62C40884D5}"/>
    <dgm:cxn modelId="{454BD047-BF88-AB46-BA8F-140E9A898799}" srcId="{8D156E78-5074-F04B-890F-7B2D4BEAE1F0}" destId="{65AE586F-2E91-5841-B2BC-6FFE23E676D8}" srcOrd="3" destOrd="0" parTransId="{98FCB2FF-8BC4-BB43-8CD1-C337C582C39D}" sibTransId="{BFA3741E-8E37-594C-ABBE-D6EC37A70999}"/>
    <dgm:cxn modelId="{C3071872-E5B9-AD4C-9157-33E8F69927FB}" srcId="{8D156E78-5074-F04B-890F-7B2D4BEAE1F0}" destId="{0AB6A6F0-5E5B-3040-BB43-D5213E1D3D01}" srcOrd="0" destOrd="0" parTransId="{AAF6B859-C563-FB48-AD23-B18AC967FF94}" sibTransId="{A08A26DF-37AA-5F48-85ED-68876BEC45E7}"/>
    <dgm:cxn modelId="{451DA755-C80D-A046-8BC0-4C65A0C6ACE6}" srcId="{8D156E78-5074-F04B-890F-7B2D4BEAE1F0}" destId="{51107BBF-43AF-2B46-B3F1-0B49E9318B10}" srcOrd="1" destOrd="0" parTransId="{5AA72A53-F9AB-4344-BE6A-F9442D3C076A}" sibTransId="{15E633B1-63E9-254C-ABED-CB65E13EEC37}"/>
    <dgm:cxn modelId="{6B356E77-C2DE-474D-9AA7-18728434BA38}" type="presOf" srcId="{A36673D9-149F-774F-9472-61270EB3A7D1}" destId="{10A46238-47BC-7E49-8733-7619EA9D93D9}" srcOrd="0" destOrd="0" presId="urn:microsoft.com/office/officeart/2005/8/layout/default"/>
    <dgm:cxn modelId="{13D5F183-4B06-8948-B96F-C5FCC3B93C89}" srcId="{8D156E78-5074-F04B-890F-7B2D4BEAE1F0}" destId="{4F8B46A4-D0EE-324A-A715-4D91E5239F63}" srcOrd="4" destOrd="0" parTransId="{E77EE516-4FCA-1744-ABD8-A3ADAA652F6B}" sibTransId="{D797A19B-6ABE-B841-825C-CDA6EF290993}"/>
    <dgm:cxn modelId="{17229D9E-D4DC-4CD6-9BAF-99565F2B9264}" type="presOf" srcId="{8D156E78-5074-F04B-890F-7B2D4BEAE1F0}" destId="{DA510F2E-886A-EE4B-B21A-ADB41F083CB4}"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F99B13CD-F0A2-4B2C-A894-DAB405695560}" type="presOf" srcId="{0AB6A6F0-5E5B-3040-BB43-D5213E1D3D01}" destId="{7DB41D58-5779-974D-96E4-97FCBDAC8816}" srcOrd="0" destOrd="0" presId="urn:microsoft.com/office/officeart/2005/8/layout/default"/>
    <dgm:cxn modelId="{1E3BB8CE-E7A0-4594-90B6-DCC2F4EAA757}" type="presOf" srcId="{51107BBF-43AF-2B46-B3F1-0B49E9318B10}" destId="{F09B1A1C-9728-E24A-9F49-D17EB6F03F3F}" srcOrd="0" destOrd="0" presId="urn:microsoft.com/office/officeart/2005/8/layout/default"/>
    <dgm:cxn modelId="{E841BAD0-11B4-4E1D-B045-67A6C782B776}" type="presOf" srcId="{0553381E-1762-7C4E-A778-470D742D0C54}" destId="{1F5157AB-51CD-6E4E-B035-06C1E5F0DF93}" srcOrd="0" destOrd="0" presId="urn:microsoft.com/office/officeart/2005/8/layout/default"/>
    <dgm:cxn modelId="{3DB7C6D1-0CF0-486C-9D04-C18B56F27DDD}" type="presOf" srcId="{21CA2EA4-9ECA-0140-A87B-48FBD4F14196}" destId="{CD9E56D5-FC01-0E4E-B497-02063A306FC5}" srcOrd="0" destOrd="0" presId="urn:microsoft.com/office/officeart/2005/8/layout/default"/>
    <dgm:cxn modelId="{21FEE0D4-7C46-4FB6-839B-51588EBA44F5}" type="presOf" srcId="{4F8B46A4-D0EE-324A-A715-4D91E5239F63}" destId="{0FD6A4A7-7BDA-C241-BD96-408BD56CFF09}" srcOrd="0" destOrd="0" presId="urn:microsoft.com/office/officeart/2005/8/layout/default"/>
    <dgm:cxn modelId="{6A9CB9D5-3941-4CB3-AD11-43AF3F80F4C8}" type="presOf" srcId="{43F1E419-AE3F-9446-A43F-50F670B2311B}" destId="{B1235844-5E22-B848-8F22-5F34BC1FF877}" srcOrd="0" destOrd="0" presId="urn:microsoft.com/office/officeart/2005/8/layout/default"/>
    <dgm:cxn modelId="{C0A3A7DB-5BE5-4730-9BEF-7324FBA2BFE3}" type="presOf" srcId="{045E783C-8648-2C4C-BF84-271E286D1CF1}" destId="{BEBBF8D4-807B-D846-8BD9-5AFADCA0F61D}" srcOrd="0" destOrd="0" presId="urn:microsoft.com/office/officeart/2005/8/layout/default"/>
    <dgm:cxn modelId="{1DD90832-163B-493F-BCA2-417FEDCA8AF0}" type="presParOf" srcId="{DA510F2E-886A-EE4B-B21A-ADB41F083CB4}" destId="{7DB41D58-5779-974D-96E4-97FCBDAC8816}" srcOrd="0" destOrd="0" presId="urn:microsoft.com/office/officeart/2005/8/layout/default"/>
    <dgm:cxn modelId="{1F5ABC14-F208-462B-AF2C-24E3FD087DB2}" type="presParOf" srcId="{DA510F2E-886A-EE4B-B21A-ADB41F083CB4}" destId="{486AE1EC-3177-EC4B-8A55-3EBBDF163506}" srcOrd="1" destOrd="0" presId="urn:microsoft.com/office/officeart/2005/8/layout/default"/>
    <dgm:cxn modelId="{E434C599-D919-451E-B243-A53C34869CCA}" type="presParOf" srcId="{DA510F2E-886A-EE4B-B21A-ADB41F083CB4}" destId="{F09B1A1C-9728-E24A-9F49-D17EB6F03F3F}" srcOrd="2" destOrd="0" presId="urn:microsoft.com/office/officeart/2005/8/layout/default"/>
    <dgm:cxn modelId="{78CF29C0-D550-4E80-8FF2-858EB45E19E4}" type="presParOf" srcId="{DA510F2E-886A-EE4B-B21A-ADB41F083CB4}" destId="{9B1E1B8F-3BE6-DD45-8107-5B878C57BE46}" srcOrd="3" destOrd="0" presId="urn:microsoft.com/office/officeart/2005/8/layout/default"/>
    <dgm:cxn modelId="{4F723F86-6DF5-4341-9526-88183E08127A}" type="presParOf" srcId="{DA510F2E-886A-EE4B-B21A-ADB41F083CB4}" destId="{CD9E56D5-FC01-0E4E-B497-02063A306FC5}" srcOrd="4" destOrd="0" presId="urn:microsoft.com/office/officeart/2005/8/layout/default"/>
    <dgm:cxn modelId="{252EBC70-AAF2-47AD-9546-E02B0012BBC5}" type="presParOf" srcId="{DA510F2E-886A-EE4B-B21A-ADB41F083CB4}" destId="{082DEB20-C2AC-1D4C-B2B1-545F1A4EC02A}" srcOrd="5" destOrd="0" presId="urn:microsoft.com/office/officeart/2005/8/layout/default"/>
    <dgm:cxn modelId="{F857F032-4887-41EE-A86E-E790F6FD0E89}" type="presParOf" srcId="{DA510F2E-886A-EE4B-B21A-ADB41F083CB4}" destId="{4A24D450-2CA7-624D-B909-97D77CEAC40C}" srcOrd="6" destOrd="0" presId="urn:microsoft.com/office/officeart/2005/8/layout/default"/>
    <dgm:cxn modelId="{EA46430A-24FB-4A82-A293-06401F60D024}" type="presParOf" srcId="{DA510F2E-886A-EE4B-B21A-ADB41F083CB4}" destId="{3B4C3417-A4E9-5745-91CB-98D05AB8EF6F}" srcOrd="7" destOrd="0" presId="urn:microsoft.com/office/officeart/2005/8/layout/default"/>
    <dgm:cxn modelId="{87EE30ED-03F7-495A-83E5-E5A7FD58FCCB}" type="presParOf" srcId="{DA510F2E-886A-EE4B-B21A-ADB41F083CB4}" destId="{0FD6A4A7-7BDA-C241-BD96-408BD56CFF09}" srcOrd="8" destOrd="0" presId="urn:microsoft.com/office/officeart/2005/8/layout/default"/>
    <dgm:cxn modelId="{82CD53AF-748A-4C94-8172-099012B851C5}" type="presParOf" srcId="{DA510F2E-886A-EE4B-B21A-ADB41F083CB4}" destId="{FD85F9BF-D654-7F43-9779-9C93B8E66F79}" srcOrd="9" destOrd="0" presId="urn:microsoft.com/office/officeart/2005/8/layout/default"/>
    <dgm:cxn modelId="{D1F55082-7E37-43CC-8D76-00091694327A}" type="presParOf" srcId="{DA510F2E-886A-EE4B-B21A-ADB41F083CB4}" destId="{1F5157AB-51CD-6E4E-B035-06C1E5F0DF93}" srcOrd="10" destOrd="0" presId="urn:microsoft.com/office/officeart/2005/8/layout/default"/>
    <dgm:cxn modelId="{5DE39BE7-9AA9-4419-9FD9-C4056087FDAB}" type="presParOf" srcId="{DA510F2E-886A-EE4B-B21A-ADB41F083CB4}" destId="{0F47FA47-66C1-504C-A55D-8617AAD2794D}" srcOrd="11" destOrd="0" presId="urn:microsoft.com/office/officeart/2005/8/layout/default"/>
    <dgm:cxn modelId="{1260EA34-085C-4965-8A2A-63D27AFB8787}" type="presParOf" srcId="{DA510F2E-886A-EE4B-B21A-ADB41F083CB4}" destId="{10A46238-47BC-7E49-8733-7619EA9D93D9}" srcOrd="12" destOrd="0" presId="urn:microsoft.com/office/officeart/2005/8/layout/default"/>
    <dgm:cxn modelId="{C0BD29FC-4389-4937-8221-769DE38C1312}" type="presParOf" srcId="{DA510F2E-886A-EE4B-B21A-ADB41F083CB4}" destId="{A089DC6C-9CD0-A149-82AF-E984F1086957}" srcOrd="13" destOrd="0" presId="urn:microsoft.com/office/officeart/2005/8/layout/default"/>
    <dgm:cxn modelId="{990C2D60-EA56-4FAE-9053-9FAD1E50AF09}" type="presParOf" srcId="{DA510F2E-886A-EE4B-B21A-ADB41F083CB4}" destId="{BEBBF8D4-807B-D846-8BD9-5AFADCA0F61D}" srcOrd="14" destOrd="0" presId="urn:microsoft.com/office/officeart/2005/8/layout/default"/>
    <dgm:cxn modelId="{0F9287F1-2C40-498C-94B4-860F0354D396}" type="presParOf" srcId="{DA510F2E-886A-EE4B-B21A-ADB41F083CB4}" destId="{95FA61BB-C2D6-7447-A145-9AEC69E519E1}" srcOrd="15" destOrd="0" presId="urn:microsoft.com/office/officeart/2005/8/layout/default"/>
    <dgm:cxn modelId="{9674B285-7C3A-405E-A9C5-55BEBA89122E}"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dgm:spPr/>
      <dgm:t>
        <a:bodyPr/>
        <a:lstStyle/>
        <a:p>
          <a:pPr>
            <a:buFont typeface="Wingdings 2" panose="05020102010507070707" pitchFamily="18" charset="2"/>
            <a:buNone/>
          </a:pPr>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1</a:t>
          </a:r>
          <a:r>
            <a:rPr lang="zh-CN" altLang="en-US">
              <a:latin typeface="KaiTi" panose="02010609060101010101" pitchFamily="49" charset="-122"/>
              <a:ea typeface="KaiTi" panose="02010609060101010101" pitchFamily="49" charset="-122"/>
            </a:rPr>
            <a:t>）项目集成管理</a:t>
          </a:r>
          <a:endParaRPr lang="zh-CN" altLang="en-US" dirty="0">
            <a:latin typeface="KaiTi" panose="02010609060101010101" pitchFamily="49" charset="-122"/>
            <a:ea typeface="KaiTi" panose="02010609060101010101" pitchFamily="49" charset="-122"/>
          </a:endParaRP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dgm:style>
          <a:lnRef idx="0">
            <a:schemeClr val="accent2"/>
          </a:lnRef>
          <a:fillRef idx="3">
            <a:schemeClr val="accent2"/>
          </a:fillRef>
          <a:effectRef idx="3">
            <a:schemeClr val="accent2"/>
          </a:effectRef>
          <a:fontRef idx="minor">
            <a:schemeClr val="lt1"/>
          </a:fontRef>
        </dgm:style>
      </dgm:prSet>
      <dgm:spPr/>
      <dgm:t>
        <a:bodyPr/>
        <a:lstStyle/>
        <a:p>
          <a:r>
            <a:rPr lang="zh-CN" altLang="en-US" dirty="0">
              <a:latin typeface="KaiTi" panose="02010609060101010101" pitchFamily="49" charset="-122"/>
              <a:ea typeface="KaiTi" panose="02010609060101010101" pitchFamily="49" charset="-122"/>
            </a:rPr>
            <a:t>（</a:t>
          </a:r>
          <a:r>
            <a:rPr lang="en-US" altLang="zh-CN" dirty="0">
              <a:latin typeface="KaiTi" panose="02010609060101010101" pitchFamily="49" charset="-122"/>
              <a:ea typeface="KaiTi" panose="02010609060101010101" pitchFamily="49" charset="-122"/>
            </a:rPr>
            <a:t>2</a:t>
          </a:r>
          <a:r>
            <a:rPr lang="zh-CN" altLang="en-US"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dgm:style>
          <a:lnRef idx="0">
            <a:schemeClr val="accent2"/>
          </a:lnRef>
          <a:fillRef idx="3">
            <a:schemeClr val="accent2"/>
          </a:fillRef>
          <a:effectRef idx="3">
            <a:schemeClr val="accent2"/>
          </a:effectRef>
          <a:fontRef idx="minor">
            <a:schemeClr val="lt1"/>
          </a:fontRef>
        </dgm:style>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3</a:t>
          </a:r>
          <a:r>
            <a:rPr lang="zh-CN" altLang="en-US">
              <a:latin typeface="KaiTi" panose="02010609060101010101" pitchFamily="49" charset="-122"/>
              <a:ea typeface="KaiTi" panose="02010609060101010101" pitchFamily="49" charset="-122"/>
            </a:rPr>
            <a:t>）项目时间</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进度</a:t>
          </a:r>
          <a:r>
            <a:rPr lang="en-US" altLang="zh-CN">
              <a:latin typeface="KaiTi" panose="02010609060101010101" pitchFamily="49" charset="-122"/>
              <a:ea typeface="KaiTi" panose="02010609060101010101" pitchFamily="49" charset="-122"/>
            </a:rPr>
            <a:t>)</a:t>
          </a:r>
          <a:r>
            <a:rPr lang="zh-CN" altLang="en-US">
              <a:latin typeface="KaiTi" panose="02010609060101010101" pitchFamily="49" charset="-122"/>
              <a:ea typeface="KaiTi" panose="02010609060101010101" pitchFamily="49" charset="-122"/>
            </a:rPr>
            <a:t>管理</a:t>
          </a:r>
          <a:endParaRPr lang="zh-CN" altLang="en-US" dirty="0">
            <a:latin typeface="KaiTi" panose="02010609060101010101" pitchFamily="49" charset="-122"/>
            <a:ea typeface="KaiTi" panose="02010609060101010101" pitchFamily="49" charset="-122"/>
          </a:endParaRP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dgm:style>
          <a:lnRef idx="0">
            <a:schemeClr val="accent2"/>
          </a:lnRef>
          <a:fillRef idx="3">
            <a:schemeClr val="accent2"/>
          </a:fillRef>
          <a:effectRef idx="3">
            <a:schemeClr val="accent2"/>
          </a:effectRef>
          <a:fontRef idx="minor">
            <a:schemeClr val="lt1"/>
          </a:fontRef>
        </dgm:style>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4</a:t>
          </a:r>
          <a:r>
            <a:rPr lang="zh-CN" altLang="en-US">
              <a:latin typeface="KaiTi" panose="02010609060101010101" pitchFamily="49" charset="-122"/>
              <a:ea typeface="KaiTi" panose="02010609060101010101" pitchFamily="49" charset="-122"/>
            </a:rPr>
            <a:t>）项目成本管理</a:t>
          </a:r>
          <a:endParaRPr lang="zh-CN" altLang="en-US" dirty="0">
            <a:latin typeface="KaiTi" panose="02010609060101010101" pitchFamily="49" charset="-122"/>
            <a:ea typeface="KaiTi" panose="02010609060101010101" pitchFamily="49" charset="-122"/>
          </a:endParaRP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dgm:style>
          <a:lnRef idx="0">
            <a:schemeClr val="accent2"/>
          </a:lnRef>
          <a:fillRef idx="3">
            <a:schemeClr val="accent2"/>
          </a:fillRef>
          <a:effectRef idx="3">
            <a:schemeClr val="accent2"/>
          </a:effectRef>
          <a:fontRef idx="minor">
            <a:schemeClr val="lt1"/>
          </a:fontRef>
        </dgm:style>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5</a:t>
          </a:r>
          <a:r>
            <a:rPr lang="zh-CN" altLang="en-US">
              <a:latin typeface="KaiTi" panose="02010609060101010101" pitchFamily="49" charset="-122"/>
              <a:ea typeface="KaiTi" panose="02010609060101010101" pitchFamily="49" charset="-122"/>
            </a:rPr>
            <a:t>）项目质量管理</a:t>
          </a:r>
          <a:endParaRPr lang="zh-CN" altLang="en-US"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6</a:t>
          </a:r>
          <a:r>
            <a:rPr lang="zh-CN" altLang="en-US">
              <a:latin typeface="KaiTi" panose="02010609060101010101" pitchFamily="49" charset="-122"/>
              <a:ea typeface="KaiTi" panose="02010609060101010101" pitchFamily="49" charset="-122"/>
            </a:rPr>
            <a:t>）项目人力资源管理</a:t>
          </a:r>
          <a:endParaRPr lang="zh-CN" altLang="en-US"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7</a:t>
          </a:r>
          <a:r>
            <a:rPr lang="zh-CN" altLang="en-US">
              <a:latin typeface="KaiTi" panose="02010609060101010101" pitchFamily="49" charset="-122"/>
              <a:ea typeface="KaiTi" panose="02010609060101010101" pitchFamily="49" charset="-122"/>
            </a:rPr>
            <a:t>）项目沟通管理</a:t>
          </a:r>
          <a:endParaRPr lang="zh-CN" altLang="en-US"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8</a:t>
          </a:r>
          <a:r>
            <a:rPr lang="zh-CN" altLang="en-US">
              <a:latin typeface="KaiTi" panose="02010609060101010101" pitchFamily="49" charset="-122"/>
              <a:ea typeface="KaiTi" panose="02010609060101010101" pitchFamily="49" charset="-122"/>
            </a:rPr>
            <a:t>）项目风险管理</a:t>
          </a:r>
          <a:endParaRPr lang="zh-CN" altLang="en-US"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dgm:spPr/>
      <dgm:t>
        <a:bodyPr/>
        <a:lstStyle/>
        <a:p>
          <a:r>
            <a:rPr lang="zh-CN" altLang="en-US">
              <a:latin typeface="KaiTi" panose="02010609060101010101" pitchFamily="49" charset="-122"/>
              <a:ea typeface="KaiTi" panose="02010609060101010101" pitchFamily="49" charset="-122"/>
            </a:rPr>
            <a:t>（</a:t>
          </a:r>
          <a:r>
            <a:rPr lang="en-US" altLang="zh-CN">
              <a:latin typeface="KaiTi" panose="02010609060101010101" pitchFamily="49" charset="-122"/>
              <a:ea typeface="KaiTi" panose="02010609060101010101" pitchFamily="49" charset="-122"/>
            </a:rPr>
            <a:t>9</a:t>
          </a:r>
          <a:r>
            <a:rPr lang="zh-CN" altLang="en-US">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00C9BB29-9460-4218-B0EC-1257C06FD6E8}" type="presOf" srcId="{8D156E78-5074-F04B-890F-7B2D4BEAE1F0}" destId="{DA510F2E-886A-EE4B-B21A-ADB41F083CB4}" srcOrd="0" destOrd="0" presId="urn:microsoft.com/office/officeart/2005/8/layout/default"/>
    <dgm:cxn modelId="{6C20E72B-0C2B-3849-A52D-AD1DC01AA0EA}" srcId="{8D156E78-5074-F04B-890F-7B2D4BEAE1F0}" destId="{A36673D9-149F-774F-9472-61270EB3A7D1}" srcOrd="6" destOrd="0" parTransId="{53AF893B-BEC3-BC47-9E07-6E76FC0A6B16}" sibTransId="{A70577BD-06DD-B044-BFE8-A5ED1CE3E7DD}"/>
    <dgm:cxn modelId="{55BBF03A-8C92-4937-960C-4DDC5F8AE907}" type="presOf" srcId="{4F8B46A4-D0EE-324A-A715-4D91E5239F63}" destId="{0FD6A4A7-7BDA-C241-BD96-408BD56CFF09}" srcOrd="0" destOrd="0" presId="urn:microsoft.com/office/officeart/2005/8/layout/default"/>
    <dgm:cxn modelId="{4369063E-EE78-C44D-8648-5F63EC519076}" srcId="{8D156E78-5074-F04B-890F-7B2D4BEAE1F0}" destId="{43F1E419-AE3F-9446-A43F-50F670B2311B}" srcOrd="8" destOrd="0" parTransId="{E6704D2D-E778-1448-AF45-F7A464DF6FD6}" sibTransId="{450A8439-59C7-344D-935C-3F62C40884D5}"/>
    <dgm:cxn modelId="{3E80175D-25E1-4460-A4B5-82C27B8E55AF}" type="presOf" srcId="{045E783C-8648-2C4C-BF84-271E286D1CF1}" destId="{BEBBF8D4-807B-D846-8BD9-5AFADCA0F61D}" srcOrd="0" destOrd="0" presId="urn:microsoft.com/office/officeart/2005/8/layout/default"/>
    <dgm:cxn modelId="{C801C767-6061-49CA-8575-819F25147E95}" type="presOf" srcId="{43F1E419-AE3F-9446-A43F-50F670B2311B}" destId="{B1235844-5E22-B848-8F22-5F34BC1FF877}" srcOrd="0" destOrd="0" presId="urn:microsoft.com/office/officeart/2005/8/layout/default"/>
    <dgm:cxn modelId="{454BD047-BF88-AB46-BA8F-140E9A898799}" srcId="{8D156E78-5074-F04B-890F-7B2D4BEAE1F0}" destId="{65AE586F-2E91-5841-B2BC-6FFE23E676D8}" srcOrd="3" destOrd="0" parTransId="{98FCB2FF-8BC4-BB43-8CD1-C337C582C39D}" sibTransId="{BFA3741E-8E37-594C-ABBE-D6EC37A70999}"/>
    <dgm:cxn modelId="{6EB15648-9770-460C-A501-176BC82F9C9A}" type="presOf" srcId="{A36673D9-149F-774F-9472-61270EB3A7D1}" destId="{10A46238-47BC-7E49-8733-7619EA9D93D9}" srcOrd="0" destOrd="0" presId="urn:microsoft.com/office/officeart/2005/8/layout/default"/>
    <dgm:cxn modelId="{C3071872-E5B9-AD4C-9157-33E8F69927FB}" srcId="{8D156E78-5074-F04B-890F-7B2D4BEAE1F0}" destId="{0AB6A6F0-5E5B-3040-BB43-D5213E1D3D01}" srcOrd="0" destOrd="0" parTransId="{AAF6B859-C563-FB48-AD23-B18AC967FF94}" sibTransId="{A08A26DF-37AA-5F48-85ED-68876BEC45E7}"/>
    <dgm:cxn modelId="{451DA755-C80D-A046-8BC0-4C65A0C6ACE6}" srcId="{8D156E78-5074-F04B-890F-7B2D4BEAE1F0}" destId="{51107BBF-43AF-2B46-B3F1-0B49E9318B10}" srcOrd="1" destOrd="0" parTransId="{5AA72A53-F9AB-4344-BE6A-F9442D3C076A}" sibTransId="{15E633B1-63E9-254C-ABED-CB65E13EEC37}"/>
    <dgm:cxn modelId="{13D5F183-4B06-8948-B96F-C5FCC3B93C89}" srcId="{8D156E78-5074-F04B-890F-7B2D4BEAE1F0}" destId="{4F8B46A4-D0EE-324A-A715-4D91E5239F63}" srcOrd="4" destOrd="0" parTransId="{E77EE516-4FCA-1744-ABD8-A3ADAA652F6B}" sibTransId="{D797A19B-6ABE-B841-825C-CDA6EF290993}"/>
    <dgm:cxn modelId="{F496B69F-EF0E-4916-A255-C62FCE9C6248}" type="presOf" srcId="{0AB6A6F0-5E5B-3040-BB43-D5213E1D3D01}" destId="{7DB41D58-5779-974D-96E4-97FCBDAC8816}" srcOrd="0" destOrd="0" presId="urn:microsoft.com/office/officeart/2005/8/layout/default"/>
    <dgm:cxn modelId="{2A2E2BB4-C0B8-4144-A3E1-78E8F73D8862}" type="presOf" srcId="{65AE586F-2E91-5841-B2BC-6FFE23E676D8}" destId="{4A24D450-2CA7-624D-B909-97D77CEAC40C}"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E7BFD9B9-2246-4311-8415-585C3F54DEC9}" type="presOf" srcId="{51107BBF-43AF-2B46-B3F1-0B49E9318B10}" destId="{F09B1A1C-9728-E24A-9F49-D17EB6F03F3F}" srcOrd="0" destOrd="0" presId="urn:microsoft.com/office/officeart/2005/8/layout/default"/>
    <dgm:cxn modelId="{A4E739E3-08A7-46A7-AA80-36E67FD6BD1F}" type="presOf" srcId="{21CA2EA4-9ECA-0140-A87B-48FBD4F14196}" destId="{CD9E56D5-FC01-0E4E-B497-02063A306FC5}" srcOrd="0" destOrd="0" presId="urn:microsoft.com/office/officeart/2005/8/layout/default"/>
    <dgm:cxn modelId="{9786B5FA-D06E-4DE2-9618-ED7BF1F7B79B}" type="presOf" srcId="{0553381E-1762-7C4E-A778-470D742D0C54}" destId="{1F5157AB-51CD-6E4E-B035-06C1E5F0DF93}" srcOrd="0" destOrd="0" presId="urn:microsoft.com/office/officeart/2005/8/layout/default"/>
    <dgm:cxn modelId="{DA853FE0-BBEF-4EC0-85E1-BDE3D2DCF259}" type="presParOf" srcId="{DA510F2E-886A-EE4B-B21A-ADB41F083CB4}" destId="{7DB41D58-5779-974D-96E4-97FCBDAC8816}" srcOrd="0" destOrd="0" presId="urn:microsoft.com/office/officeart/2005/8/layout/default"/>
    <dgm:cxn modelId="{7F4E7763-20AC-4034-8D64-27E0636B972B}" type="presParOf" srcId="{DA510F2E-886A-EE4B-B21A-ADB41F083CB4}" destId="{486AE1EC-3177-EC4B-8A55-3EBBDF163506}" srcOrd="1" destOrd="0" presId="urn:microsoft.com/office/officeart/2005/8/layout/default"/>
    <dgm:cxn modelId="{0246D4AA-907B-43EC-B463-6DA55F8ECF49}" type="presParOf" srcId="{DA510F2E-886A-EE4B-B21A-ADB41F083CB4}" destId="{F09B1A1C-9728-E24A-9F49-D17EB6F03F3F}" srcOrd="2" destOrd="0" presId="urn:microsoft.com/office/officeart/2005/8/layout/default"/>
    <dgm:cxn modelId="{62B84F79-9295-4BFD-95B0-7F03F049A55F}" type="presParOf" srcId="{DA510F2E-886A-EE4B-B21A-ADB41F083CB4}" destId="{9B1E1B8F-3BE6-DD45-8107-5B878C57BE46}" srcOrd="3" destOrd="0" presId="urn:microsoft.com/office/officeart/2005/8/layout/default"/>
    <dgm:cxn modelId="{4AB6788E-19F9-43AA-9E89-99992E301656}" type="presParOf" srcId="{DA510F2E-886A-EE4B-B21A-ADB41F083CB4}" destId="{CD9E56D5-FC01-0E4E-B497-02063A306FC5}" srcOrd="4" destOrd="0" presId="urn:microsoft.com/office/officeart/2005/8/layout/default"/>
    <dgm:cxn modelId="{A45026EC-8022-4427-82D0-D650CE550E58}" type="presParOf" srcId="{DA510F2E-886A-EE4B-B21A-ADB41F083CB4}" destId="{082DEB20-C2AC-1D4C-B2B1-545F1A4EC02A}" srcOrd="5" destOrd="0" presId="urn:microsoft.com/office/officeart/2005/8/layout/default"/>
    <dgm:cxn modelId="{2F1E29A5-790B-4B1E-B5F9-0E4CA5324F33}" type="presParOf" srcId="{DA510F2E-886A-EE4B-B21A-ADB41F083CB4}" destId="{4A24D450-2CA7-624D-B909-97D77CEAC40C}" srcOrd="6" destOrd="0" presId="urn:microsoft.com/office/officeart/2005/8/layout/default"/>
    <dgm:cxn modelId="{5F4BFBA5-9750-49F9-91BB-4D4DE4FB4648}" type="presParOf" srcId="{DA510F2E-886A-EE4B-B21A-ADB41F083CB4}" destId="{3B4C3417-A4E9-5745-91CB-98D05AB8EF6F}" srcOrd="7" destOrd="0" presId="urn:microsoft.com/office/officeart/2005/8/layout/default"/>
    <dgm:cxn modelId="{E583CAC9-54C3-4160-AC8A-1AA38825EE4C}" type="presParOf" srcId="{DA510F2E-886A-EE4B-B21A-ADB41F083CB4}" destId="{0FD6A4A7-7BDA-C241-BD96-408BD56CFF09}" srcOrd="8" destOrd="0" presId="urn:microsoft.com/office/officeart/2005/8/layout/default"/>
    <dgm:cxn modelId="{0E34753E-D718-4D68-811D-92AF9930BB27}" type="presParOf" srcId="{DA510F2E-886A-EE4B-B21A-ADB41F083CB4}" destId="{FD85F9BF-D654-7F43-9779-9C93B8E66F79}" srcOrd="9" destOrd="0" presId="urn:microsoft.com/office/officeart/2005/8/layout/default"/>
    <dgm:cxn modelId="{5FBDF329-34D0-4CA9-BF23-40436EB71D27}" type="presParOf" srcId="{DA510F2E-886A-EE4B-B21A-ADB41F083CB4}" destId="{1F5157AB-51CD-6E4E-B035-06C1E5F0DF93}" srcOrd="10" destOrd="0" presId="urn:microsoft.com/office/officeart/2005/8/layout/default"/>
    <dgm:cxn modelId="{D4300E86-4C8A-4518-8CC6-CED97726A196}" type="presParOf" srcId="{DA510F2E-886A-EE4B-B21A-ADB41F083CB4}" destId="{0F47FA47-66C1-504C-A55D-8617AAD2794D}" srcOrd="11" destOrd="0" presId="urn:microsoft.com/office/officeart/2005/8/layout/default"/>
    <dgm:cxn modelId="{700046C7-8563-4912-AF03-CE46AC5CE25A}" type="presParOf" srcId="{DA510F2E-886A-EE4B-B21A-ADB41F083CB4}" destId="{10A46238-47BC-7E49-8733-7619EA9D93D9}" srcOrd="12" destOrd="0" presId="urn:microsoft.com/office/officeart/2005/8/layout/default"/>
    <dgm:cxn modelId="{6E69D173-01A9-4AE8-8582-B6164919F229}" type="presParOf" srcId="{DA510F2E-886A-EE4B-B21A-ADB41F083CB4}" destId="{A089DC6C-9CD0-A149-82AF-E984F1086957}" srcOrd="13" destOrd="0" presId="urn:microsoft.com/office/officeart/2005/8/layout/default"/>
    <dgm:cxn modelId="{E21CB6B3-65B7-4BC2-AD72-FCE127868AC9}" type="presParOf" srcId="{DA510F2E-886A-EE4B-B21A-ADB41F083CB4}" destId="{BEBBF8D4-807B-D846-8BD9-5AFADCA0F61D}" srcOrd="14" destOrd="0" presId="urn:microsoft.com/office/officeart/2005/8/layout/default"/>
    <dgm:cxn modelId="{1150A68D-0199-4DD9-9BDF-A3D647A334F0}" type="presParOf" srcId="{DA510F2E-886A-EE4B-B21A-ADB41F083CB4}" destId="{95FA61BB-C2D6-7447-A145-9AEC69E519E1}" srcOrd="15" destOrd="0" presId="urn:microsoft.com/office/officeart/2005/8/layout/default"/>
    <dgm:cxn modelId="{827740D3-54B7-4204-9353-9D033816E480}"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custT="1"/>
      <dgm:spPr/>
      <dgm:t>
        <a:bodyPr/>
        <a:lstStyle/>
        <a:p>
          <a:pPr>
            <a:buFont typeface="Wingdings 2" panose="05020102010507070707" pitchFamily="18" charset="2"/>
            <a:buNone/>
          </a:pPr>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）项目集成管理</a:t>
          </a: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custT="1"/>
      <dgm:spPr>
        <a:solidFill>
          <a:schemeClr val="accent2"/>
        </a:solidFill>
      </dgm:spPr>
      <dgm:t>
        <a:bodyPr/>
        <a:lstStyle/>
        <a:p>
          <a:r>
            <a:rPr lang="zh-CN" altLang="en-US" sz="1800" b="1" dirty="0">
              <a:latin typeface="KaiTi" panose="02010609060101010101" pitchFamily="49" charset="-122"/>
              <a:ea typeface="KaiTi" panose="02010609060101010101" pitchFamily="49" charset="-122"/>
            </a:rPr>
            <a:t>（</a:t>
          </a:r>
          <a:r>
            <a:rPr lang="en-US" altLang="zh-CN" sz="1800" b="1" dirty="0">
              <a:latin typeface="KaiTi" panose="02010609060101010101" pitchFamily="49" charset="-122"/>
              <a:ea typeface="KaiTi" panose="02010609060101010101" pitchFamily="49" charset="-122"/>
            </a:rPr>
            <a:t>2</a:t>
          </a:r>
          <a:r>
            <a:rPr lang="zh-CN" altLang="en-US" sz="1800" b="1"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custT="1"/>
      <dgm:spPr/>
      <dgm:t>
        <a:bodyPr/>
        <a:lstStyle/>
        <a:p>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3</a:t>
          </a:r>
          <a:r>
            <a:rPr lang="zh-CN" altLang="en-US" sz="1600" dirty="0">
              <a:latin typeface="KaiTi" panose="02010609060101010101" pitchFamily="49" charset="-122"/>
              <a:ea typeface="KaiTi" panose="02010609060101010101" pitchFamily="49" charset="-122"/>
            </a:rPr>
            <a:t>）项目时间</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进度</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管理</a:t>
          </a: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custT="1"/>
      <dgm:spPr/>
      <dgm:t>
        <a:bodyPr/>
        <a:lstStyle/>
        <a:p>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4</a:t>
          </a:r>
          <a:r>
            <a:rPr lang="zh-CN" altLang="en-US" sz="1600" dirty="0">
              <a:latin typeface="KaiTi" panose="02010609060101010101" pitchFamily="49" charset="-122"/>
              <a:ea typeface="KaiTi" panose="02010609060101010101" pitchFamily="49" charset="-122"/>
            </a:rPr>
            <a:t>）项目成本管理</a:t>
          </a: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5</a:t>
          </a:r>
          <a:r>
            <a:rPr lang="zh-CN" altLang="en-US" sz="1600">
              <a:latin typeface="KaiTi" panose="02010609060101010101" pitchFamily="49" charset="-122"/>
              <a:ea typeface="KaiTi" panose="02010609060101010101" pitchFamily="49" charset="-122"/>
            </a:rPr>
            <a:t>）项目质量管理</a:t>
          </a:r>
          <a:endParaRPr lang="zh-CN" altLang="en-US" sz="1600"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6</a:t>
          </a:r>
          <a:r>
            <a:rPr lang="zh-CN" altLang="en-US" sz="1600">
              <a:latin typeface="KaiTi" panose="02010609060101010101" pitchFamily="49" charset="-122"/>
              <a:ea typeface="KaiTi" panose="02010609060101010101" pitchFamily="49" charset="-122"/>
            </a:rPr>
            <a:t>）项目人力资源管理</a:t>
          </a:r>
          <a:endParaRPr lang="zh-CN" altLang="en-US" sz="1600"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7</a:t>
          </a:r>
          <a:r>
            <a:rPr lang="zh-CN" altLang="en-US" sz="1600">
              <a:latin typeface="KaiTi" panose="02010609060101010101" pitchFamily="49" charset="-122"/>
              <a:ea typeface="KaiTi" panose="02010609060101010101" pitchFamily="49" charset="-122"/>
            </a:rPr>
            <a:t>）项目沟通管理</a:t>
          </a:r>
          <a:endParaRPr lang="zh-CN" altLang="en-US" sz="1600"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8</a:t>
          </a:r>
          <a:r>
            <a:rPr lang="zh-CN" altLang="en-US" sz="1600">
              <a:latin typeface="KaiTi" panose="02010609060101010101" pitchFamily="49" charset="-122"/>
              <a:ea typeface="KaiTi" panose="02010609060101010101" pitchFamily="49" charset="-122"/>
            </a:rPr>
            <a:t>）项目风险管理</a:t>
          </a:r>
          <a:endParaRPr lang="zh-CN" altLang="en-US" sz="1600"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9</a:t>
          </a:r>
          <a:r>
            <a:rPr lang="zh-CN" altLang="en-US" sz="1600">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custScaleX="262173">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custScaleX="283990">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custScaleX="262173">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custScaleX="262173">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custScaleX="262173">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custScaleX="262173">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custScaleX="262173">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custScaleX="262173">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custScaleX="262173">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31266622-913A-46A9-BA85-8B624FBAFE6E}" type="presOf" srcId="{51107BBF-43AF-2B46-B3F1-0B49E9318B10}" destId="{F09B1A1C-9728-E24A-9F49-D17EB6F03F3F}" srcOrd="0" destOrd="0" presId="urn:microsoft.com/office/officeart/2005/8/layout/default"/>
    <dgm:cxn modelId="{6C20E72B-0C2B-3849-A52D-AD1DC01AA0EA}" srcId="{8D156E78-5074-F04B-890F-7B2D4BEAE1F0}" destId="{A36673D9-149F-774F-9472-61270EB3A7D1}" srcOrd="6" destOrd="0" parTransId="{53AF893B-BEC3-BC47-9E07-6E76FC0A6B16}" sibTransId="{A70577BD-06DD-B044-BFE8-A5ED1CE3E7DD}"/>
    <dgm:cxn modelId="{C077B53C-269D-4250-907F-2683B3FE4550}" type="presOf" srcId="{A36673D9-149F-774F-9472-61270EB3A7D1}" destId="{10A46238-47BC-7E49-8733-7619EA9D93D9}" srcOrd="0" destOrd="0" presId="urn:microsoft.com/office/officeart/2005/8/layout/default"/>
    <dgm:cxn modelId="{4369063E-EE78-C44D-8648-5F63EC519076}" srcId="{8D156E78-5074-F04B-890F-7B2D4BEAE1F0}" destId="{43F1E419-AE3F-9446-A43F-50F670B2311B}" srcOrd="8" destOrd="0" parTransId="{E6704D2D-E778-1448-AF45-F7A464DF6FD6}" sibTransId="{450A8439-59C7-344D-935C-3F62C40884D5}"/>
    <dgm:cxn modelId="{49746763-6956-45F9-8F93-EB7EAFAAD085}" type="presOf" srcId="{43F1E419-AE3F-9446-A43F-50F670B2311B}" destId="{B1235844-5E22-B848-8F22-5F34BC1FF877}" srcOrd="0" destOrd="0" presId="urn:microsoft.com/office/officeart/2005/8/layout/default"/>
    <dgm:cxn modelId="{454BD047-BF88-AB46-BA8F-140E9A898799}" srcId="{8D156E78-5074-F04B-890F-7B2D4BEAE1F0}" destId="{65AE586F-2E91-5841-B2BC-6FFE23E676D8}" srcOrd="3" destOrd="0" parTransId="{98FCB2FF-8BC4-BB43-8CD1-C337C582C39D}" sibTransId="{BFA3741E-8E37-594C-ABBE-D6EC37A70999}"/>
    <dgm:cxn modelId="{8A8A9F6B-28CC-40BA-8698-89A851D19F70}" type="presOf" srcId="{0553381E-1762-7C4E-A778-470D742D0C54}" destId="{1F5157AB-51CD-6E4E-B035-06C1E5F0DF93}" srcOrd="0" destOrd="0" presId="urn:microsoft.com/office/officeart/2005/8/layout/default"/>
    <dgm:cxn modelId="{C3071872-E5B9-AD4C-9157-33E8F69927FB}" srcId="{8D156E78-5074-F04B-890F-7B2D4BEAE1F0}" destId="{0AB6A6F0-5E5B-3040-BB43-D5213E1D3D01}" srcOrd="0" destOrd="0" parTransId="{AAF6B859-C563-FB48-AD23-B18AC967FF94}" sibTransId="{A08A26DF-37AA-5F48-85ED-68876BEC45E7}"/>
    <dgm:cxn modelId="{98A87C55-77EC-4E38-A6FD-D261C70B152A}" type="presOf" srcId="{4F8B46A4-D0EE-324A-A715-4D91E5239F63}" destId="{0FD6A4A7-7BDA-C241-BD96-408BD56CFF09}" srcOrd="0" destOrd="0" presId="urn:microsoft.com/office/officeart/2005/8/layout/default"/>
    <dgm:cxn modelId="{451DA755-C80D-A046-8BC0-4C65A0C6ACE6}" srcId="{8D156E78-5074-F04B-890F-7B2D4BEAE1F0}" destId="{51107BBF-43AF-2B46-B3F1-0B49E9318B10}" srcOrd="1" destOrd="0" parTransId="{5AA72A53-F9AB-4344-BE6A-F9442D3C076A}" sibTransId="{15E633B1-63E9-254C-ABED-CB65E13EEC37}"/>
    <dgm:cxn modelId="{6FFD8857-CD1E-489C-A033-D4C0CDBDEF0D}" type="presOf" srcId="{045E783C-8648-2C4C-BF84-271E286D1CF1}" destId="{BEBBF8D4-807B-D846-8BD9-5AFADCA0F61D}" srcOrd="0" destOrd="0" presId="urn:microsoft.com/office/officeart/2005/8/layout/default"/>
    <dgm:cxn modelId="{13D5F183-4B06-8948-B96F-C5FCC3B93C89}" srcId="{8D156E78-5074-F04B-890F-7B2D4BEAE1F0}" destId="{4F8B46A4-D0EE-324A-A715-4D91E5239F63}" srcOrd="4" destOrd="0" parTransId="{E77EE516-4FCA-1744-ABD8-A3ADAA652F6B}" sibTransId="{D797A19B-6ABE-B841-825C-CDA6EF290993}"/>
    <dgm:cxn modelId="{F06C3498-40F8-47B2-83A6-3044752E18A2}" type="presOf" srcId="{8D156E78-5074-F04B-890F-7B2D4BEAE1F0}" destId="{DA510F2E-886A-EE4B-B21A-ADB41F083CB4}" srcOrd="0" destOrd="0" presId="urn:microsoft.com/office/officeart/2005/8/layout/default"/>
    <dgm:cxn modelId="{E091ACA7-C275-406C-B94A-049BB34042BD}" type="presOf" srcId="{21CA2EA4-9ECA-0140-A87B-48FBD4F14196}" destId="{CD9E56D5-FC01-0E4E-B497-02063A306FC5}"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590F29EC-5F6F-4A59-AE99-9224FD1E5D75}" type="presOf" srcId="{65AE586F-2E91-5841-B2BC-6FFE23E676D8}" destId="{4A24D450-2CA7-624D-B909-97D77CEAC40C}" srcOrd="0" destOrd="0" presId="urn:microsoft.com/office/officeart/2005/8/layout/default"/>
    <dgm:cxn modelId="{93C7E1F8-D848-4E7F-8660-57B32C36B02B}" type="presOf" srcId="{0AB6A6F0-5E5B-3040-BB43-D5213E1D3D01}" destId="{7DB41D58-5779-974D-96E4-97FCBDAC8816}" srcOrd="0" destOrd="0" presId="urn:microsoft.com/office/officeart/2005/8/layout/default"/>
    <dgm:cxn modelId="{C2E5CDF3-40CF-45A9-8B03-7EC1F8B55C12}" type="presParOf" srcId="{DA510F2E-886A-EE4B-B21A-ADB41F083CB4}" destId="{7DB41D58-5779-974D-96E4-97FCBDAC8816}" srcOrd="0" destOrd="0" presId="urn:microsoft.com/office/officeart/2005/8/layout/default"/>
    <dgm:cxn modelId="{95A4730E-210F-41AB-A23B-3B4C580934FD}" type="presParOf" srcId="{DA510F2E-886A-EE4B-B21A-ADB41F083CB4}" destId="{486AE1EC-3177-EC4B-8A55-3EBBDF163506}" srcOrd="1" destOrd="0" presId="urn:microsoft.com/office/officeart/2005/8/layout/default"/>
    <dgm:cxn modelId="{10EF8F9F-AA0E-41B6-B60B-1B519F8258A5}" type="presParOf" srcId="{DA510F2E-886A-EE4B-B21A-ADB41F083CB4}" destId="{F09B1A1C-9728-E24A-9F49-D17EB6F03F3F}" srcOrd="2" destOrd="0" presId="urn:microsoft.com/office/officeart/2005/8/layout/default"/>
    <dgm:cxn modelId="{1EFAE6F4-9EC9-4948-8097-E8D1F776865F}" type="presParOf" srcId="{DA510F2E-886A-EE4B-B21A-ADB41F083CB4}" destId="{9B1E1B8F-3BE6-DD45-8107-5B878C57BE46}" srcOrd="3" destOrd="0" presId="urn:microsoft.com/office/officeart/2005/8/layout/default"/>
    <dgm:cxn modelId="{8D0B4163-F7F0-4D7C-98ED-1BCBF787C8F4}" type="presParOf" srcId="{DA510F2E-886A-EE4B-B21A-ADB41F083CB4}" destId="{CD9E56D5-FC01-0E4E-B497-02063A306FC5}" srcOrd="4" destOrd="0" presId="urn:microsoft.com/office/officeart/2005/8/layout/default"/>
    <dgm:cxn modelId="{F73B8217-9589-40CA-B285-D66CD3AAADDE}" type="presParOf" srcId="{DA510F2E-886A-EE4B-B21A-ADB41F083CB4}" destId="{082DEB20-C2AC-1D4C-B2B1-545F1A4EC02A}" srcOrd="5" destOrd="0" presId="urn:microsoft.com/office/officeart/2005/8/layout/default"/>
    <dgm:cxn modelId="{EC4FB9EA-55D7-4D3A-9634-61C8D2E010A9}" type="presParOf" srcId="{DA510F2E-886A-EE4B-B21A-ADB41F083CB4}" destId="{4A24D450-2CA7-624D-B909-97D77CEAC40C}" srcOrd="6" destOrd="0" presId="urn:microsoft.com/office/officeart/2005/8/layout/default"/>
    <dgm:cxn modelId="{D988DAAF-D9AF-4DED-82D1-A114E7CA096C}" type="presParOf" srcId="{DA510F2E-886A-EE4B-B21A-ADB41F083CB4}" destId="{3B4C3417-A4E9-5745-91CB-98D05AB8EF6F}" srcOrd="7" destOrd="0" presId="urn:microsoft.com/office/officeart/2005/8/layout/default"/>
    <dgm:cxn modelId="{17C6A5D7-1D4E-4400-8F54-1A5DCEC60B5E}" type="presParOf" srcId="{DA510F2E-886A-EE4B-B21A-ADB41F083CB4}" destId="{0FD6A4A7-7BDA-C241-BD96-408BD56CFF09}" srcOrd="8" destOrd="0" presId="urn:microsoft.com/office/officeart/2005/8/layout/default"/>
    <dgm:cxn modelId="{E1406738-A16F-4E02-A30A-03A7F95B7FF3}" type="presParOf" srcId="{DA510F2E-886A-EE4B-B21A-ADB41F083CB4}" destId="{FD85F9BF-D654-7F43-9779-9C93B8E66F79}" srcOrd="9" destOrd="0" presId="urn:microsoft.com/office/officeart/2005/8/layout/default"/>
    <dgm:cxn modelId="{32DA89A2-6D84-4D8D-8BFC-7AE222D98422}" type="presParOf" srcId="{DA510F2E-886A-EE4B-B21A-ADB41F083CB4}" destId="{1F5157AB-51CD-6E4E-B035-06C1E5F0DF93}" srcOrd="10" destOrd="0" presId="urn:microsoft.com/office/officeart/2005/8/layout/default"/>
    <dgm:cxn modelId="{6FF4129E-61F0-499E-8E2B-9D2C2F7236D9}" type="presParOf" srcId="{DA510F2E-886A-EE4B-B21A-ADB41F083CB4}" destId="{0F47FA47-66C1-504C-A55D-8617AAD2794D}" srcOrd="11" destOrd="0" presId="urn:microsoft.com/office/officeart/2005/8/layout/default"/>
    <dgm:cxn modelId="{879A564B-E0C0-4E72-A854-7A9D52B5FDE6}" type="presParOf" srcId="{DA510F2E-886A-EE4B-B21A-ADB41F083CB4}" destId="{10A46238-47BC-7E49-8733-7619EA9D93D9}" srcOrd="12" destOrd="0" presId="urn:microsoft.com/office/officeart/2005/8/layout/default"/>
    <dgm:cxn modelId="{F0F10EB0-17A0-4B16-848F-E8E68656CDFE}" type="presParOf" srcId="{DA510F2E-886A-EE4B-B21A-ADB41F083CB4}" destId="{A089DC6C-9CD0-A149-82AF-E984F1086957}" srcOrd="13" destOrd="0" presId="urn:microsoft.com/office/officeart/2005/8/layout/default"/>
    <dgm:cxn modelId="{B29CFC8B-FC1A-442C-BDA8-8578DEBCCA58}" type="presParOf" srcId="{DA510F2E-886A-EE4B-B21A-ADB41F083CB4}" destId="{BEBBF8D4-807B-D846-8BD9-5AFADCA0F61D}" srcOrd="14" destOrd="0" presId="urn:microsoft.com/office/officeart/2005/8/layout/default"/>
    <dgm:cxn modelId="{F3A3EB53-83AD-4E89-B04C-DA4436259A84}" type="presParOf" srcId="{DA510F2E-886A-EE4B-B21A-ADB41F083CB4}" destId="{95FA61BB-C2D6-7447-A145-9AEC69E519E1}" srcOrd="15" destOrd="0" presId="urn:microsoft.com/office/officeart/2005/8/layout/default"/>
    <dgm:cxn modelId="{E3B21420-03BE-45A1-B290-DD163677C25F}"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custT="1"/>
      <dgm:spPr/>
      <dgm:t>
        <a:bodyPr/>
        <a:lstStyle/>
        <a:p>
          <a:pPr>
            <a:buFont typeface="Wingdings 2" panose="05020102010507070707" pitchFamily="18" charset="2"/>
            <a:buNone/>
          </a:pPr>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）项目集成管理</a:t>
          </a: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custT="1"/>
      <dgm:spPr>
        <a:solidFill>
          <a:schemeClr val="accent2"/>
        </a:solidFill>
      </dgm:spPr>
      <dgm:t>
        <a:bodyPr/>
        <a:lstStyle/>
        <a:p>
          <a:r>
            <a:rPr lang="zh-CN" altLang="en-US" sz="1800" b="1" dirty="0">
              <a:latin typeface="KaiTi" panose="02010609060101010101" pitchFamily="49" charset="-122"/>
              <a:ea typeface="KaiTi" panose="02010609060101010101" pitchFamily="49" charset="-122"/>
            </a:rPr>
            <a:t>（</a:t>
          </a:r>
          <a:r>
            <a:rPr lang="en-US" altLang="zh-CN" sz="1800" b="1" dirty="0">
              <a:latin typeface="KaiTi" panose="02010609060101010101" pitchFamily="49" charset="-122"/>
              <a:ea typeface="KaiTi" panose="02010609060101010101" pitchFamily="49" charset="-122"/>
            </a:rPr>
            <a:t>2</a:t>
          </a:r>
          <a:r>
            <a:rPr lang="zh-CN" altLang="en-US" sz="1800" b="1"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3</a:t>
          </a:r>
          <a:r>
            <a:rPr lang="zh-CN" altLang="en-US" sz="1600">
              <a:latin typeface="KaiTi" panose="02010609060101010101" pitchFamily="49" charset="-122"/>
              <a:ea typeface="KaiTi" panose="02010609060101010101" pitchFamily="49" charset="-122"/>
            </a:rPr>
            <a:t>）项目时间</a:t>
          </a:r>
          <a:r>
            <a:rPr lang="en-US" altLang="zh-CN" sz="1600">
              <a:latin typeface="KaiTi" panose="02010609060101010101" pitchFamily="49" charset="-122"/>
              <a:ea typeface="KaiTi" panose="02010609060101010101" pitchFamily="49" charset="-122"/>
            </a:rPr>
            <a:t>(</a:t>
          </a:r>
          <a:r>
            <a:rPr lang="zh-CN" altLang="en-US" sz="1600">
              <a:latin typeface="KaiTi" panose="02010609060101010101" pitchFamily="49" charset="-122"/>
              <a:ea typeface="KaiTi" panose="02010609060101010101" pitchFamily="49" charset="-122"/>
            </a:rPr>
            <a:t>进度</a:t>
          </a:r>
          <a:r>
            <a:rPr lang="en-US" altLang="zh-CN" sz="1600">
              <a:latin typeface="KaiTi" panose="02010609060101010101" pitchFamily="49" charset="-122"/>
              <a:ea typeface="KaiTi" panose="02010609060101010101" pitchFamily="49" charset="-122"/>
            </a:rPr>
            <a:t>)</a:t>
          </a:r>
          <a:r>
            <a:rPr lang="zh-CN" altLang="en-US" sz="1600">
              <a:latin typeface="KaiTi" panose="02010609060101010101" pitchFamily="49" charset="-122"/>
              <a:ea typeface="KaiTi" panose="02010609060101010101" pitchFamily="49" charset="-122"/>
            </a:rPr>
            <a:t>管理</a:t>
          </a:r>
          <a:endParaRPr lang="zh-CN" altLang="en-US" sz="1600" dirty="0">
            <a:latin typeface="KaiTi" panose="02010609060101010101" pitchFamily="49" charset="-122"/>
            <a:ea typeface="KaiTi" panose="02010609060101010101" pitchFamily="49" charset="-122"/>
          </a:endParaRP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custT="1"/>
      <dgm:spPr/>
      <dgm:t>
        <a:bodyPr/>
        <a:lstStyle/>
        <a:p>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4</a:t>
          </a:r>
          <a:r>
            <a:rPr lang="zh-CN" altLang="en-US" sz="1600" dirty="0">
              <a:latin typeface="KaiTi" panose="02010609060101010101" pitchFamily="49" charset="-122"/>
              <a:ea typeface="KaiTi" panose="02010609060101010101" pitchFamily="49" charset="-122"/>
            </a:rPr>
            <a:t>）项目成本管理</a:t>
          </a: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5</a:t>
          </a:r>
          <a:r>
            <a:rPr lang="zh-CN" altLang="en-US" sz="1600">
              <a:latin typeface="KaiTi" panose="02010609060101010101" pitchFamily="49" charset="-122"/>
              <a:ea typeface="KaiTi" panose="02010609060101010101" pitchFamily="49" charset="-122"/>
            </a:rPr>
            <a:t>）项目质量管理</a:t>
          </a:r>
          <a:endParaRPr lang="zh-CN" altLang="en-US" sz="1600"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6</a:t>
          </a:r>
          <a:r>
            <a:rPr lang="zh-CN" altLang="en-US" sz="1600">
              <a:latin typeface="KaiTi" panose="02010609060101010101" pitchFamily="49" charset="-122"/>
              <a:ea typeface="KaiTi" panose="02010609060101010101" pitchFamily="49" charset="-122"/>
            </a:rPr>
            <a:t>）项目人力资源管理</a:t>
          </a:r>
          <a:endParaRPr lang="zh-CN" altLang="en-US" sz="1600"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7</a:t>
          </a:r>
          <a:r>
            <a:rPr lang="zh-CN" altLang="en-US" sz="1600">
              <a:latin typeface="KaiTi" panose="02010609060101010101" pitchFamily="49" charset="-122"/>
              <a:ea typeface="KaiTi" panose="02010609060101010101" pitchFamily="49" charset="-122"/>
            </a:rPr>
            <a:t>）项目沟通管理</a:t>
          </a:r>
          <a:endParaRPr lang="zh-CN" altLang="en-US" sz="1600"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8</a:t>
          </a:r>
          <a:r>
            <a:rPr lang="zh-CN" altLang="en-US" sz="1600">
              <a:latin typeface="KaiTi" panose="02010609060101010101" pitchFamily="49" charset="-122"/>
              <a:ea typeface="KaiTi" panose="02010609060101010101" pitchFamily="49" charset="-122"/>
            </a:rPr>
            <a:t>）项目风险管理</a:t>
          </a:r>
          <a:endParaRPr lang="zh-CN" altLang="en-US" sz="1600"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9</a:t>
          </a:r>
          <a:r>
            <a:rPr lang="zh-CN" altLang="en-US" sz="1600">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custScaleX="262173">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custScaleX="281562">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custScaleX="262173">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custScaleX="262173">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custScaleX="262173">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custScaleX="262173">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custScaleX="262173">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custScaleX="262173">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custScaleX="262173">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5E5AF429-A6DC-4CBC-BB76-3EAD26E85F45}" type="presOf" srcId="{4F8B46A4-D0EE-324A-A715-4D91E5239F63}" destId="{0FD6A4A7-7BDA-C241-BD96-408BD56CFF09}" srcOrd="0" destOrd="0" presId="urn:microsoft.com/office/officeart/2005/8/layout/default"/>
    <dgm:cxn modelId="{6C20E72B-0C2B-3849-A52D-AD1DC01AA0EA}" srcId="{8D156E78-5074-F04B-890F-7B2D4BEAE1F0}" destId="{A36673D9-149F-774F-9472-61270EB3A7D1}" srcOrd="6" destOrd="0" parTransId="{53AF893B-BEC3-BC47-9E07-6E76FC0A6B16}" sibTransId="{A70577BD-06DD-B044-BFE8-A5ED1CE3E7DD}"/>
    <dgm:cxn modelId="{62E94231-4A66-4D80-8F48-53A1B3322B6C}" type="presOf" srcId="{0AB6A6F0-5E5B-3040-BB43-D5213E1D3D01}" destId="{7DB41D58-5779-974D-96E4-97FCBDAC8816}" srcOrd="0" destOrd="0" presId="urn:microsoft.com/office/officeart/2005/8/layout/default"/>
    <dgm:cxn modelId="{4369063E-EE78-C44D-8648-5F63EC519076}" srcId="{8D156E78-5074-F04B-890F-7B2D4BEAE1F0}" destId="{43F1E419-AE3F-9446-A43F-50F670B2311B}" srcOrd="8" destOrd="0" parTransId="{E6704D2D-E778-1448-AF45-F7A464DF6FD6}" sibTransId="{450A8439-59C7-344D-935C-3F62C40884D5}"/>
    <dgm:cxn modelId="{04A4AE66-DCFC-4156-9349-ABB60C596538}" type="presOf" srcId="{51107BBF-43AF-2B46-B3F1-0B49E9318B10}" destId="{F09B1A1C-9728-E24A-9F49-D17EB6F03F3F}" srcOrd="0" destOrd="0" presId="urn:microsoft.com/office/officeart/2005/8/layout/default"/>
    <dgm:cxn modelId="{454BD047-BF88-AB46-BA8F-140E9A898799}" srcId="{8D156E78-5074-F04B-890F-7B2D4BEAE1F0}" destId="{65AE586F-2E91-5841-B2BC-6FFE23E676D8}" srcOrd="3" destOrd="0" parTransId="{98FCB2FF-8BC4-BB43-8CD1-C337C582C39D}" sibTransId="{BFA3741E-8E37-594C-ABBE-D6EC37A70999}"/>
    <dgm:cxn modelId="{243E884C-7BAA-47BC-B54A-971ACBDD8C39}" type="presOf" srcId="{8D156E78-5074-F04B-890F-7B2D4BEAE1F0}" destId="{DA510F2E-886A-EE4B-B21A-ADB41F083CB4}" srcOrd="0" destOrd="0" presId="urn:microsoft.com/office/officeart/2005/8/layout/default"/>
    <dgm:cxn modelId="{C3071872-E5B9-AD4C-9157-33E8F69927FB}" srcId="{8D156E78-5074-F04B-890F-7B2D4BEAE1F0}" destId="{0AB6A6F0-5E5B-3040-BB43-D5213E1D3D01}" srcOrd="0" destOrd="0" parTransId="{AAF6B859-C563-FB48-AD23-B18AC967FF94}" sibTransId="{A08A26DF-37AA-5F48-85ED-68876BEC45E7}"/>
    <dgm:cxn modelId="{451DA755-C80D-A046-8BC0-4C65A0C6ACE6}" srcId="{8D156E78-5074-F04B-890F-7B2D4BEAE1F0}" destId="{51107BBF-43AF-2B46-B3F1-0B49E9318B10}" srcOrd="1" destOrd="0" parTransId="{5AA72A53-F9AB-4344-BE6A-F9442D3C076A}" sibTransId="{15E633B1-63E9-254C-ABED-CB65E13EEC37}"/>
    <dgm:cxn modelId="{C7AD7458-9747-4445-83BE-000B2F535240}" type="presOf" srcId="{43F1E419-AE3F-9446-A43F-50F670B2311B}" destId="{B1235844-5E22-B848-8F22-5F34BC1FF877}" srcOrd="0" destOrd="0" presId="urn:microsoft.com/office/officeart/2005/8/layout/default"/>
    <dgm:cxn modelId="{D00BCF7E-6DF2-4D86-83A2-FE19AD17F031}" type="presOf" srcId="{A36673D9-149F-774F-9472-61270EB3A7D1}" destId="{10A46238-47BC-7E49-8733-7619EA9D93D9}" srcOrd="0" destOrd="0" presId="urn:microsoft.com/office/officeart/2005/8/layout/default"/>
    <dgm:cxn modelId="{13D5F183-4B06-8948-B96F-C5FCC3B93C89}" srcId="{8D156E78-5074-F04B-890F-7B2D4BEAE1F0}" destId="{4F8B46A4-D0EE-324A-A715-4D91E5239F63}" srcOrd="4" destOrd="0" parTransId="{E77EE516-4FCA-1744-ABD8-A3ADAA652F6B}" sibTransId="{D797A19B-6ABE-B841-825C-CDA6EF290993}"/>
    <dgm:cxn modelId="{8B2BA886-EE78-4C8E-96A6-84C3D73833B1}" type="presOf" srcId="{045E783C-8648-2C4C-BF84-271E286D1CF1}" destId="{BEBBF8D4-807B-D846-8BD9-5AFADCA0F61D}" srcOrd="0" destOrd="0" presId="urn:microsoft.com/office/officeart/2005/8/layout/default"/>
    <dgm:cxn modelId="{38D8B186-ADE9-4B42-8965-7DB85AAE84E1}" type="presOf" srcId="{65AE586F-2E91-5841-B2BC-6FFE23E676D8}" destId="{4A24D450-2CA7-624D-B909-97D77CEAC40C}" srcOrd="0" destOrd="0" presId="urn:microsoft.com/office/officeart/2005/8/layout/default"/>
    <dgm:cxn modelId="{69367690-102C-4943-8E59-6A4DFBBE64FC}" type="presOf" srcId="{21CA2EA4-9ECA-0140-A87B-48FBD4F14196}" destId="{CD9E56D5-FC01-0E4E-B497-02063A306FC5}" srcOrd="0" destOrd="0" presId="urn:microsoft.com/office/officeart/2005/8/layout/default"/>
    <dgm:cxn modelId="{62D86DB0-BB4C-46EB-BA9F-33C4312DF406}" type="presOf" srcId="{0553381E-1762-7C4E-A778-470D742D0C54}" destId="{1F5157AB-51CD-6E4E-B035-06C1E5F0DF93}"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8282DF01-4BE0-40BE-A7ED-9B407A200A4E}" type="presParOf" srcId="{DA510F2E-886A-EE4B-B21A-ADB41F083CB4}" destId="{7DB41D58-5779-974D-96E4-97FCBDAC8816}" srcOrd="0" destOrd="0" presId="urn:microsoft.com/office/officeart/2005/8/layout/default"/>
    <dgm:cxn modelId="{5867CC63-4AA9-406C-BE96-ABF2B960CA62}" type="presParOf" srcId="{DA510F2E-886A-EE4B-B21A-ADB41F083CB4}" destId="{486AE1EC-3177-EC4B-8A55-3EBBDF163506}" srcOrd="1" destOrd="0" presId="urn:microsoft.com/office/officeart/2005/8/layout/default"/>
    <dgm:cxn modelId="{EBF8045B-23DE-4D6C-98D0-3BC30D34A1C2}" type="presParOf" srcId="{DA510F2E-886A-EE4B-B21A-ADB41F083CB4}" destId="{F09B1A1C-9728-E24A-9F49-D17EB6F03F3F}" srcOrd="2" destOrd="0" presId="urn:microsoft.com/office/officeart/2005/8/layout/default"/>
    <dgm:cxn modelId="{0461E5C8-B43B-4AF3-84B9-90D2F71267A5}" type="presParOf" srcId="{DA510F2E-886A-EE4B-B21A-ADB41F083CB4}" destId="{9B1E1B8F-3BE6-DD45-8107-5B878C57BE46}" srcOrd="3" destOrd="0" presId="urn:microsoft.com/office/officeart/2005/8/layout/default"/>
    <dgm:cxn modelId="{0F67A55D-CC79-41F8-BA73-7745562D1686}" type="presParOf" srcId="{DA510F2E-886A-EE4B-B21A-ADB41F083CB4}" destId="{CD9E56D5-FC01-0E4E-B497-02063A306FC5}" srcOrd="4" destOrd="0" presId="urn:microsoft.com/office/officeart/2005/8/layout/default"/>
    <dgm:cxn modelId="{3EDACD06-4A04-4C73-81B6-66EB7A081D50}" type="presParOf" srcId="{DA510F2E-886A-EE4B-B21A-ADB41F083CB4}" destId="{082DEB20-C2AC-1D4C-B2B1-545F1A4EC02A}" srcOrd="5" destOrd="0" presId="urn:microsoft.com/office/officeart/2005/8/layout/default"/>
    <dgm:cxn modelId="{7028296C-B390-4AD4-B149-D702F10079F9}" type="presParOf" srcId="{DA510F2E-886A-EE4B-B21A-ADB41F083CB4}" destId="{4A24D450-2CA7-624D-B909-97D77CEAC40C}" srcOrd="6" destOrd="0" presId="urn:microsoft.com/office/officeart/2005/8/layout/default"/>
    <dgm:cxn modelId="{A4165E02-FEC2-46F3-B0FE-E2E271D92CD4}" type="presParOf" srcId="{DA510F2E-886A-EE4B-B21A-ADB41F083CB4}" destId="{3B4C3417-A4E9-5745-91CB-98D05AB8EF6F}" srcOrd="7" destOrd="0" presId="urn:microsoft.com/office/officeart/2005/8/layout/default"/>
    <dgm:cxn modelId="{8462C1F7-03C5-441D-9A46-5797966C169E}" type="presParOf" srcId="{DA510F2E-886A-EE4B-B21A-ADB41F083CB4}" destId="{0FD6A4A7-7BDA-C241-BD96-408BD56CFF09}" srcOrd="8" destOrd="0" presId="urn:microsoft.com/office/officeart/2005/8/layout/default"/>
    <dgm:cxn modelId="{E0E9C201-4674-479D-9059-7B664EF54E42}" type="presParOf" srcId="{DA510F2E-886A-EE4B-B21A-ADB41F083CB4}" destId="{FD85F9BF-D654-7F43-9779-9C93B8E66F79}" srcOrd="9" destOrd="0" presId="urn:microsoft.com/office/officeart/2005/8/layout/default"/>
    <dgm:cxn modelId="{14739EA5-84D3-45C5-8669-98B199E253AD}" type="presParOf" srcId="{DA510F2E-886A-EE4B-B21A-ADB41F083CB4}" destId="{1F5157AB-51CD-6E4E-B035-06C1E5F0DF93}" srcOrd="10" destOrd="0" presId="urn:microsoft.com/office/officeart/2005/8/layout/default"/>
    <dgm:cxn modelId="{3FC2367F-4007-489F-B8E5-7C85DC496DAA}" type="presParOf" srcId="{DA510F2E-886A-EE4B-B21A-ADB41F083CB4}" destId="{0F47FA47-66C1-504C-A55D-8617AAD2794D}" srcOrd="11" destOrd="0" presId="urn:microsoft.com/office/officeart/2005/8/layout/default"/>
    <dgm:cxn modelId="{AC7A1080-181C-4BAB-AD94-4651457164E8}" type="presParOf" srcId="{DA510F2E-886A-EE4B-B21A-ADB41F083CB4}" destId="{10A46238-47BC-7E49-8733-7619EA9D93D9}" srcOrd="12" destOrd="0" presId="urn:microsoft.com/office/officeart/2005/8/layout/default"/>
    <dgm:cxn modelId="{9C38646C-D469-4F95-AA45-EC637EB32FE7}" type="presParOf" srcId="{DA510F2E-886A-EE4B-B21A-ADB41F083CB4}" destId="{A089DC6C-9CD0-A149-82AF-E984F1086957}" srcOrd="13" destOrd="0" presId="urn:microsoft.com/office/officeart/2005/8/layout/default"/>
    <dgm:cxn modelId="{D2ED5FC4-C6E0-4631-9B77-E21F1C714217}" type="presParOf" srcId="{DA510F2E-886A-EE4B-B21A-ADB41F083CB4}" destId="{BEBBF8D4-807B-D846-8BD9-5AFADCA0F61D}" srcOrd="14" destOrd="0" presId="urn:microsoft.com/office/officeart/2005/8/layout/default"/>
    <dgm:cxn modelId="{87466A91-6E26-421D-838B-3090A5E6EEAC}" type="presParOf" srcId="{DA510F2E-886A-EE4B-B21A-ADB41F083CB4}" destId="{95FA61BB-C2D6-7447-A145-9AEC69E519E1}" srcOrd="15" destOrd="0" presId="urn:microsoft.com/office/officeart/2005/8/layout/default"/>
    <dgm:cxn modelId="{92970881-E613-4061-B046-7E5E9B89822F}"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custT="1"/>
      <dgm:spPr/>
      <dgm:t>
        <a:bodyPr/>
        <a:lstStyle/>
        <a:p>
          <a:pPr>
            <a:buFont typeface="Wingdings 2" panose="05020102010507070707" pitchFamily="18" charset="2"/>
            <a:buNone/>
          </a:pPr>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）项目集成管理</a:t>
          </a: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custT="1"/>
      <dgm:spPr>
        <a:solidFill>
          <a:schemeClr val="accent2"/>
        </a:solidFill>
      </dgm:spPr>
      <dgm:t>
        <a:bodyPr/>
        <a:lstStyle/>
        <a:p>
          <a:r>
            <a:rPr lang="zh-CN" altLang="en-US" sz="1800" b="1" dirty="0">
              <a:latin typeface="KaiTi" panose="02010609060101010101" pitchFamily="49" charset="-122"/>
              <a:ea typeface="KaiTi" panose="02010609060101010101" pitchFamily="49" charset="-122"/>
            </a:rPr>
            <a:t>（</a:t>
          </a:r>
          <a:r>
            <a:rPr lang="en-US" altLang="zh-CN" sz="1800" b="1" dirty="0">
              <a:latin typeface="KaiTi" panose="02010609060101010101" pitchFamily="49" charset="-122"/>
              <a:ea typeface="KaiTi" panose="02010609060101010101" pitchFamily="49" charset="-122"/>
            </a:rPr>
            <a:t>2</a:t>
          </a:r>
          <a:r>
            <a:rPr lang="zh-CN" altLang="en-US" sz="1800" b="1"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3</a:t>
          </a:r>
          <a:r>
            <a:rPr lang="zh-CN" altLang="en-US" sz="1600">
              <a:latin typeface="KaiTi" panose="02010609060101010101" pitchFamily="49" charset="-122"/>
              <a:ea typeface="KaiTi" panose="02010609060101010101" pitchFamily="49" charset="-122"/>
            </a:rPr>
            <a:t>）项目时间</a:t>
          </a:r>
          <a:r>
            <a:rPr lang="en-US" altLang="zh-CN" sz="1600">
              <a:latin typeface="KaiTi" panose="02010609060101010101" pitchFamily="49" charset="-122"/>
              <a:ea typeface="KaiTi" panose="02010609060101010101" pitchFamily="49" charset="-122"/>
            </a:rPr>
            <a:t>(</a:t>
          </a:r>
          <a:r>
            <a:rPr lang="zh-CN" altLang="en-US" sz="1600">
              <a:latin typeface="KaiTi" panose="02010609060101010101" pitchFamily="49" charset="-122"/>
              <a:ea typeface="KaiTi" panose="02010609060101010101" pitchFamily="49" charset="-122"/>
            </a:rPr>
            <a:t>进度</a:t>
          </a:r>
          <a:r>
            <a:rPr lang="en-US" altLang="zh-CN" sz="1600">
              <a:latin typeface="KaiTi" panose="02010609060101010101" pitchFamily="49" charset="-122"/>
              <a:ea typeface="KaiTi" panose="02010609060101010101" pitchFamily="49" charset="-122"/>
            </a:rPr>
            <a:t>)</a:t>
          </a:r>
          <a:r>
            <a:rPr lang="zh-CN" altLang="en-US" sz="1600">
              <a:latin typeface="KaiTi" panose="02010609060101010101" pitchFamily="49" charset="-122"/>
              <a:ea typeface="KaiTi" panose="02010609060101010101" pitchFamily="49" charset="-122"/>
            </a:rPr>
            <a:t>管理</a:t>
          </a:r>
          <a:endParaRPr lang="zh-CN" altLang="en-US" sz="1600" dirty="0">
            <a:latin typeface="KaiTi" panose="02010609060101010101" pitchFamily="49" charset="-122"/>
            <a:ea typeface="KaiTi" panose="02010609060101010101" pitchFamily="49" charset="-122"/>
          </a:endParaRP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custT="1"/>
      <dgm:spPr/>
      <dgm:t>
        <a:bodyPr/>
        <a:lstStyle/>
        <a:p>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4</a:t>
          </a:r>
          <a:r>
            <a:rPr lang="zh-CN" altLang="en-US" sz="1600" dirty="0">
              <a:latin typeface="KaiTi" panose="02010609060101010101" pitchFamily="49" charset="-122"/>
              <a:ea typeface="KaiTi" panose="02010609060101010101" pitchFamily="49" charset="-122"/>
            </a:rPr>
            <a:t>）项目成本管理</a:t>
          </a: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5</a:t>
          </a:r>
          <a:r>
            <a:rPr lang="zh-CN" altLang="en-US" sz="1600">
              <a:latin typeface="KaiTi" panose="02010609060101010101" pitchFamily="49" charset="-122"/>
              <a:ea typeface="KaiTi" panose="02010609060101010101" pitchFamily="49" charset="-122"/>
            </a:rPr>
            <a:t>）项目质量管理</a:t>
          </a:r>
          <a:endParaRPr lang="zh-CN" altLang="en-US" sz="1600"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6</a:t>
          </a:r>
          <a:r>
            <a:rPr lang="zh-CN" altLang="en-US" sz="1600">
              <a:latin typeface="KaiTi" panose="02010609060101010101" pitchFamily="49" charset="-122"/>
              <a:ea typeface="KaiTi" panose="02010609060101010101" pitchFamily="49" charset="-122"/>
            </a:rPr>
            <a:t>）项目人力资源管理</a:t>
          </a:r>
          <a:endParaRPr lang="zh-CN" altLang="en-US" sz="1600"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7</a:t>
          </a:r>
          <a:r>
            <a:rPr lang="zh-CN" altLang="en-US" sz="1600">
              <a:latin typeface="KaiTi" panose="02010609060101010101" pitchFamily="49" charset="-122"/>
              <a:ea typeface="KaiTi" panose="02010609060101010101" pitchFamily="49" charset="-122"/>
            </a:rPr>
            <a:t>）项目沟通管理</a:t>
          </a:r>
          <a:endParaRPr lang="zh-CN" altLang="en-US" sz="1600"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8</a:t>
          </a:r>
          <a:r>
            <a:rPr lang="zh-CN" altLang="en-US" sz="1600">
              <a:latin typeface="KaiTi" panose="02010609060101010101" pitchFamily="49" charset="-122"/>
              <a:ea typeface="KaiTi" panose="02010609060101010101" pitchFamily="49" charset="-122"/>
            </a:rPr>
            <a:t>）项目风险管理</a:t>
          </a:r>
          <a:endParaRPr lang="zh-CN" altLang="en-US" sz="1600"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9</a:t>
          </a:r>
          <a:r>
            <a:rPr lang="zh-CN" altLang="en-US" sz="1600">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custScaleX="262173">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custScaleX="281562">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custScaleX="262173">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custScaleX="262173">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custScaleX="262173">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custScaleX="262173">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custScaleX="262173">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custScaleX="262173">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custScaleX="262173">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75FF1F04-8856-4785-8632-7B7B00F33685}" type="presOf" srcId="{8D156E78-5074-F04B-890F-7B2D4BEAE1F0}" destId="{DA510F2E-886A-EE4B-B21A-ADB41F083CB4}" srcOrd="0" destOrd="0" presId="urn:microsoft.com/office/officeart/2005/8/layout/default"/>
    <dgm:cxn modelId="{AFBCAB04-A6F6-384C-A216-64A2C6F6E798}" srcId="{8D156E78-5074-F04B-890F-7B2D4BEAE1F0}" destId="{0553381E-1762-7C4E-A778-470D742D0C54}" srcOrd="5" destOrd="0" parTransId="{38A9B2FB-59B0-7C48-BDB5-3F31642F3D8D}" sibTransId="{16C2A0ED-F268-B44C-9D13-0B8925FCEBC9}"/>
    <dgm:cxn modelId="{6C20E72B-0C2B-3849-A52D-AD1DC01AA0EA}" srcId="{8D156E78-5074-F04B-890F-7B2D4BEAE1F0}" destId="{A36673D9-149F-774F-9472-61270EB3A7D1}" srcOrd="6" destOrd="0" parTransId="{53AF893B-BEC3-BC47-9E07-6E76FC0A6B16}" sibTransId="{A70577BD-06DD-B044-BFE8-A5ED1CE3E7DD}"/>
    <dgm:cxn modelId="{60AEB132-528E-4511-B24A-E97D52B4D8FE}" type="presOf" srcId="{0553381E-1762-7C4E-A778-470D742D0C54}" destId="{1F5157AB-51CD-6E4E-B035-06C1E5F0DF93}" srcOrd="0" destOrd="0" presId="urn:microsoft.com/office/officeart/2005/8/layout/default"/>
    <dgm:cxn modelId="{4369063E-EE78-C44D-8648-5F63EC519076}" srcId="{8D156E78-5074-F04B-890F-7B2D4BEAE1F0}" destId="{43F1E419-AE3F-9446-A43F-50F670B2311B}" srcOrd="8" destOrd="0" parTransId="{E6704D2D-E778-1448-AF45-F7A464DF6FD6}" sibTransId="{450A8439-59C7-344D-935C-3F62C40884D5}"/>
    <dgm:cxn modelId="{0A45CF61-CCE1-4DE7-9D40-ACF2024906E4}" type="presOf" srcId="{65AE586F-2E91-5841-B2BC-6FFE23E676D8}" destId="{4A24D450-2CA7-624D-B909-97D77CEAC40C}" srcOrd="0" destOrd="0" presId="urn:microsoft.com/office/officeart/2005/8/layout/default"/>
    <dgm:cxn modelId="{454BD047-BF88-AB46-BA8F-140E9A898799}" srcId="{8D156E78-5074-F04B-890F-7B2D4BEAE1F0}" destId="{65AE586F-2E91-5841-B2BC-6FFE23E676D8}" srcOrd="3" destOrd="0" parTransId="{98FCB2FF-8BC4-BB43-8CD1-C337C582C39D}" sibTransId="{BFA3741E-8E37-594C-ABBE-D6EC37A70999}"/>
    <dgm:cxn modelId="{58C89149-F9DF-43EF-96B9-3F12847EF35A}" type="presOf" srcId="{4F8B46A4-D0EE-324A-A715-4D91E5239F63}" destId="{0FD6A4A7-7BDA-C241-BD96-408BD56CFF09}" srcOrd="0" destOrd="0" presId="urn:microsoft.com/office/officeart/2005/8/layout/default"/>
    <dgm:cxn modelId="{C3071872-E5B9-AD4C-9157-33E8F69927FB}" srcId="{8D156E78-5074-F04B-890F-7B2D4BEAE1F0}" destId="{0AB6A6F0-5E5B-3040-BB43-D5213E1D3D01}" srcOrd="0" destOrd="0" parTransId="{AAF6B859-C563-FB48-AD23-B18AC967FF94}" sibTransId="{A08A26DF-37AA-5F48-85ED-68876BEC45E7}"/>
    <dgm:cxn modelId="{451DA755-C80D-A046-8BC0-4C65A0C6ACE6}" srcId="{8D156E78-5074-F04B-890F-7B2D4BEAE1F0}" destId="{51107BBF-43AF-2B46-B3F1-0B49E9318B10}" srcOrd="1" destOrd="0" parTransId="{5AA72A53-F9AB-4344-BE6A-F9442D3C076A}" sibTransId="{15E633B1-63E9-254C-ABED-CB65E13EEC37}"/>
    <dgm:cxn modelId="{13D5F183-4B06-8948-B96F-C5FCC3B93C89}" srcId="{8D156E78-5074-F04B-890F-7B2D4BEAE1F0}" destId="{4F8B46A4-D0EE-324A-A715-4D91E5239F63}" srcOrd="4" destOrd="0" parTransId="{E77EE516-4FCA-1744-ABD8-A3ADAA652F6B}" sibTransId="{D797A19B-6ABE-B841-825C-CDA6EF290993}"/>
    <dgm:cxn modelId="{5FAD9387-9D87-46E7-82AB-8FB632CF2339}" type="presOf" srcId="{21CA2EA4-9ECA-0140-A87B-48FBD4F14196}" destId="{CD9E56D5-FC01-0E4E-B497-02063A306FC5}" srcOrd="0" destOrd="0" presId="urn:microsoft.com/office/officeart/2005/8/layout/default"/>
    <dgm:cxn modelId="{2B9B8991-B1D2-4625-BE51-F12837ABEAED}" type="presOf" srcId="{045E783C-8648-2C4C-BF84-271E286D1CF1}" destId="{BEBBF8D4-807B-D846-8BD9-5AFADCA0F61D}" srcOrd="0" destOrd="0" presId="urn:microsoft.com/office/officeart/2005/8/layout/default"/>
    <dgm:cxn modelId="{EA6C8A96-FFB5-443F-BF2E-A4E4B47C382A}" type="presOf" srcId="{0AB6A6F0-5E5B-3040-BB43-D5213E1D3D01}" destId="{7DB41D58-5779-974D-96E4-97FCBDAC8816}" srcOrd="0" destOrd="0" presId="urn:microsoft.com/office/officeart/2005/8/layout/default"/>
    <dgm:cxn modelId="{6407059E-0F51-45B2-AA43-6BD1A08B2AFC}" type="presOf" srcId="{51107BBF-43AF-2B46-B3F1-0B49E9318B10}" destId="{F09B1A1C-9728-E24A-9F49-D17EB6F03F3F}"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DCE31BEC-3F90-4F32-8646-40CBB523AC64}" type="presOf" srcId="{A36673D9-149F-774F-9472-61270EB3A7D1}" destId="{10A46238-47BC-7E49-8733-7619EA9D93D9}" srcOrd="0" destOrd="0" presId="urn:microsoft.com/office/officeart/2005/8/layout/default"/>
    <dgm:cxn modelId="{3445A6F4-2BB2-49CE-8F3C-AD96131B7A54}" type="presOf" srcId="{43F1E419-AE3F-9446-A43F-50F670B2311B}" destId="{B1235844-5E22-B848-8F22-5F34BC1FF877}" srcOrd="0" destOrd="0" presId="urn:microsoft.com/office/officeart/2005/8/layout/default"/>
    <dgm:cxn modelId="{B0A05EE7-68E4-4F5C-A79A-04F0BD648C2F}" type="presParOf" srcId="{DA510F2E-886A-EE4B-B21A-ADB41F083CB4}" destId="{7DB41D58-5779-974D-96E4-97FCBDAC8816}" srcOrd="0" destOrd="0" presId="urn:microsoft.com/office/officeart/2005/8/layout/default"/>
    <dgm:cxn modelId="{DA627D65-A220-4C4F-824B-AFA0322B11F0}" type="presParOf" srcId="{DA510F2E-886A-EE4B-B21A-ADB41F083CB4}" destId="{486AE1EC-3177-EC4B-8A55-3EBBDF163506}" srcOrd="1" destOrd="0" presId="urn:microsoft.com/office/officeart/2005/8/layout/default"/>
    <dgm:cxn modelId="{319646E7-94EA-4172-8888-E5067AD244B2}" type="presParOf" srcId="{DA510F2E-886A-EE4B-B21A-ADB41F083CB4}" destId="{F09B1A1C-9728-E24A-9F49-D17EB6F03F3F}" srcOrd="2" destOrd="0" presId="urn:microsoft.com/office/officeart/2005/8/layout/default"/>
    <dgm:cxn modelId="{2D732B5C-362E-4D05-9E04-3C0047380C64}" type="presParOf" srcId="{DA510F2E-886A-EE4B-B21A-ADB41F083CB4}" destId="{9B1E1B8F-3BE6-DD45-8107-5B878C57BE46}" srcOrd="3" destOrd="0" presId="urn:microsoft.com/office/officeart/2005/8/layout/default"/>
    <dgm:cxn modelId="{89CAF6F3-91A0-4E84-88F0-038E95195BB6}" type="presParOf" srcId="{DA510F2E-886A-EE4B-B21A-ADB41F083CB4}" destId="{CD9E56D5-FC01-0E4E-B497-02063A306FC5}" srcOrd="4" destOrd="0" presId="urn:microsoft.com/office/officeart/2005/8/layout/default"/>
    <dgm:cxn modelId="{230E6F3F-F9E3-435D-8D09-6710AE64D3C1}" type="presParOf" srcId="{DA510F2E-886A-EE4B-B21A-ADB41F083CB4}" destId="{082DEB20-C2AC-1D4C-B2B1-545F1A4EC02A}" srcOrd="5" destOrd="0" presId="urn:microsoft.com/office/officeart/2005/8/layout/default"/>
    <dgm:cxn modelId="{E2608025-BCF7-451C-B340-9807196962FB}" type="presParOf" srcId="{DA510F2E-886A-EE4B-B21A-ADB41F083CB4}" destId="{4A24D450-2CA7-624D-B909-97D77CEAC40C}" srcOrd="6" destOrd="0" presId="urn:microsoft.com/office/officeart/2005/8/layout/default"/>
    <dgm:cxn modelId="{E364C026-968A-40A7-BEED-EDFD372AA1C8}" type="presParOf" srcId="{DA510F2E-886A-EE4B-B21A-ADB41F083CB4}" destId="{3B4C3417-A4E9-5745-91CB-98D05AB8EF6F}" srcOrd="7" destOrd="0" presId="urn:microsoft.com/office/officeart/2005/8/layout/default"/>
    <dgm:cxn modelId="{47002520-6188-4BFD-BAE2-2C9BB04E1CDD}" type="presParOf" srcId="{DA510F2E-886A-EE4B-B21A-ADB41F083CB4}" destId="{0FD6A4A7-7BDA-C241-BD96-408BD56CFF09}" srcOrd="8" destOrd="0" presId="urn:microsoft.com/office/officeart/2005/8/layout/default"/>
    <dgm:cxn modelId="{E8E851A1-3E9D-49FC-B2FF-560608F812D6}" type="presParOf" srcId="{DA510F2E-886A-EE4B-B21A-ADB41F083CB4}" destId="{FD85F9BF-D654-7F43-9779-9C93B8E66F79}" srcOrd="9" destOrd="0" presId="urn:microsoft.com/office/officeart/2005/8/layout/default"/>
    <dgm:cxn modelId="{B0B11E4C-5DD5-484B-890C-4344386D1B78}" type="presParOf" srcId="{DA510F2E-886A-EE4B-B21A-ADB41F083CB4}" destId="{1F5157AB-51CD-6E4E-B035-06C1E5F0DF93}" srcOrd="10" destOrd="0" presId="urn:microsoft.com/office/officeart/2005/8/layout/default"/>
    <dgm:cxn modelId="{E76FFA35-09F9-4041-B2D8-3F60BA4387EA}" type="presParOf" srcId="{DA510F2E-886A-EE4B-B21A-ADB41F083CB4}" destId="{0F47FA47-66C1-504C-A55D-8617AAD2794D}" srcOrd="11" destOrd="0" presId="urn:microsoft.com/office/officeart/2005/8/layout/default"/>
    <dgm:cxn modelId="{F49B55EE-0493-43A3-8327-65E6E8B8D038}" type="presParOf" srcId="{DA510F2E-886A-EE4B-B21A-ADB41F083CB4}" destId="{10A46238-47BC-7E49-8733-7619EA9D93D9}" srcOrd="12" destOrd="0" presId="urn:microsoft.com/office/officeart/2005/8/layout/default"/>
    <dgm:cxn modelId="{73F5C44C-B7C7-4A8A-95DA-CB5C2E6733B2}" type="presParOf" srcId="{DA510F2E-886A-EE4B-B21A-ADB41F083CB4}" destId="{A089DC6C-9CD0-A149-82AF-E984F1086957}" srcOrd="13" destOrd="0" presId="urn:microsoft.com/office/officeart/2005/8/layout/default"/>
    <dgm:cxn modelId="{A1E5A34E-C0C8-4386-AC8A-43A8E224B8B2}" type="presParOf" srcId="{DA510F2E-886A-EE4B-B21A-ADB41F083CB4}" destId="{BEBBF8D4-807B-D846-8BD9-5AFADCA0F61D}" srcOrd="14" destOrd="0" presId="urn:microsoft.com/office/officeart/2005/8/layout/default"/>
    <dgm:cxn modelId="{68E332EA-5790-441A-BFA2-1344E4016718}" type="presParOf" srcId="{DA510F2E-886A-EE4B-B21A-ADB41F083CB4}" destId="{95FA61BB-C2D6-7447-A145-9AEC69E519E1}" srcOrd="15" destOrd="0" presId="urn:microsoft.com/office/officeart/2005/8/layout/default"/>
    <dgm:cxn modelId="{068B0BAC-DAA8-4F81-B7D0-EF13F2397EA2}"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custT="1"/>
      <dgm:spPr/>
      <dgm:t>
        <a:bodyPr/>
        <a:lstStyle/>
        <a:p>
          <a:pPr>
            <a:buFont typeface="Wingdings 2" panose="05020102010507070707" pitchFamily="18" charset="2"/>
            <a:buNone/>
          </a:pPr>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）项目集成管理</a:t>
          </a: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custT="1"/>
      <dgm:spPr/>
      <dgm:t>
        <a:bodyPr/>
        <a:lstStyle/>
        <a:p>
          <a:r>
            <a:rPr lang="zh-CN" altLang="en-US" sz="1600" b="0" dirty="0">
              <a:latin typeface="KaiTi" panose="02010609060101010101" pitchFamily="49" charset="-122"/>
              <a:ea typeface="KaiTi" panose="02010609060101010101" pitchFamily="49" charset="-122"/>
            </a:rPr>
            <a:t>（</a:t>
          </a:r>
          <a:r>
            <a:rPr lang="en-US" altLang="zh-CN" sz="1600" b="0" dirty="0">
              <a:latin typeface="KaiTi" panose="02010609060101010101" pitchFamily="49" charset="-122"/>
              <a:ea typeface="KaiTi" panose="02010609060101010101" pitchFamily="49" charset="-122"/>
            </a:rPr>
            <a:t>2</a:t>
          </a:r>
          <a:r>
            <a:rPr lang="zh-CN" altLang="en-US" sz="1600" b="0"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custT="1"/>
      <dgm:spPr>
        <a:solidFill>
          <a:schemeClr val="accent2"/>
        </a:solidFill>
      </dgm:spPr>
      <dgm:t>
        <a:bodyPr/>
        <a:lstStyle/>
        <a:p>
          <a:r>
            <a:rPr lang="zh-CN" altLang="en-US" sz="1600" b="1" dirty="0">
              <a:latin typeface="KaiTi" panose="02010609060101010101" pitchFamily="49" charset="-122"/>
              <a:ea typeface="KaiTi" panose="02010609060101010101" pitchFamily="49" charset="-122"/>
            </a:rPr>
            <a:t>（</a:t>
          </a:r>
          <a:r>
            <a:rPr lang="en-US" altLang="zh-CN" sz="1600" b="1" dirty="0">
              <a:latin typeface="KaiTi" panose="02010609060101010101" pitchFamily="49" charset="-122"/>
              <a:ea typeface="KaiTi" panose="02010609060101010101" pitchFamily="49" charset="-122"/>
            </a:rPr>
            <a:t>3</a:t>
          </a:r>
          <a:r>
            <a:rPr lang="zh-CN" altLang="en-US" sz="1600" b="1" dirty="0">
              <a:latin typeface="KaiTi" panose="02010609060101010101" pitchFamily="49" charset="-122"/>
              <a:ea typeface="KaiTi" panose="02010609060101010101" pitchFamily="49" charset="-122"/>
            </a:rPr>
            <a:t>）项目时间</a:t>
          </a:r>
          <a:r>
            <a:rPr lang="en-US" altLang="zh-CN" sz="1600" b="1" dirty="0">
              <a:latin typeface="KaiTi" panose="02010609060101010101" pitchFamily="49" charset="-122"/>
              <a:ea typeface="KaiTi" panose="02010609060101010101" pitchFamily="49" charset="-122"/>
            </a:rPr>
            <a:t>(</a:t>
          </a:r>
          <a:r>
            <a:rPr lang="zh-CN" altLang="en-US" sz="1600" b="1" dirty="0">
              <a:latin typeface="KaiTi" panose="02010609060101010101" pitchFamily="49" charset="-122"/>
              <a:ea typeface="KaiTi" panose="02010609060101010101" pitchFamily="49" charset="-122"/>
            </a:rPr>
            <a:t>进度</a:t>
          </a:r>
          <a:r>
            <a:rPr lang="en-US" altLang="zh-CN" sz="1600" b="1" dirty="0">
              <a:latin typeface="KaiTi" panose="02010609060101010101" pitchFamily="49" charset="-122"/>
              <a:ea typeface="KaiTi" panose="02010609060101010101" pitchFamily="49" charset="-122"/>
            </a:rPr>
            <a:t>)</a:t>
          </a:r>
          <a:r>
            <a:rPr lang="zh-CN" altLang="en-US" sz="1600" b="1" dirty="0">
              <a:latin typeface="KaiTi" panose="02010609060101010101" pitchFamily="49" charset="-122"/>
              <a:ea typeface="KaiTi" panose="02010609060101010101" pitchFamily="49" charset="-122"/>
            </a:rPr>
            <a:t>管理</a:t>
          </a: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custT="1"/>
      <dgm:spPr>
        <a:solidFill>
          <a:schemeClr val="accent2"/>
        </a:solidFill>
      </dgm:spPr>
      <dgm:t>
        <a:bodyPr/>
        <a:lstStyle/>
        <a:p>
          <a:r>
            <a:rPr lang="zh-CN" altLang="en-US" sz="1800" b="1" dirty="0">
              <a:latin typeface="KaiTi" panose="02010609060101010101" pitchFamily="49" charset="-122"/>
              <a:ea typeface="KaiTi" panose="02010609060101010101" pitchFamily="49" charset="-122"/>
            </a:rPr>
            <a:t>（</a:t>
          </a:r>
          <a:r>
            <a:rPr lang="en-US" altLang="zh-CN" sz="1800" b="1" dirty="0">
              <a:latin typeface="KaiTi" panose="02010609060101010101" pitchFamily="49" charset="-122"/>
              <a:ea typeface="KaiTi" panose="02010609060101010101" pitchFamily="49" charset="-122"/>
            </a:rPr>
            <a:t>4</a:t>
          </a:r>
          <a:r>
            <a:rPr lang="zh-CN" altLang="en-US" sz="1800" b="1" dirty="0">
              <a:latin typeface="KaiTi" panose="02010609060101010101" pitchFamily="49" charset="-122"/>
              <a:ea typeface="KaiTi" panose="02010609060101010101" pitchFamily="49" charset="-122"/>
            </a:rPr>
            <a:t>）项目成本管理</a:t>
          </a: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5</a:t>
          </a:r>
          <a:r>
            <a:rPr lang="zh-CN" altLang="en-US" sz="1600">
              <a:latin typeface="KaiTi" panose="02010609060101010101" pitchFamily="49" charset="-122"/>
              <a:ea typeface="KaiTi" panose="02010609060101010101" pitchFamily="49" charset="-122"/>
            </a:rPr>
            <a:t>）项目质量管理</a:t>
          </a:r>
          <a:endParaRPr lang="zh-CN" altLang="en-US" sz="1600"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6</a:t>
          </a:r>
          <a:r>
            <a:rPr lang="zh-CN" altLang="en-US" sz="1600">
              <a:latin typeface="KaiTi" panose="02010609060101010101" pitchFamily="49" charset="-122"/>
              <a:ea typeface="KaiTi" panose="02010609060101010101" pitchFamily="49" charset="-122"/>
            </a:rPr>
            <a:t>）项目人力资源管理</a:t>
          </a:r>
          <a:endParaRPr lang="zh-CN" altLang="en-US" sz="1600"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7</a:t>
          </a:r>
          <a:r>
            <a:rPr lang="zh-CN" altLang="en-US" sz="1600">
              <a:latin typeface="KaiTi" panose="02010609060101010101" pitchFamily="49" charset="-122"/>
              <a:ea typeface="KaiTi" panose="02010609060101010101" pitchFamily="49" charset="-122"/>
            </a:rPr>
            <a:t>）项目沟通管理</a:t>
          </a:r>
          <a:endParaRPr lang="zh-CN" altLang="en-US" sz="1600"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8</a:t>
          </a:r>
          <a:r>
            <a:rPr lang="zh-CN" altLang="en-US" sz="1600">
              <a:latin typeface="KaiTi" panose="02010609060101010101" pitchFamily="49" charset="-122"/>
              <a:ea typeface="KaiTi" panose="02010609060101010101" pitchFamily="49" charset="-122"/>
            </a:rPr>
            <a:t>）项目风险管理</a:t>
          </a:r>
          <a:endParaRPr lang="zh-CN" altLang="en-US" sz="1600"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9</a:t>
          </a:r>
          <a:r>
            <a:rPr lang="zh-CN" altLang="en-US" sz="1600">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custScaleX="262173">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custScaleX="262173">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custScaleX="283990">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custScaleX="283990">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custScaleX="262173">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custScaleX="262173">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custScaleX="262173">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custScaleX="262173">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custScaleX="262173">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6C20E72B-0C2B-3849-A52D-AD1DC01AA0EA}" srcId="{8D156E78-5074-F04B-890F-7B2D4BEAE1F0}" destId="{A36673D9-149F-774F-9472-61270EB3A7D1}" srcOrd="6" destOrd="0" parTransId="{53AF893B-BEC3-BC47-9E07-6E76FC0A6B16}" sibTransId="{A70577BD-06DD-B044-BFE8-A5ED1CE3E7DD}"/>
    <dgm:cxn modelId="{4369063E-EE78-C44D-8648-5F63EC519076}" srcId="{8D156E78-5074-F04B-890F-7B2D4BEAE1F0}" destId="{43F1E419-AE3F-9446-A43F-50F670B2311B}" srcOrd="8" destOrd="0" parTransId="{E6704D2D-E778-1448-AF45-F7A464DF6FD6}" sibTransId="{450A8439-59C7-344D-935C-3F62C40884D5}"/>
    <dgm:cxn modelId="{454BD047-BF88-AB46-BA8F-140E9A898799}" srcId="{8D156E78-5074-F04B-890F-7B2D4BEAE1F0}" destId="{65AE586F-2E91-5841-B2BC-6FFE23E676D8}" srcOrd="3" destOrd="0" parTransId="{98FCB2FF-8BC4-BB43-8CD1-C337C582C39D}" sibTransId="{BFA3741E-8E37-594C-ABBE-D6EC37A70999}"/>
    <dgm:cxn modelId="{C3071872-E5B9-AD4C-9157-33E8F69927FB}" srcId="{8D156E78-5074-F04B-890F-7B2D4BEAE1F0}" destId="{0AB6A6F0-5E5B-3040-BB43-D5213E1D3D01}" srcOrd="0" destOrd="0" parTransId="{AAF6B859-C563-FB48-AD23-B18AC967FF94}" sibTransId="{A08A26DF-37AA-5F48-85ED-68876BEC45E7}"/>
    <dgm:cxn modelId="{B7768D54-4E46-4BD2-B0D1-79BE0CC4FA66}" type="presOf" srcId="{0553381E-1762-7C4E-A778-470D742D0C54}" destId="{1F5157AB-51CD-6E4E-B035-06C1E5F0DF93}" srcOrd="0" destOrd="0" presId="urn:microsoft.com/office/officeart/2005/8/layout/default"/>
    <dgm:cxn modelId="{451DA755-C80D-A046-8BC0-4C65A0C6ACE6}" srcId="{8D156E78-5074-F04B-890F-7B2D4BEAE1F0}" destId="{51107BBF-43AF-2B46-B3F1-0B49E9318B10}" srcOrd="1" destOrd="0" parTransId="{5AA72A53-F9AB-4344-BE6A-F9442D3C076A}" sibTransId="{15E633B1-63E9-254C-ABED-CB65E13EEC37}"/>
    <dgm:cxn modelId="{49274A78-76FA-43AA-B52C-5D7B349577D4}" type="presOf" srcId="{A36673D9-149F-774F-9472-61270EB3A7D1}" destId="{10A46238-47BC-7E49-8733-7619EA9D93D9}" srcOrd="0" destOrd="0" presId="urn:microsoft.com/office/officeart/2005/8/layout/default"/>
    <dgm:cxn modelId="{13D5F183-4B06-8948-B96F-C5FCC3B93C89}" srcId="{8D156E78-5074-F04B-890F-7B2D4BEAE1F0}" destId="{4F8B46A4-D0EE-324A-A715-4D91E5239F63}" srcOrd="4" destOrd="0" parTransId="{E77EE516-4FCA-1744-ABD8-A3ADAA652F6B}" sibTransId="{D797A19B-6ABE-B841-825C-CDA6EF290993}"/>
    <dgm:cxn modelId="{AF123DAB-51D4-46FD-B5E3-F1F2E8773959}" type="presOf" srcId="{045E783C-8648-2C4C-BF84-271E286D1CF1}" destId="{BEBBF8D4-807B-D846-8BD9-5AFADCA0F61D}"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24B109B9-0D69-4B1D-A1B8-B6E36523B3C2}" type="presOf" srcId="{43F1E419-AE3F-9446-A43F-50F670B2311B}" destId="{B1235844-5E22-B848-8F22-5F34BC1FF877}" srcOrd="0" destOrd="0" presId="urn:microsoft.com/office/officeart/2005/8/layout/default"/>
    <dgm:cxn modelId="{E9434BC6-13C5-44F4-BAD9-CBA3D3E50FB8}" type="presOf" srcId="{21CA2EA4-9ECA-0140-A87B-48FBD4F14196}" destId="{CD9E56D5-FC01-0E4E-B497-02063A306FC5}" srcOrd="0" destOrd="0" presId="urn:microsoft.com/office/officeart/2005/8/layout/default"/>
    <dgm:cxn modelId="{48B3FFCB-8191-4989-9335-1985E0427844}" type="presOf" srcId="{4F8B46A4-D0EE-324A-A715-4D91E5239F63}" destId="{0FD6A4A7-7BDA-C241-BD96-408BD56CFF09}" srcOrd="0" destOrd="0" presId="urn:microsoft.com/office/officeart/2005/8/layout/default"/>
    <dgm:cxn modelId="{7C76CACE-77AC-44BD-BEE2-EE0A4F8CE23F}" type="presOf" srcId="{8D156E78-5074-F04B-890F-7B2D4BEAE1F0}" destId="{DA510F2E-886A-EE4B-B21A-ADB41F083CB4}" srcOrd="0" destOrd="0" presId="urn:microsoft.com/office/officeart/2005/8/layout/default"/>
    <dgm:cxn modelId="{BC2B80F5-D8EB-4938-B050-E369DD09DBF1}" type="presOf" srcId="{51107BBF-43AF-2B46-B3F1-0B49E9318B10}" destId="{F09B1A1C-9728-E24A-9F49-D17EB6F03F3F}" srcOrd="0" destOrd="0" presId="urn:microsoft.com/office/officeart/2005/8/layout/default"/>
    <dgm:cxn modelId="{FBCDECF8-20AE-4F8B-A8CE-0D4907DFD6BB}" type="presOf" srcId="{0AB6A6F0-5E5B-3040-BB43-D5213E1D3D01}" destId="{7DB41D58-5779-974D-96E4-97FCBDAC8816}" srcOrd="0" destOrd="0" presId="urn:microsoft.com/office/officeart/2005/8/layout/default"/>
    <dgm:cxn modelId="{3BECEFFC-E781-4CA6-A301-6A285503FBED}" type="presOf" srcId="{65AE586F-2E91-5841-B2BC-6FFE23E676D8}" destId="{4A24D450-2CA7-624D-B909-97D77CEAC40C}" srcOrd="0" destOrd="0" presId="urn:microsoft.com/office/officeart/2005/8/layout/default"/>
    <dgm:cxn modelId="{7A4374C8-CC05-4EC7-88A3-289C98A1D0A7}" type="presParOf" srcId="{DA510F2E-886A-EE4B-B21A-ADB41F083CB4}" destId="{7DB41D58-5779-974D-96E4-97FCBDAC8816}" srcOrd="0" destOrd="0" presId="urn:microsoft.com/office/officeart/2005/8/layout/default"/>
    <dgm:cxn modelId="{29A479A0-16F2-4611-B8D8-438AE63A8ADC}" type="presParOf" srcId="{DA510F2E-886A-EE4B-B21A-ADB41F083CB4}" destId="{486AE1EC-3177-EC4B-8A55-3EBBDF163506}" srcOrd="1" destOrd="0" presId="urn:microsoft.com/office/officeart/2005/8/layout/default"/>
    <dgm:cxn modelId="{2014B3C5-5586-4AF3-8B9B-7FADDA9835FB}" type="presParOf" srcId="{DA510F2E-886A-EE4B-B21A-ADB41F083CB4}" destId="{F09B1A1C-9728-E24A-9F49-D17EB6F03F3F}" srcOrd="2" destOrd="0" presId="urn:microsoft.com/office/officeart/2005/8/layout/default"/>
    <dgm:cxn modelId="{A2926A6E-59A7-4C2C-8305-3B859BCDEA5B}" type="presParOf" srcId="{DA510F2E-886A-EE4B-B21A-ADB41F083CB4}" destId="{9B1E1B8F-3BE6-DD45-8107-5B878C57BE46}" srcOrd="3" destOrd="0" presId="urn:microsoft.com/office/officeart/2005/8/layout/default"/>
    <dgm:cxn modelId="{E1F7233D-AD04-43E4-AA18-EC6BDA8893CB}" type="presParOf" srcId="{DA510F2E-886A-EE4B-B21A-ADB41F083CB4}" destId="{CD9E56D5-FC01-0E4E-B497-02063A306FC5}" srcOrd="4" destOrd="0" presId="urn:microsoft.com/office/officeart/2005/8/layout/default"/>
    <dgm:cxn modelId="{D9FDC718-9868-4BFC-84C0-1FA0C5DBEA6B}" type="presParOf" srcId="{DA510F2E-886A-EE4B-B21A-ADB41F083CB4}" destId="{082DEB20-C2AC-1D4C-B2B1-545F1A4EC02A}" srcOrd="5" destOrd="0" presId="urn:microsoft.com/office/officeart/2005/8/layout/default"/>
    <dgm:cxn modelId="{C9DF7224-1D3F-4D33-9ADD-DEF7610B2FD4}" type="presParOf" srcId="{DA510F2E-886A-EE4B-B21A-ADB41F083CB4}" destId="{4A24D450-2CA7-624D-B909-97D77CEAC40C}" srcOrd="6" destOrd="0" presId="urn:microsoft.com/office/officeart/2005/8/layout/default"/>
    <dgm:cxn modelId="{65E54072-B36F-4026-8078-5160AEB3C1E7}" type="presParOf" srcId="{DA510F2E-886A-EE4B-B21A-ADB41F083CB4}" destId="{3B4C3417-A4E9-5745-91CB-98D05AB8EF6F}" srcOrd="7" destOrd="0" presId="urn:microsoft.com/office/officeart/2005/8/layout/default"/>
    <dgm:cxn modelId="{8C9DDBD6-98A9-48C9-AFF4-7BF32E5CD60F}" type="presParOf" srcId="{DA510F2E-886A-EE4B-B21A-ADB41F083CB4}" destId="{0FD6A4A7-7BDA-C241-BD96-408BD56CFF09}" srcOrd="8" destOrd="0" presId="urn:microsoft.com/office/officeart/2005/8/layout/default"/>
    <dgm:cxn modelId="{40A90B3F-D5BD-463F-86E0-402F711D8543}" type="presParOf" srcId="{DA510F2E-886A-EE4B-B21A-ADB41F083CB4}" destId="{FD85F9BF-D654-7F43-9779-9C93B8E66F79}" srcOrd="9" destOrd="0" presId="urn:microsoft.com/office/officeart/2005/8/layout/default"/>
    <dgm:cxn modelId="{E90F3BB1-267F-4A1D-9A68-8A57180BC9DB}" type="presParOf" srcId="{DA510F2E-886A-EE4B-B21A-ADB41F083CB4}" destId="{1F5157AB-51CD-6E4E-B035-06C1E5F0DF93}" srcOrd="10" destOrd="0" presId="urn:microsoft.com/office/officeart/2005/8/layout/default"/>
    <dgm:cxn modelId="{9E8F7C65-DF57-4128-819E-EB89A90BC576}" type="presParOf" srcId="{DA510F2E-886A-EE4B-B21A-ADB41F083CB4}" destId="{0F47FA47-66C1-504C-A55D-8617AAD2794D}" srcOrd="11" destOrd="0" presId="urn:microsoft.com/office/officeart/2005/8/layout/default"/>
    <dgm:cxn modelId="{72827645-F023-4F82-B287-80B8AEF6C170}" type="presParOf" srcId="{DA510F2E-886A-EE4B-B21A-ADB41F083CB4}" destId="{10A46238-47BC-7E49-8733-7619EA9D93D9}" srcOrd="12" destOrd="0" presId="urn:microsoft.com/office/officeart/2005/8/layout/default"/>
    <dgm:cxn modelId="{8FFB8F9A-727A-4A47-9B32-AA91033A6847}" type="presParOf" srcId="{DA510F2E-886A-EE4B-B21A-ADB41F083CB4}" destId="{A089DC6C-9CD0-A149-82AF-E984F1086957}" srcOrd="13" destOrd="0" presId="urn:microsoft.com/office/officeart/2005/8/layout/default"/>
    <dgm:cxn modelId="{84728098-E5FE-442F-B4B8-E2F5F9C643B3}" type="presParOf" srcId="{DA510F2E-886A-EE4B-B21A-ADB41F083CB4}" destId="{BEBBF8D4-807B-D846-8BD9-5AFADCA0F61D}" srcOrd="14" destOrd="0" presId="urn:microsoft.com/office/officeart/2005/8/layout/default"/>
    <dgm:cxn modelId="{1660774A-F78D-46CA-B73B-7D41B4208C36}" type="presParOf" srcId="{DA510F2E-886A-EE4B-B21A-ADB41F083CB4}" destId="{95FA61BB-C2D6-7447-A145-9AEC69E519E1}" srcOrd="15" destOrd="0" presId="urn:microsoft.com/office/officeart/2005/8/layout/default"/>
    <dgm:cxn modelId="{B6798BAE-7ECA-45BF-A97B-43DF37C6B015}"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D156E78-5074-F04B-890F-7B2D4BEAE1F0}" type="doc">
      <dgm:prSet loTypeId="urn:microsoft.com/office/officeart/2005/8/layout/default" loCatId="" qsTypeId="urn:microsoft.com/office/officeart/2005/8/quickstyle/simple5" qsCatId="simple" csTypeId="urn:microsoft.com/office/officeart/2005/8/colors/accent1_2" csCatId="accent1" phldr="1"/>
      <dgm:spPr/>
      <dgm:t>
        <a:bodyPr/>
        <a:lstStyle/>
        <a:p>
          <a:endParaRPr lang="zh-CN" altLang="en-US"/>
        </a:p>
      </dgm:t>
    </dgm:pt>
    <dgm:pt modelId="{0AB6A6F0-5E5B-3040-BB43-D5213E1D3D01}">
      <dgm:prSet phldrT="[文本]" custT="1"/>
      <dgm:spPr/>
      <dgm:t>
        <a:bodyPr/>
        <a:lstStyle/>
        <a:p>
          <a:pPr>
            <a:buFont typeface="Wingdings 2" panose="05020102010507070707" pitchFamily="18" charset="2"/>
            <a:buNone/>
          </a:pPr>
          <a:r>
            <a:rPr lang="zh-CN" altLang="en-US" sz="1600" dirty="0">
              <a:latin typeface="KaiTi" panose="02010609060101010101" pitchFamily="49" charset="-122"/>
              <a:ea typeface="KaiTi" panose="02010609060101010101" pitchFamily="49" charset="-122"/>
            </a:rPr>
            <a:t>（</a:t>
          </a:r>
          <a:r>
            <a:rPr lang="en-US" altLang="zh-CN" sz="1600" dirty="0">
              <a:latin typeface="KaiTi" panose="02010609060101010101" pitchFamily="49" charset="-122"/>
              <a:ea typeface="KaiTi" panose="02010609060101010101" pitchFamily="49" charset="-122"/>
            </a:rPr>
            <a:t>1</a:t>
          </a:r>
          <a:r>
            <a:rPr lang="zh-CN" altLang="en-US" sz="1600" dirty="0">
              <a:latin typeface="KaiTi" panose="02010609060101010101" pitchFamily="49" charset="-122"/>
              <a:ea typeface="KaiTi" panose="02010609060101010101" pitchFamily="49" charset="-122"/>
            </a:rPr>
            <a:t>）项目集成管理</a:t>
          </a:r>
        </a:p>
      </dgm:t>
    </dgm:pt>
    <dgm:pt modelId="{AAF6B859-C563-FB48-AD23-B18AC967FF94}" type="par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A08A26DF-37AA-5F48-85ED-68876BEC45E7}" type="sibTrans" cxnId="{C3071872-E5B9-AD4C-9157-33E8F69927FB}">
      <dgm:prSet/>
      <dgm:spPr/>
      <dgm:t>
        <a:bodyPr/>
        <a:lstStyle/>
        <a:p>
          <a:endParaRPr lang="zh-CN" altLang="en-US">
            <a:latin typeface="KaiTi" panose="02010609060101010101" pitchFamily="49" charset="-122"/>
            <a:ea typeface="KaiTi" panose="02010609060101010101" pitchFamily="49" charset="-122"/>
          </a:endParaRPr>
        </a:p>
      </dgm:t>
    </dgm:pt>
    <dgm:pt modelId="{51107BBF-43AF-2B46-B3F1-0B49E9318B10}">
      <dgm:prSet custT="1"/>
      <dgm:spPr/>
      <dgm:t>
        <a:bodyPr/>
        <a:lstStyle/>
        <a:p>
          <a:r>
            <a:rPr lang="zh-CN" altLang="en-US" sz="1600" b="0" dirty="0">
              <a:latin typeface="KaiTi" panose="02010609060101010101" pitchFamily="49" charset="-122"/>
              <a:ea typeface="KaiTi" panose="02010609060101010101" pitchFamily="49" charset="-122"/>
            </a:rPr>
            <a:t>（</a:t>
          </a:r>
          <a:r>
            <a:rPr lang="en-US" altLang="zh-CN" sz="1600" b="0" dirty="0">
              <a:latin typeface="KaiTi" panose="02010609060101010101" pitchFamily="49" charset="-122"/>
              <a:ea typeface="KaiTi" panose="02010609060101010101" pitchFamily="49" charset="-122"/>
            </a:rPr>
            <a:t>2</a:t>
          </a:r>
          <a:r>
            <a:rPr lang="zh-CN" altLang="en-US" sz="1600" b="0" dirty="0">
              <a:latin typeface="KaiTi" panose="02010609060101010101" pitchFamily="49" charset="-122"/>
              <a:ea typeface="KaiTi" panose="02010609060101010101" pitchFamily="49" charset="-122"/>
            </a:rPr>
            <a:t>）项目范围管理</a:t>
          </a:r>
        </a:p>
      </dgm:t>
    </dgm:pt>
    <dgm:pt modelId="{5AA72A53-F9AB-4344-BE6A-F9442D3C076A}" type="par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15E633B1-63E9-254C-ABED-CB65E13EEC37}" type="sibTrans" cxnId="{451DA755-C80D-A046-8BC0-4C65A0C6ACE6}">
      <dgm:prSet/>
      <dgm:spPr/>
      <dgm:t>
        <a:bodyPr/>
        <a:lstStyle/>
        <a:p>
          <a:endParaRPr lang="zh-CN" altLang="en-US">
            <a:latin typeface="KaiTi" panose="02010609060101010101" pitchFamily="49" charset="-122"/>
            <a:ea typeface="KaiTi" panose="02010609060101010101" pitchFamily="49" charset="-122"/>
          </a:endParaRPr>
        </a:p>
      </dgm:t>
    </dgm:pt>
    <dgm:pt modelId="{21CA2EA4-9ECA-0140-A87B-48FBD4F14196}">
      <dgm:prSet custT="1"/>
      <dgm:spPr>
        <a:solidFill>
          <a:schemeClr val="accent2"/>
        </a:solidFill>
      </dgm:spPr>
      <dgm:t>
        <a:bodyPr/>
        <a:lstStyle/>
        <a:p>
          <a:r>
            <a:rPr lang="zh-CN" altLang="en-US" sz="1600" b="1" dirty="0">
              <a:latin typeface="KaiTi" panose="02010609060101010101" pitchFamily="49" charset="-122"/>
              <a:ea typeface="KaiTi" panose="02010609060101010101" pitchFamily="49" charset="-122"/>
            </a:rPr>
            <a:t>（</a:t>
          </a:r>
          <a:r>
            <a:rPr lang="en-US" altLang="zh-CN" sz="1600" b="1" dirty="0">
              <a:latin typeface="KaiTi" panose="02010609060101010101" pitchFamily="49" charset="-122"/>
              <a:ea typeface="KaiTi" panose="02010609060101010101" pitchFamily="49" charset="-122"/>
            </a:rPr>
            <a:t>3</a:t>
          </a:r>
          <a:r>
            <a:rPr lang="zh-CN" altLang="en-US" sz="1600" b="1" dirty="0">
              <a:latin typeface="KaiTi" panose="02010609060101010101" pitchFamily="49" charset="-122"/>
              <a:ea typeface="KaiTi" panose="02010609060101010101" pitchFamily="49" charset="-122"/>
            </a:rPr>
            <a:t>）项目时间</a:t>
          </a:r>
          <a:r>
            <a:rPr lang="en-US" altLang="zh-CN" sz="1600" b="1" dirty="0">
              <a:latin typeface="KaiTi" panose="02010609060101010101" pitchFamily="49" charset="-122"/>
              <a:ea typeface="KaiTi" panose="02010609060101010101" pitchFamily="49" charset="-122"/>
            </a:rPr>
            <a:t>(</a:t>
          </a:r>
          <a:r>
            <a:rPr lang="zh-CN" altLang="en-US" sz="1600" b="1" dirty="0">
              <a:latin typeface="KaiTi" panose="02010609060101010101" pitchFamily="49" charset="-122"/>
              <a:ea typeface="KaiTi" panose="02010609060101010101" pitchFamily="49" charset="-122"/>
            </a:rPr>
            <a:t>进度</a:t>
          </a:r>
          <a:r>
            <a:rPr lang="en-US" altLang="zh-CN" sz="1600" b="1" dirty="0">
              <a:latin typeface="KaiTi" panose="02010609060101010101" pitchFamily="49" charset="-122"/>
              <a:ea typeface="KaiTi" panose="02010609060101010101" pitchFamily="49" charset="-122"/>
            </a:rPr>
            <a:t>)</a:t>
          </a:r>
          <a:r>
            <a:rPr lang="zh-CN" altLang="en-US" sz="1600" b="1" dirty="0">
              <a:latin typeface="KaiTi" panose="02010609060101010101" pitchFamily="49" charset="-122"/>
              <a:ea typeface="KaiTi" panose="02010609060101010101" pitchFamily="49" charset="-122"/>
            </a:rPr>
            <a:t>管理</a:t>
          </a:r>
        </a:p>
      </dgm:t>
    </dgm:pt>
    <dgm:pt modelId="{B0E5BBC7-74DB-5946-B536-B3948D88C8B9}" type="par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7BBDA1EB-0ED0-BE46-AF4B-995752D42CE4}" type="sibTrans" cxnId="{27024301-4E10-784D-BE67-1F0694077EC0}">
      <dgm:prSet/>
      <dgm:spPr/>
      <dgm:t>
        <a:bodyPr/>
        <a:lstStyle/>
        <a:p>
          <a:endParaRPr lang="zh-CN" altLang="en-US">
            <a:latin typeface="KaiTi" panose="02010609060101010101" pitchFamily="49" charset="-122"/>
            <a:ea typeface="KaiTi" panose="02010609060101010101" pitchFamily="49" charset="-122"/>
          </a:endParaRPr>
        </a:p>
      </dgm:t>
    </dgm:pt>
    <dgm:pt modelId="{65AE586F-2E91-5841-B2BC-6FFE23E676D8}">
      <dgm:prSet custT="1"/>
      <dgm:spPr>
        <a:solidFill>
          <a:schemeClr val="accent2"/>
        </a:solidFill>
      </dgm:spPr>
      <dgm:t>
        <a:bodyPr/>
        <a:lstStyle/>
        <a:p>
          <a:r>
            <a:rPr lang="zh-CN" altLang="en-US" sz="1800" b="1" dirty="0">
              <a:latin typeface="KaiTi" panose="02010609060101010101" pitchFamily="49" charset="-122"/>
              <a:ea typeface="KaiTi" panose="02010609060101010101" pitchFamily="49" charset="-122"/>
            </a:rPr>
            <a:t>（</a:t>
          </a:r>
          <a:r>
            <a:rPr lang="en-US" altLang="zh-CN" sz="1800" b="1" dirty="0">
              <a:latin typeface="KaiTi" panose="02010609060101010101" pitchFamily="49" charset="-122"/>
              <a:ea typeface="KaiTi" panose="02010609060101010101" pitchFamily="49" charset="-122"/>
            </a:rPr>
            <a:t>4</a:t>
          </a:r>
          <a:r>
            <a:rPr lang="zh-CN" altLang="en-US" sz="1800" b="1" dirty="0">
              <a:latin typeface="KaiTi" panose="02010609060101010101" pitchFamily="49" charset="-122"/>
              <a:ea typeface="KaiTi" panose="02010609060101010101" pitchFamily="49" charset="-122"/>
            </a:rPr>
            <a:t>）项目成本管理</a:t>
          </a:r>
        </a:p>
      </dgm:t>
    </dgm:pt>
    <dgm:pt modelId="{98FCB2FF-8BC4-BB43-8CD1-C337C582C39D}" type="par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BFA3741E-8E37-594C-ABBE-D6EC37A70999}" type="sibTrans" cxnId="{454BD047-BF88-AB46-BA8F-140E9A898799}">
      <dgm:prSet/>
      <dgm:spPr/>
      <dgm:t>
        <a:bodyPr/>
        <a:lstStyle/>
        <a:p>
          <a:endParaRPr lang="zh-CN" altLang="en-US">
            <a:latin typeface="KaiTi" panose="02010609060101010101" pitchFamily="49" charset="-122"/>
            <a:ea typeface="KaiTi" panose="02010609060101010101" pitchFamily="49" charset="-122"/>
          </a:endParaRPr>
        </a:p>
      </dgm:t>
    </dgm:pt>
    <dgm:pt modelId="{4F8B46A4-D0EE-324A-A715-4D91E5239F63}">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5</a:t>
          </a:r>
          <a:r>
            <a:rPr lang="zh-CN" altLang="en-US" sz="1600">
              <a:latin typeface="KaiTi" panose="02010609060101010101" pitchFamily="49" charset="-122"/>
              <a:ea typeface="KaiTi" panose="02010609060101010101" pitchFamily="49" charset="-122"/>
            </a:rPr>
            <a:t>）项目质量管理</a:t>
          </a:r>
          <a:endParaRPr lang="zh-CN" altLang="en-US" sz="1600" dirty="0">
            <a:latin typeface="KaiTi" panose="02010609060101010101" pitchFamily="49" charset="-122"/>
            <a:ea typeface="KaiTi" panose="02010609060101010101" pitchFamily="49" charset="-122"/>
          </a:endParaRPr>
        </a:p>
      </dgm:t>
    </dgm:pt>
    <dgm:pt modelId="{E77EE516-4FCA-1744-ABD8-A3ADAA652F6B}" type="par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D797A19B-6ABE-B841-825C-CDA6EF290993}" type="sibTrans" cxnId="{13D5F183-4B06-8948-B96F-C5FCC3B93C89}">
      <dgm:prSet/>
      <dgm:spPr/>
      <dgm:t>
        <a:bodyPr/>
        <a:lstStyle/>
        <a:p>
          <a:endParaRPr lang="zh-CN" altLang="en-US">
            <a:latin typeface="KaiTi" panose="02010609060101010101" pitchFamily="49" charset="-122"/>
            <a:ea typeface="KaiTi" panose="02010609060101010101" pitchFamily="49" charset="-122"/>
          </a:endParaRPr>
        </a:p>
      </dgm:t>
    </dgm:pt>
    <dgm:pt modelId="{0553381E-1762-7C4E-A778-470D742D0C54}">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6</a:t>
          </a:r>
          <a:r>
            <a:rPr lang="zh-CN" altLang="en-US" sz="1600">
              <a:latin typeface="KaiTi" panose="02010609060101010101" pitchFamily="49" charset="-122"/>
              <a:ea typeface="KaiTi" panose="02010609060101010101" pitchFamily="49" charset="-122"/>
            </a:rPr>
            <a:t>）项目人力资源管理</a:t>
          </a:r>
          <a:endParaRPr lang="zh-CN" altLang="en-US" sz="1600" dirty="0">
            <a:latin typeface="KaiTi" panose="02010609060101010101" pitchFamily="49" charset="-122"/>
            <a:ea typeface="KaiTi" panose="02010609060101010101" pitchFamily="49" charset="-122"/>
          </a:endParaRPr>
        </a:p>
      </dgm:t>
    </dgm:pt>
    <dgm:pt modelId="{38A9B2FB-59B0-7C48-BDB5-3F31642F3D8D}" type="par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16C2A0ED-F268-B44C-9D13-0B8925FCEBC9}" type="sibTrans" cxnId="{AFBCAB04-A6F6-384C-A216-64A2C6F6E798}">
      <dgm:prSet/>
      <dgm:spPr/>
      <dgm:t>
        <a:bodyPr/>
        <a:lstStyle/>
        <a:p>
          <a:endParaRPr lang="zh-CN" altLang="en-US">
            <a:latin typeface="KaiTi" panose="02010609060101010101" pitchFamily="49" charset="-122"/>
            <a:ea typeface="KaiTi" panose="02010609060101010101" pitchFamily="49" charset="-122"/>
          </a:endParaRPr>
        </a:p>
      </dgm:t>
    </dgm:pt>
    <dgm:pt modelId="{A36673D9-149F-774F-9472-61270EB3A7D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7</a:t>
          </a:r>
          <a:r>
            <a:rPr lang="zh-CN" altLang="en-US" sz="1600">
              <a:latin typeface="KaiTi" panose="02010609060101010101" pitchFamily="49" charset="-122"/>
              <a:ea typeface="KaiTi" panose="02010609060101010101" pitchFamily="49" charset="-122"/>
            </a:rPr>
            <a:t>）项目沟通管理</a:t>
          </a:r>
          <a:endParaRPr lang="zh-CN" altLang="en-US" sz="1600" dirty="0">
            <a:latin typeface="KaiTi" panose="02010609060101010101" pitchFamily="49" charset="-122"/>
            <a:ea typeface="KaiTi" panose="02010609060101010101" pitchFamily="49" charset="-122"/>
          </a:endParaRPr>
        </a:p>
      </dgm:t>
    </dgm:pt>
    <dgm:pt modelId="{53AF893B-BEC3-BC47-9E07-6E76FC0A6B16}" type="par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A70577BD-06DD-B044-BFE8-A5ED1CE3E7DD}" type="sibTrans" cxnId="{6C20E72B-0C2B-3849-A52D-AD1DC01AA0EA}">
      <dgm:prSet/>
      <dgm:spPr/>
      <dgm:t>
        <a:bodyPr/>
        <a:lstStyle/>
        <a:p>
          <a:endParaRPr lang="zh-CN" altLang="en-US">
            <a:latin typeface="KaiTi" panose="02010609060101010101" pitchFamily="49" charset="-122"/>
            <a:ea typeface="KaiTi" panose="02010609060101010101" pitchFamily="49" charset="-122"/>
          </a:endParaRPr>
        </a:p>
      </dgm:t>
    </dgm:pt>
    <dgm:pt modelId="{045E783C-8648-2C4C-BF84-271E286D1CF1}">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8</a:t>
          </a:r>
          <a:r>
            <a:rPr lang="zh-CN" altLang="en-US" sz="1600">
              <a:latin typeface="KaiTi" panose="02010609060101010101" pitchFamily="49" charset="-122"/>
              <a:ea typeface="KaiTi" panose="02010609060101010101" pitchFamily="49" charset="-122"/>
            </a:rPr>
            <a:t>）项目风险管理</a:t>
          </a:r>
          <a:endParaRPr lang="zh-CN" altLang="en-US" sz="1600" dirty="0">
            <a:latin typeface="KaiTi" panose="02010609060101010101" pitchFamily="49" charset="-122"/>
            <a:ea typeface="KaiTi" panose="02010609060101010101" pitchFamily="49" charset="-122"/>
          </a:endParaRPr>
        </a:p>
      </dgm:t>
    </dgm:pt>
    <dgm:pt modelId="{9E1A66BA-5184-754C-9FE5-F2C2B194FA84}" type="par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59B027E7-F60E-A044-A12A-C5122B0226C6}" type="sibTrans" cxnId="{943FF4B6-672A-B344-A51E-75F146BDCC8C}">
      <dgm:prSet/>
      <dgm:spPr/>
      <dgm:t>
        <a:bodyPr/>
        <a:lstStyle/>
        <a:p>
          <a:endParaRPr lang="zh-CN" altLang="en-US">
            <a:latin typeface="KaiTi" panose="02010609060101010101" pitchFamily="49" charset="-122"/>
            <a:ea typeface="KaiTi" panose="02010609060101010101" pitchFamily="49" charset="-122"/>
          </a:endParaRPr>
        </a:p>
      </dgm:t>
    </dgm:pt>
    <dgm:pt modelId="{43F1E419-AE3F-9446-A43F-50F670B2311B}">
      <dgm:prSet custT="1"/>
      <dgm:spPr/>
      <dgm:t>
        <a:bodyPr/>
        <a:lstStyle/>
        <a:p>
          <a:r>
            <a:rPr lang="zh-CN" altLang="en-US" sz="1600">
              <a:latin typeface="KaiTi" panose="02010609060101010101" pitchFamily="49" charset="-122"/>
              <a:ea typeface="KaiTi" panose="02010609060101010101" pitchFamily="49" charset="-122"/>
            </a:rPr>
            <a:t>（</a:t>
          </a:r>
          <a:r>
            <a:rPr lang="en-US" altLang="zh-CN" sz="1600">
              <a:latin typeface="KaiTi" panose="02010609060101010101" pitchFamily="49" charset="-122"/>
              <a:ea typeface="KaiTi" panose="02010609060101010101" pitchFamily="49" charset="-122"/>
            </a:rPr>
            <a:t>9</a:t>
          </a:r>
          <a:r>
            <a:rPr lang="zh-CN" altLang="en-US" sz="1600">
              <a:latin typeface="KaiTi" panose="02010609060101010101" pitchFamily="49" charset="-122"/>
              <a:ea typeface="KaiTi" panose="02010609060101010101" pitchFamily="49" charset="-122"/>
            </a:rPr>
            <a:t>）项目采购管理</a:t>
          </a:r>
        </a:p>
      </dgm:t>
    </dgm:pt>
    <dgm:pt modelId="{E6704D2D-E778-1448-AF45-F7A464DF6FD6}" type="par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450A8439-59C7-344D-935C-3F62C40884D5}" type="sibTrans" cxnId="{4369063E-EE78-C44D-8648-5F63EC519076}">
      <dgm:prSet/>
      <dgm:spPr/>
      <dgm:t>
        <a:bodyPr/>
        <a:lstStyle/>
        <a:p>
          <a:endParaRPr lang="zh-CN" altLang="en-US">
            <a:latin typeface="KaiTi" panose="02010609060101010101" pitchFamily="49" charset="-122"/>
            <a:ea typeface="KaiTi" panose="02010609060101010101" pitchFamily="49" charset="-122"/>
          </a:endParaRPr>
        </a:p>
      </dgm:t>
    </dgm:pt>
    <dgm:pt modelId="{DA510F2E-886A-EE4B-B21A-ADB41F083CB4}" type="pres">
      <dgm:prSet presAssocID="{8D156E78-5074-F04B-890F-7B2D4BEAE1F0}" presName="diagram" presStyleCnt="0">
        <dgm:presLayoutVars>
          <dgm:dir/>
          <dgm:resizeHandles val="exact"/>
        </dgm:presLayoutVars>
      </dgm:prSet>
      <dgm:spPr/>
    </dgm:pt>
    <dgm:pt modelId="{7DB41D58-5779-974D-96E4-97FCBDAC8816}" type="pres">
      <dgm:prSet presAssocID="{0AB6A6F0-5E5B-3040-BB43-D5213E1D3D01}" presName="node" presStyleLbl="node1" presStyleIdx="0" presStyleCnt="9" custScaleX="262173">
        <dgm:presLayoutVars>
          <dgm:bulletEnabled val="1"/>
        </dgm:presLayoutVars>
      </dgm:prSet>
      <dgm:spPr/>
    </dgm:pt>
    <dgm:pt modelId="{486AE1EC-3177-EC4B-8A55-3EBBDF163506}" type="pres">
      <dgm:prSet presAssocID="{A08A26DF-37AA-5F48-85ED-68876BEC45E7}" presName="sibTrans" presStyleCnt="0"/>
      <dgm:spPr/>
    </dgm:pt>
    <dgm:pt modelId="{F09B1A1C-9728-E24A-9F49-D17EB6F03F3F}" type="pres">
      <dgm:prSet presAssocID="{51107BBF-43AF-2B46-B3F1-0B49E9318B10}" presName="node" presStyleLbl="node1" presStyleIdx="1" presStyleCnt="9" custScaleX="262173">
        <dgm:presLayoutVars>
          <dgm:bulletEnabled val="1"/>
        </dgm:presLayoutVars>
      </dgm:prSet>
      <dgm:spPr/>
    </dgm:pt>
    <dgm:pt modelId="{9B1E1B8F-3BE6-DD45-8107-5B878C57BE46}" type="pres">
      <dgm:prSet presAssocID="{15E633B1-63E9-254C-ABED-CB65E13EEC37}" presName="sibTrans" presStyleCnt="0"/>
      <dgm:spPr/>
    </dgm:pt>
    <dgm:pt modelId="{CD9E56D5-FC01-0E4E-B497-02063A306FC5}" type="pres">
      <dgm:prSet presAssocID="{21CA2EA4-9ECA-0140-A87B-48FBD4F14196}" presName="node" presStyleLbl="node1" presStyleIdx="2" presStyleCnt="9" custScaleX="283990">
        <dgm:presLayoutVars>
          <dgm:bulletEnabled val="1"/>
        </dgm:presLayoutVars>
      </dgm:prSet>
      <dgm:spPr/>
    </dgm:pt>
    <dgm:pt modelId="{082DEB20-C2AC-1D4C-B2B1-545F1A4EC02A}" type="pres">
      <dgm:prSet presAssocID="{7BBDA1EB-0ED0-BE46-AF4B-995752D42CE4}" presName="sibTrans" presStyleCnt="0"/>
      <dgm:spPr/>
    </dgm:pt>
    <dgm:pt modelId="{4A24D450-2CA7-624D-B909-97D77CEAC40C}" type="pres">
      <dgm:prSet presAssocID="{65AE586F-2E91-5841-B2BC-6FFE23E676D8}" presName="node" presStyleLbl="node1" presStyleIdx="3" presStyleCnt="9" custScaleX="283990">
        <dgm:presLayoutVars>
          <dgm:bulletEnabled val="1"/>
        </dgm:presLayoutVars>
      </dgm:prSet>
      <dgm:spPr/>
    </dgm:pt>
    <dgm:pt modelId="{3B4C3417-A4E9-5745-91CB-98D05AB8EF6F}" type="pres">
      <dgm:prSet presAssocID="{BFA3741E-8E37-594C-ABBE-D6EC37A70999}" presName="sibTrans" presStyleCnt="0"/>
      <dgm:spPr/>
    </dgm:pt>
    <dgm:pt modelId="{0FD6A4A7-7BDA-C241-BD96-408BD56CFF09}" type="pres">
      <dgm:prSet presAssocID="{4F8B46A4-D0EE-324A-A715-4D91E5239F63}" presName="node" presStyleLbl="node1" presStyleIdx="4" presStyleCnt="9" custScaleX="262173">
        <dgm:presLayoutVars>
          <dgm:bulletEnabled val="1"/>
        </dgm:presLayoutVars>
      </dgm:prSet>
      <dgm:spPr/>
    </dgm:pt>
    <dgm:pt modelId="{FD85F9BF-D654-7F43-9779-9C93B8E66F79}" type="pres">
      <dgm:prSet presAssocID="{D797A19B-6ABE-B841-825C-CDA6EF290993}" presName="sibTrans" presStyleCnt="0"/>
      <dgm:spPr/>
    </dgm:pt>
    <dgm:pt modelId="{1F5157AB-51CD-6E4E-B035-06C1E5F0DF93}" type="pres">
      <dgm:prSet presAssocID="{0553381E-1762-7C4E-A778-470D742D0C54}" presName="node" presStyleLbl="node1" presStyleIdx="5" presStyleCnt="9" custScaleX="262173">
        <dgm:presLayoutVars>
          <dgm:bulletEnabled val="1"/>
        </dgm:presLayoutVars>
      </dgm:prSet>
      <dgm:spPr/>
    </dgm:pt>
    <dgm:pt modelId="{0F47FA47-66C1-504C-A55D-8617AAD2794D}" type="pres">
      <dgm:prSet presAssocID="{16C2A0ED-F268-B44C-9D13-0B8925FCEBC9}" presName="sibTrans" presStyleCnt="0"/>
      <dgm:spPr/>
    </dgm:pt>
    <dgm:pt modelId="{10A46238-47BC-7E49-8733-7619EA9D93D9}" type="pres">
      <dgm:prSet presAssocID="{A36673D9-149F-774F-9472-61270EB3A7D1}" presName="node" presStyleLbl="node1" presStyleIdx="6" presStyleCnt="9" custScaleX="262173">
        <dgm:presLayoutVars>
          <dgm:bulletEnabled val="1"/>
        </dgm:presLayoutVars>
      </dgm:prSet>
      <dgm:spPr/>
    </dgm:pt>
    <dgm:pt modelId="{A089DC6C-9CD0-A149-82AF-E984F1086957}" type="pres">
      <dgm:prSet presAssocID="{A70577BD-06DD-B044-BFE8-A5ED1CE3E7DD}" presName="sibTrans" presStyleCnt="0"/>
      <dgm:spPr/>
    </dgm:pt>
    <dgm:pt modelId="{BEBBF8D4-807B-D846-8BD9-5AFADCA0F61D}" type="pres">
      <dgm:prSet presAssocID="{045E783C-8648-2C4C-BF84-271E286D1CF1}" presName="node" presStyleLbl="node1" presStyleIdx="7" presStyleCnt="9" custScaleX="262173">
        <dgm:presLayoutVars>
          <dgm:bulletEnabled val="1"/>
        </dgm:presLayoutVars>
      </dgm:prSet>
      <dgm:spPr/>
    </dgm:pt>
    <dgm:pt modelId="{95FA61BB-C2D6-7447-A145-9AEC69E519E1}" type="pres">
      <dgm:prSet presAssocID="{59B027E7-F60E-A044-A12A-C5122B0226C6}" presName="sibTrans" presStyleCnt="0"/>
      <dgm:spPr/>
    </dgm:pt>
    <dgm:pt modelId="{B1235844-5E22-B848-8F22-5F34BC1FF877}" type="pres">
      <dgm:prSet presAssocID="{43F1E419-AE3F-9446-A43F-50F670B2311B}" presName="node" presStyleLbl="node1" presStyleIdx="8" presStyleCnt="9" custScaleX="262173">
        <dgm:presLayoutVars>
          <dgm:bulletEnabled val="1"/>
        </dgm:presLayoutVars>
      </dgm:prSet>
      <dgm:spPr/>
    </dgm:pt>
  </dgm:ptLst>
  <dgm:cxnLst>
    <dgm:cxn modelId="{27024301-4E10-784D-BE67-1F0694077EC0}" srcId="{8D156E78-5074-F04B-890F-7B2D4BEAE1F0}" destId="{21CA2EA4-9ECA-0140-A87B-48FBD4F14196}" srcOrd="2" destOrd="0" parTransId="{B0E5BBC7-74DB-5946-B536-B3948D88C8B9}" sibTransId="{7BBDA1EB-0ED0-BE46-AF4B-995752D42CE4}"/>
    <dgm:cxn modelId="{AFBCAB04-A6F6-384C-A216-64A2C6F6E798}" srcId="{8D156E78-5074-F04B-890F-7B2D4BEAE1F0}" destId="{0553381E-1762-7C4E-A778-470D742D0C54}" srcOrd="5" destOrd="0" parTransId="{38A9B2FB-59B0-7C48-BDB5-3F31642F3D8D}" sibTransId="{16C2A0ED-F268-B44C-9D13-0B8925FCEBC9}"/>
    <dgm:cxn modelId="{7834960C-E346-4D72-93E4-D33D11424049}" type="presOf" srcId="{4F8B46A4-D0EE-324A-A715-4D91E5239F63}" destId="{0FD6A4A7-7BDA-C241-BD96-408BD56CFF09}" srcOrd="0" destOrd="0" presId="urn:microsoft.com/office/officeart/2005/8/layout/default"/>
    <dgm:cxn modelId="{6C20E72B-0C2B-3849-A52D-AD1DC01AA0EA}" srcId="{8D156E78-5074-F04B-890F-7B2D4BEAE1F0}" destId="{A36673D9-149F-774F-9472-61270EB3A7D1}" srcOrd="6" destOrd="0" parTransId="{53AF893B-BEC3-BC47-9E07-6E76FC0A6B16}" sibTransId="{A70577BD-06DD-B044-BFE8-A5ED1CE3E7DD}"/>
    <dgm:cxn modelId="{4369063E-EE78-C44D-8648-5F63EC519076}" srcId="{8D156E78-5074-F04B-890F-7B2D4BEAE1F0}" destId="{43F1E419-AE3F-9446-A43F-50F670B2311B}" srcOrd="8" destOrd="0" parTransId="{E6704D2D-E778-1448-AF45-F7A464DF6FD6}" sibTransId="{450A8439-59C7-344D-935C-3F62C40884D5}"/>
    <dgm:cxn modelId="{709B1B40-F905-4DC2-9B60-78E3C3406F37}" type="presOf" srcId="{045E783C-8648-2C4C-BF84-271E286D1CF1}" destId="{BEBBF8D4-807B-D846-8BD9-5AFADCA0F61D}" srcOrd="0" destOrd="0" presId="urn:microsoft.com/office/officeart/2005/8/layout/default"/>
    <dgm:cxn modelId="{75CE8A64-52CE-4C48-B26C-27157509B861}" type="presOf" srcId="{65AE586F-2E91-5841-B2BC-6FFE23E676D8}" destId="{4A24D450-2CA7-624D-B909-97D77CEAC40C}" srcOrd="0" destOrd="0" presId="urn:microsoft.com/office/officeart/2005/8/layout/default"/>
    <dgm:cxn modelId="{454BD047-BF88-AB46-BA8F-140E9A898799}" srcId="{8D156E78-5074-F04B-890F-7B2D4BEAE1F0}" destId="{65AE586F-2E91-5841-B2BC-6FFE23E676D8}" srcOrd="3" destOrd="0" parTransId="{98FCB2FF-8BC4-BB43-8CD1-C337C582C39D}" sibTransId="{BFA3741E-8E37-594C-ABBE-D6EC37A70999}"/>
    <dgm:cxn modelId="{2C70F970-2894-44D6-9FAB-52322A5C5A26}" type="presOf" srcId="{43F1E419-AE3F-9446-A43F-50F670B2311B}" destId="{B1235844-5E22-B848-8F22-5F34BC1FF877}" srcOrd="0" destOrd="0" presId="urn:microsoft.com/office/officeart/2005/8/layout/default"/>
    <dgm:cxn modelId="{C3071872-E5B9-AD4C-9157-33E8F69927FB}" srcId="{8D156E78-5074-F04B-890F-7B2D4BEAE1F0}" destId="{0AB6A6F0-5E5B-3040-BB43-D5213E1D3D01}" srcOrd="0" destOrd="0" parTransId="{AAF6B859-C563-FB48-AD23-B18AC967FF94}" sibTransId="{A08A26DF-37AA-5F48-85ED-68876BEC45E7}"/>
    <dgm:cxn modelId="{7AE82952-BC0D-4237-BC70-FB9742C6EBE4}" type="presOf" srcId="{21CA2EA4-9ECA-0140-A87B-48FBD4F14196}" destId="{CD9E56D5-FC01-0E4E-B497-02063A306FC5}" srcOrd="0" destOrd="0" presId="urn:microsoft.com/office/officeart/2005/8/layout/default"/>
    <dgm:cxn modelId="{451DA755-C80D-A046-8BC0-4C65A0C6ACE6}" srcId="{8D156E78-5074-F04B-890F-7B2D4BEAE1F0}" destId="{51107BBF-43AF-2B46-B3F1-0B49E9318B10}" srcOrd="1" destOrd="0" parTransId="{5AA72A53-F9AB-4344-BE6A-F9442D3C076A}" sibTransId="{15E633B1-63E9-254C-ABED-CB65E13EEC37}"/>
    <dgm:cxn modelId="{D7169579-0D40-4E97-AE61-76F898E25690}" type="presOf" srcId="{0AB6A6F0-5E5B-3040-BB43-D5213E1D3D01}" destId="{7DB41D58-5779-974D-96E4-97FCBDAC8816}" srcOrd="0" destOrd="0" presId="urn:microsoft.com/office/officeart/2005/8/layout/default"/>
    <dgm:cxn modelId="{13D5F183-4B06-8948-B96F-C5FCC3B93C89}" srcId="{8D156E78-5074-F04B-890F-7B2D4BEAE1F0}" destId="{4F8B46A4-D0EE-324A-A715-4D91E5239F63}" srcOrd="4" destOrd="0" parTransId="{E77EE516-4FCA-1744-ABD8-A3ADAA652F6B}" sibTransId="{D797A19B-6ABE-B841-825C-CDA6EF290993}"/>
    <dgm:cxn modelId="{E49D6B8D-A341-47F5-A152-A176B9E94A92}" type="presOf" srcId="{A36673D9-149F-774F-9472-61270EB3A7D1}" destId="{10A46238-47BC-7E49-8733-7619EA9D93D9}" srcOrd="0" destOrd="0" presId="urn:microsoft.com/office/officeart/2005/8/layout/default"/>
    <dgm:cxn modelId="{EA2C92B1-47EA-4A28-9200-12796DFDAA67}" type="presOf" srcId="{0553381E-1762-7C4E-A778-470D742D0C54}" destId="{1F5157AB-51CD-6E4E-B035-06C1E5F0DF93}" srcOrd="0" destOrd="0" presId="urn:microsoft.com/office/officeart/2005/8/layout/default"/>
    <dgm:cxn modelId="{943FF4B6-672A-B344-A51E-75F146BDCC8C}" srcId="{8D156E78-5074-F04B-890F-7B2D4BEAE1F0}" destId="{045E783C-8648-2C4C-BF84-271E286D1CF1}" srcOrd="7" destOrd="0" parTransId="{9E1A66BA-5184-754C-9FE5-F2C2B194FA84}" sibTransId="{59B027E7-F60E-A044-A12A-C5122B0226C6}"/>
    <dgm:cxn modelId="{391E61D8-DEB4-430E-A41D-F01CAF4F8209}" type="presOf" srcId="{51107BBF-43AF-2B46-B3F1-0B49E9318B10}" destId="{F09B1A1C-9728-E24A-9F49-D17EB6F03F3F}" srcOrd="0" destOrd="0" presId="urn:microsoft.com/office/officeart/2005/8/layout/default"/>
    <dgm:cxn modelId="{E58533FC-923B-4841-B2CE-3B563B819975}" type="presOf" srcId="{8D156E78-5074-F04B-890F-7B2D4BEAE1F0}" destId="{DA510F2E-886A-EE4B-B21A-ADB41F083CB4}" srcOrd="0" destOrd="0" presId="urn:microsoft.com/office/officeart/2005/8/layout/default"/>
    <dgm:cxn modelId="{97BF1E96-251F-47F9-8951-760594E31778}" type="presParOf" srcId="{DA510F2E-886A-EE4B-B21A-ADB41F083CB4}" destId="{7DB41D58-5779-974D-96E4-97FCBDAC8816}" srcOrd="0" destOrd="0" presId="urn:microsoft.com/office/officeart/2005/8/layout/default"/>
    <dgm:cxn modelId="{5C936B29-4C8C-4E00-86D0-CB239B778CBC}" type="presParOf" srcId="{DA510F2E-886A-EE4B-B21A-ADB41F083CB4}" destId="{486AE1EC-3177-EC4B-8A55-3EBBDF163506}" srcOrd="1" destOrd="0" presId="urn:microsoft.com/office/officeart/2005/8/layout/default"/>
    <dgm:cxn modelId="{7F983C13-503C-4B4C-B47E-6C279FB092A6}" type="presParOf" srcId="{DA510F2E-886A-EE4B-B21A-ADB41F083CB4}" destId="{F09B1A1C-9728-E24A-9F49-D17EB6F03F3F}" srcOrd="2" destOrd="0" presId="urn:microsoft.com/office/officeart/2005/8/layout/default"/>
    <dgm:cxn modelId="{5E893B7F-DBFE-4ED5-AC7F-BE1E1E15C77B}" type="presParOf" srcId="{DA510F2E-886A-EE4B-B21A-ADB41F083CB4}" destId="{9B1E1B8F-3BE6-DD45-8107-5B878C57BE46}" srcOrd="3" destOrd="0" presId="urn:microsoft.com/office/officeart/2005/8/layout/default"/>
    <dgm:cxn modelId="{6361B1BA-C151-48EC-A863-193A63B3F512}" type="presParOf" srcId="{DA510F2E-886A-EE4B-B21A-ADB41F083CB4}" destId="{CD9E56D5-FC01-0E4E-B497-02063A306FC5}" srcOrd="4" destOrd="0" presId="urn:microsoft.com/office/officeart/2005/8/layout/default"/>
    <dgm:cxn modelId="{F3DDFFC8-1D88-4865-BA20-4A3F921C2D94}" type="presParOf" srcId="{DA510F2E-886A-EE4B-B21A-ADB41F083CB4}" destId="{082DEB20-C2AC-1D4C-B2B1-545F1A4EC02A}" srcOrd="5" destOrd="0" presId="urn:microsoft.com/office/officeart/2005/8/layout/default"/>
    <dgm:cxn modelId="{F412B8BB-8D3F-437D-AF5F-743F1BED4325}" type="presParOf" srcId="{DA510F2E-886A-EE4B-B21A-ADB41F083CB4}" destId="{4A24D450-2CA7-624D-B909-97D77CEAC40C}" srcOrd="6" destOrd="0" presId="urn:microsoft.com/office/officeart/2005/8/layout/default"/>
    <dgm:cxn modelId="{F486C3EC-5E5C-47A6-9FB6-751627C3E260}" type="presParOf" srcId="{DA510F2E-886A-EE4B-B21A-ADB41F083CB4}" destId="{3B4C3417-A4E9-5745-91CB-98D05AB8EF6F}" srcOrd="7" destOrd="0" presId="urn:microsoft.com/office/officeart/2005/8/layout/default"/>
    <dgm:cxn modelId="{03892F30-B825-4EDC-9A71-9F2CAC6E90C4}" type="presParOf" srcId="{DA510F2E-886A-EE4B-B21A-ADB41F083CB4}" destId="{0FD6A4A7-7BDA-C241-BD96-408BD56CFF09}" srcOrd="8" destOrd="0" presId="urn:microsoft.com/office/officeart/2005/8/layout/default"/>
    <dgm:cxn modelId="{F853C668-2129-4E15-B149-6E65A452DB4B}" type="presParOf" srcId="{DA510F2E-886A-EE4B-B21A-ADB41F083CB4}" destId="{FD85F9BF-D654-7F43-9779-9C93B8E66F79}" srcOrd="9" destOrd="0" presId="urn:microsoft.com/office/officeart/2005/8/layout/default"/>
    <dgm:cxn modelId="{47D6F3BE-D173-4501-879A-BACA3F8C1526}" type="presParOf" srcId="{DA510F2E-886A-EE4B-B21A-ADB41F083CB4}" destId="{1F5157AB-51CD-6E4E-B035-06C1E5F0DF93}" srcOrd="10" destOrd="0" presId="urn:microsoft.com/office/officeart/2005/8/layout/default"/>
    <dgm:cxn modelId="{C536479D-CDA1-4D78-B78B-7BD82D9AE283}" type="presParOf" srcId="{DA510F2E-886A-EE4B-B21A-ADB41F083CB4}" destId="{0F47FA47-66C1-504C-A55D-8617AAD2794D}" srcOrd="11" destOrd="0" presId="urn:microsoft.com/office/officeart/2005/8/layout/default"/>
    <dgm:cxn modelId="{BA295754-55A6-44DF-9974-7C5271F4684F}" type="presParOf" srcId="{DA510F2E-886A-EE4B-B21A-ADB41F083CB4}" destId="{10A46238-47BC-7E49-8733-7619EA9D93D9}" srcOrd="12" destOrd="0" presId="urn:microsoft.com/office/officeart/2005/8/layout/default"/>
    <dgm:cxn modelId="{3CF86DEA-33CD-446E-8E25-9AC099CF9B4F}" type="presParOf" srcId="{DA510F2E-886A-EE4B-B21A-ADB41F083CB4}" destId="{A089DC6C-9CD0-A149-82AF-E984F1086957}" srcOrd="13" destOrd="0" presId="urn:microsoft.com/office/officeart/2005/8/layout/default"/>
    <dgm:cxn modelId="{2DF4021E-200C-40E6-9D6B-9B9CAA7B3666}" type="presParOf" srcId="{DA510F2E-886A-EE4B-B21A-ADB41F083CB4}" destId="{BEBBF8D4-807B-D846-8BD9-5AFADCA0F61D}" srcOrd="14" destOrd="0" presId="urn:microsoft.com/office/officeart/2005/8/layout/default"/>
    <dgm:cxn modelId="{DC68AEFF-E831-4BC4-B252-329D2F978B9E}" type="presParOf" srcId="{DA510F2E-886A-EE4B-B21A-ADB41F083CB4}" destId="{95FA61BB-C2D6-7447-A145-9AEC69E519E1}" srcOrd="15" destOrd="0" presId="urn:microsoft.com/office/officeart/2005/8/layout/default"/>
    <dgm:cxn modelId="{912076BB-18E1-415F-9186-3778DED59369}" type="presParOf" srcId="{DA510F2E-886A-EE4B-B21A-ADB41F083CB4}" destId="{B1235844-5E22-B848-8F22-5F34BC1FF87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custScaleX="114968" custScaleY="119168">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dgm:presLayoutVars>
          <dgm:chMax val="0"/>
          <dgm:chPref val="0"/>
          <dgm:bulletEnabled val="1"/>
        </dgm:presLayoutVars>
      </dgm:prSet>
      <dgm:spPr/>
    </dgm:pt>
  </dgm:ptLst>
  <dgm:cxnLst>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17DD013B-409A-0C43-BB8C-0E00F9EE9545}" srcId="{0FFA05DD-5324-3041-8C17-444BFFD6BD1F}" destId="{6DDAC207-A341-0E47-90EC-0B44A481CF7D}" srcOrd="2" destOrd="0" parTransId="{1F3E9939-DC42-FE46-9EAA-04591AB65DC4}" sibTransId="{BF9D3C0D-6689-9C48-8703-EBDA62227240}"/>
    <dgm:cxn modelId="{9D0BC65C-A882-4B63-95DB-F36EADB614C4}" type="presOf" srcId="{6DDAC207-A341-0E47-90EC-0B44A481CF7D}" destId="{AAADD112-A1C8-A14B-9906-417DDFE3EEBA}" srcOrd="0" destOrd="0" presId="urn:microsoft.com/office/officeart/2005/8/layout/chevron1"/>
    <dgm:cxn modelId="{7E84248F-F9F7-4192-83BC-912574EFEE79}" type="presOf" srcId="{36459972-D411-AF4C-A079-936BA8920DE9}" destId="{BC2A7960-FF16-B645-AA81-2A0DFFB88711}" srcOrd="0" destOrd="0" presId="urn:microsoft.com/office/officeart/2005/8/layout/chevron1"/>
    <dgm:cxn modelId="{FBB02DA0-DC8F-4BFA-9169-6EE54F6A1B4D}" type="presOf" srcId="{88DE4D82-A374-8045-92B8-ACA939A9883D}" destId="{188513CA-D061-9345-BBBC-6BC545EA417E}"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3C31CAB9-D27D-44DA-8E77-7B6A7A8041A1}" type="presOf" srcId="{1ED1D919-B2F3-7644-8D53-E7DD9A1784EB}" destId="{9C925EFE-F167-FB42-BD79-77BE125B1BBC}" srcOrd="0" destOrd="0" presId="urn:microsoft.com/office/officeart/2005/8/layout/chevron1"/>
    <dgm:cxn modelId="{25C418C8-62E6-5A43-921E-2E1CB719611F}" srcId="{0FFA05DD-5324-3041-8C17-444BFFD6BD1F}" destId="{36459972-D411-AF4C-A079-936BA8920DE9}" srcOrd="0" destOrd="0" parTransId="{E242A21F-89F0-6847-BB48-6A84CA98CD00}" sibTransId="{10BF9096-5237-964D-9F64-6BBFD688D19E}"/>
    <dgm:cxn modelId="{280845EE-A5D0-4A36-A5EF-8FA5163E48C3}" type="presOf" srcId="{7224C73C-BB31-8940-8250-66DA996D7CD0}" destId="{1A7F7CF3-7B90-C042-AB93-C97E643F13AA}" srcOrd="0" destOrd="0" presId="urn:microsoft.com/office/officeart/2005/8/layout/chevron1"/>
    <dgm:cxn modelId="{C971CBEF-BD82-4105-AD4E-68BC73D513CF}" type="presOf" srcId="{0FFA05DD-5324-3041-8C17-444BFFD6BD1F}" destId="{65D8AB19-CC2D-C94F-BE25-6C05FB61E218}" srcOrd="0" destOrd="0" presId="urn:microsoft.com/office/officeart/2005/8/layout/chevron1"/>
    <dgm:cxn modelId="{6146DEF9-E44A-4CD2-8CE0-92F55D03ECA4}" type="presParOf" srcId="{65D8AB19-CC2D-C94F-BE25-6C05FB61E218}" destId="{BC2A7960-FF16-B645-AA81-2A0DFFB88711}" srcOrd="0" destOrd="0" presId="urn:microsoft.com/office/officeart/2005/8/layout/chevron1"/>
    <dgm:cxn modelId="{C2404F04-B0EC-42B6-AF78-823837B7F3B5}" type="presParOf" srcId="{65D8AB19-CC2D-C94F-BE25-6C05FB61E218}" destId="{FA6D4227-2BAD-A34D-9AAA-3DEA5DCF82DD}" srcOrd="1" destOrd="0" presId="urn:microsoft.com/office/officeart/2005/8/layout/chevron1"/>
    <dgm:cxn modelId="{71D1B718-AFAF-4793-83EB-F6021B501EFC}" type="presParOf" srcId="{65D8AB19-CC2D-C94F-BE25-6C05FB61E218}" destId="{1A7F7CF3-7B90-C042-AB93-C97E643F13AA}" srcOrd="2" destOrd="0" presId="urn:microsoft.com/office/officeart/2005/8/layout/chevron1"/>
    <dgm:cxn modelId="{CFAC8DFA-A528-4238-9CA1-226A4F7803FF}" type="presParOf" srcId="{65D8AB19-CC2D-C94F-BE25-6C05FB61E218}" destId="{959A2BDF-C83C-514D-BCE1-9348519E000A}" srcOrd="3" destOrd="0" presId="urn:microsoft.com/office/officeart/2005/8/layout/chevron1"/>
    <dgm:cxn modelId="{8E18A1F1-0F56-43D9-9CC2-AAC36F2E99F3}" type="presParOf" srcId="{65D8AB19-CC2D-C94F-BE25-6C05FB61E218}" destId="{AAADD112-A1C8-A14B-9906-417DDFE3EEBA}" srcOrd="4" destOrd="0" presId="urn:microsoft.com/office/officeart/2005/8/layout/chevron1"/>
    <dgm:cxn modelId="{ED0B727E-8E80-4597-842C-A5D5383AC434}" type="presParOf" srcId="{65D8AB19-CC2D-C94F-BE25-6C05FB61E218}" destId="{AF47AF6B-42CC-FE41-AD73-7F7351CD7452}" srcOrd="5" destOrd="0" presId="urn:microsoft.com/office/officeart/2005/8/layout/chevron1"/>
    <dgm:cxn modelId="{4995F088-5828-49DC-B98C-01650E508507}" type="presParOf" srcId="{65D8AB19-CC2D-C94F-BE25-6C05FB61E218}" destId="{9C925EFE-F167-FB42-BD79-77BE125B1BBC}" srcOrd="6" destOrd="0" presId="urn:microsoft.com/office/officeart/2005/8/layout/chevron1"/>
    <dgm:cxn modelId="{49D17A6E-B93C-4E74-BA60-B2326EFC0563}" type="presParOf" srcId="{65D8AB19-CC2D-C94F-BE25-6C05FB61E218}" destId="{973FD22F-83E1-394B-BA94-146FCA025820}" srcOrd="7" destOrd="0" presId="urn:microsoft.com/office/officeart/2005/8/layout/chevron1"/>
    <dgm:cxn modelId="{EC43EA7A-4483-4955-AB00-04CD5A72E8E7}"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custScaleX="120535" custScaleY="113658">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dgm:presLayoutVars>
          <dgm:chMax val="0"/>
          <dgm:chPref val="0"/>
          <dgm:bulletEnabled val="1"/>
        </dgm:presLayoutVars>
      </dgm:prSet>
      <dgm:spPr/>
    </dgm:pt>
  </dgm:ptLst>
  <dgm:cxnLst>
    <dgm:cxn modelId="{6F0DAA04-242C-4876-9988-77F3E9BBB450}" type="presOf" srcId="{6DDAC207-A341-0E47-90EC-0B44A481CF7D}" destId="{AAADD112-A1C8-A14B-9906-417DDFE3EEBA}" srcOrd="0" destOrd="0" presId="urn:microsoft.com/office/officeart/2005/8/layout/chevron1"/>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0592312F-16F8-4E7C-B126-BC7B4057CF34}" type="presOf" srcId="{36459972-D411-AF4C-A079-936BA8920DE9}" destId="{BC2A7960-FF16-B645-AA81-2A0DFFB88711}" srcOrd="0" destOrd="0" presId="urn:microsoft.com/office/officeart/2005/8/layout/chevron1"/>
    <dgm:cxn modelId="{17DD013B-409A-0C43-BB8C-0E00F9EE9545}" srcId="{0FFA05DD-5324-3041-8C17-444BFFD6BD1F}" destId="{6DDAC207-A341-0E47-90EC-0B44A481CF7D}" srcOrd="2" destOrd="0" parTransId="{1F3E9939-DC42-FE46-9EAA-04591AB65DC4}" sibTransId="{BF9D3C0D-6689-9C48-8703-EBDA62227240}"/>
    <dgm:cxn modelId="{067798AB-91C1-4374-AFA5-7E1F8297A966}" type="presOf" srcId="{1ED1D919-B2F3-7644-8D53-E7DD9A1784EB}" destId="{9C925EFE-F167-FB42-BD79-77BE125B1BBC}" srcOrd="0" destOrd="0" presId="urn:microsoft.com/office/officeart/2005/8/layout/chevron1"/>
    <dgm:cxn modelId="{7C46E1AE-3398-4EC6-B66D-0F149C76DC85}" type="presOf" srcId="{0FFA05DD-5324-3041-8C17-444BFFD6BD1F}" destId="{65D8AB19-CC2D-C94F-BE25-6C05FB61E218}" srcOrd="0" destOrd="0" presId="urn:microsoft.com/office/officeart/2005/8/layout/chevron1"/>
    <dgm:cxn modelId="{4224B8B1-51D5-42B3-A1BA-CFBEE30A9007}" type="presOf" srcId="{7224C73C-BB31-8940-8250-66DA996D7CD0}" destId="{1A7F7CF3-7B90-C042-AB93-C97E643F13AA}"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25C418C8-62E6-5A43-921E-2E1CB719611F}" srcId="{0FFA05DD-5324-3041-8C17-444BFFD6BD1F}" destId="{36459972-D411-AF4C-A079-936BA8920DE9}" srcOrd="0" destOrd="0" parTransId="{E242A21F-89F0-6847-BB48-6A84CA98CD00}" sibTransId="{10BF9096-5237-964D-9F64-6BBFD688D19E}"/>
    <dgm:cxn modelId="{421B5BFA-2C13-4FE9-8C2B-162D9278C5FC}" type="presOf" srcId="{88DE4D82-A374-8045-92B8-ACA939A9883D}" destId="{188513CA-D061-9345-BBBC-6BC545EA417E}" srcOrd="0" destOrd="0" presId="urn:microsoft.com/office/officeart/2005/8/layout/chevron1"/>
    <dgm:cxn modelId="{96620A5C-6DC2-4223-B53E-6FD5E5BFA03C}" type="presParOf" srcId="{65D8AB19-CC2D-C94F-BE25-6C05FB61E218}" destId="{BC2A7960-FF16-B645-AA81-2A0DFFB88711}" srcOrd="0" destOrd="0" presId="urn:microsoft.com/office/officeart/2005/8/layout/chevron1"/>
    <dgm:cxn modelId="{7B108357-FB79-4F26-A216-35CB91A3E4E5}" type="presParOf" srcId="{65D8AB19-CC2D-C94F-BE25-6C05FB61E218}" destId="{FA6D4227-2BAD-A34D-9AAA-3DEA5DCF82DD}" srcOrd="1" destOrd="0" presId="urn:microsoft.com/office/officeart/2005/8/layout/chevron1"/>
    <dgm:cxn modelId="{EE2361A5-F47C-4E0A-9E85-652D658CCA8E}" type="presParOf" srcId="{65D8AB19-CC2D-C94F-BE25-6C05FB61E218}" destId="{1A7F7CF3-7B90-C042-AB93-C97E643F13AA}" srcOrd="2" destOrd="0" presId="urn:microsoft.com/office/officeart/2005/8/layout/chevron1"/>
    <dgm:cxn modelId="{F01C4153-973A-45C8-8DF4-44E6337E6C4B}" type="presParOf" srcId="{65D8AB19-CC2D-C94F-BE25-6C05FB61E218}" destId="{959A2BDF-C83C-514D-BCE1-9348519E000A}" srcOrd="3" destOrd="0" presId="urn:microsoft.com/office/officeart/2005/8/layout/chevron1"/>
    <dgm:cxn modelId="{114E97E8-EBD0-465E-A84E-D0D573A14BBF}" type="presParOf" srcId="{65D8AB19-CC2D-C94F-BE25-6C05FB61E218}" destId="{AAADD112-A1C8-A14B-9906-417DDFE3EEBA}" srcOrd="4" destOrd="0" presId="urn:microsoft.com/office/officeart/2005/8/layout/chevron1"/>
    <dgm:cxn modelId="{87FDCF3A-12C4-4E47-9B4B-2D184DB4493E}" type="presParOf" srcId="{65D8AB19-CC2D-C94F-BE25-6C05FB61E218}" destId="{AF47AF6B-42CC-FE41-AD73-7F7351CD7452}" srcOrd="5" destOrd="0" presId="urn:microsoft.com/office/officeart/2005/8/layout/chevron1"/>
    <dgm:cxn modelId="{B1E4CF66-10F7-4800-8CD5-7714F37B0B71}" type="presParOf" srcId="{65D8AB19-CC2D-C94F-BE25-6C05FB61E218}" destId="{9C925EFE-F167-FB42-BD79-77BE125B1BBC}" srcOrd="6" destOrd="0" presId="urn:microsoft.com/office/officeart/2005/8/layout/chevron1"/>
    <dgm:cxn modelId="{E5B75D52-F743-4509-A583-DEABCB88E3EC}" type="presParOf" srcId="{65D8AB19-CC2D-C94F-BE25-6C05FB61E218}" destId="{973FD22F-83E1-394B-BA94-146FCA025820}" srcOrd="7" destOrd="0" presId="urn:microsoft.com/office/officeart/2005/8/layout/chevron1"/>
    <dgm:cxn modelId="{9B42B610-CBE8-4EE0-BFDF-2B992F2601CD}"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custScaleX="115006" custScaleY="113226">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dgm:presLayoutVars>
          <dgm:chMax val="0"/>
          <dgm:chPref val="0"/>
          <dgm:bulletEnabled val="1"/>
        </dgm:presLayoutVars>
      </dgm:prSet>
      <dgm:spPr/>
    </dgm:pt>
  </dgm:ptLst>
  <dgm:cxnLst>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4818C726-7DF6-4865-8FBF-C67F3A6A8DD9}" type="presOf" srcId="{88DE4D82-A374-8045-92B8-ACA939A9883D}" destId="{188513CA-D061-9345-BBBC-6BC545EA417E}" srcOrd="0" destOrd="0" presId="urn:microsoft.com/office/officeart/2005/8/layout/chevron1"/>
    <dgm:cxn modelId="{DE3A3F2A-6417-4F23-8CDF-45106618596F}" type="presOf" srcId="{7224C73C-BB31-8940-8250-66DA996D7CD0}" destId="{1A7F7CF3-7B90-C042-AB93-C97E643F13AA}" srcOrd="0" destOrd="0" presId="urn:microsoft.com/office/officeart/2005/8/layout/chevron1"/>
    <dgm:cxn modelId="{17DD013B-409A-0C43-BB8C-0E00F9EE9545}" srcId="{0FFA05DD-5324-3041-8C17-444BFFD6BD1F}" destId="{6DDAC207-A341-0E47-90EC-0B44A481CF7D}" srcOrd="2" destOrd="0" parTransId="{1F3E9939-DC42-FE46-9EAA-04591AB65DC4}" sibTransId="{BF9D3C0D-6689-9C48-8703-EBDA62227240}"/>
    <dgm:cxn modelId="{100F9951-6980-4CC9-A77F-615282AA3C92}" type="presOf" srcId="{1ED1D919-B2F3-7644-8D53-E7DD9A1784EB}" destId="{9C925EFE-F167-FB42-BD79-77BE125B1BBC}"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7FF116C3-C4A0-4B63-B446-211C90B7738C}" type="presOf" srcId="{0FFA05DD-5324-3041-8C17-444BFFD6BD1F}" destId="{65D8AB19-CC2D-C94F-BE25-6C05FB61E218}" srcOrd="0" destOrd="0" presId="urn:microsoft.com/office/officeart/2005/8/layout/chevron1"/>
    <dgm:cxn modelId="{25C418C8-62E6-5A43-921E-2E1CB719611F}" srcId="{0FFA05DD-5324-3041-8C17-444BFFD6BD1F}" destId="{36459972-D411-AF4C-A079-936BA8920DE9}" srcOrd="0" destOrd="0" parTransId="{E242A21F-89F0-6847-BB48-6A84CA98CD00}" sibTransId="{10BF9096-5237-964D-9F64-6BBFD688D19E}"/>
    <dgm:cxn modelId="{A9E244EE-9471-4B23-AD9E-D15D8E944304}" type="presOf" srcId="{36459972-D411-AF4C-A079-936BA8920DE9}" destId="{BC2A7960-FF16-B645-AA81-2A0DFFB88711}" srcOrd="0" destOrd="0" presId="urn:microsoft.com/office/officeart/2005/8/layout/chevron1"/>
    <dgm:cxn modelId="{3EC6D4FC-1405-449A-96AC-0004E26E0F58}" type="presOf" srcId="{6DDAC207-A341-0E47-90EC-0B44A481CF7D}" destId="{AAADD112-A1C8-A14B-9906-417DDFE3EEBA}" srcOrd="0" destOrd="0" presId="urn:microsoft.com/office/officeart/2005/8/layout/chevron1"/>
    <dgm:cxn modelId="{CA35780B-38C1-49FA-8143-CE2DAC5E932E}" type="presParOf" srcId="{65D8AB19-CC2D-C94F-BE25-6C05FB61E218}" destId="{BC2A7960-FF16-B645-AA81-2A0DFFB88711}" srcOrd="0" destOrd="0" presId="urn:microsoft.com/office/officeart/2005/8/layout/chevron1"/>
    <dgm:cxn modelId="{72E42DE5-F207-4AF5-A8B7-DE16268D7847}" type="presParOf" srcId="{65D8AB19-CC2D-C94F-BE25-6C05FB61E218}" destId="{FA6D4227-2BAD-A34D-9AAA-3DEA5DCF82DD}" srcOrd="1" destOrd="0" presId="urn:microsoft.com/office/officeart/2005/8/layout/chevron1"/>
    <dgm:cxn modelId="{9B3B3E87-673F-449C-BD08-40077A361EC3}" type="presParOf" srcId="{65D8AB19-CC2D-C94F-BE25-6C05FB61E218}" destId="{1A7F7CF3-7B90-C042-AB93-C97E643F13AA}" srcOrd="2" destOrd="0" presId="urn:microsoft.com/office/officeart/2005/8/layout/chevron1"/>
    <dgm:cxn modelId="{41017DF7-9717-443D-8DB1-A82592A957EF}" type="presParOf" srcId="{65D8AB19-CC2D-C94F-BE25-6C05FB61E218}" destId="{959A2BDF-C83C-514D-BCE1-9348519E000A}" srcOrd="3" destOrd="0" presId="urn:microsoft.com/office/officeart/2005/8/layout/chevron1"/>
    <dgm:cxn modelId="{F02CE30F-D822-487A-A6CB-C89388FC3345}" type="presParOf" srcId="{65D8AB19-CC2D-C94F-BE25-6C05FB61E218}" destId="{AAADD112-A1C8-A14B-9906-417DDFE3EEBA}" srcOrd="4" destOrd="0" presId="urn:microsoft.com/office/officeart/2005/8/layout/chevron1"/>
    <dgm:cxn modelId="{98437802-438E-472B-A6D9-F09A9D06D880}" type="presParOf" srcId="{65D8AB19-CC2D-C94F-BE25-6C05FB61E218}" destId="{AF47AF6B-42CC-FE41-AD73-7F7351CD7452}" srcOrd="5" destOrd="0" presId="urn:microsoft.com/office/officeart/2005/8/layout/chevron1"/>
    <dgm:cxn modelId="{F9333854-6761-4B2F-856F-D01BA34A9CBE}" type="presParOf" srcId="{65D8AB19-CC2D-C94F-BE25-6C05FB61E218}" destId="{9C925EFE-F167-FB42-BD79-77BE125B1BBC}" srcOrd="6" destOrd="0" presId="urn:microsoft.com/office/officeart/2005/8/layout/chevron1"/>
    <dgm:cxn modelId="{07E45D51-CCA4-4B7F-93AF-F1BB0E22CB54}" type="presParOf" srcId="{65D8AB19-CC2D-C94F-BE25-6C05FB61E218}" destId="{973FD22F-83E1-394B-BA94-146FCA025820}" srcOrd="7" destOrd="0" presId="urn:microsoft.com/office/officeart/2005/8/layout/chevron1"/>
    <dgm:cxn modelId="{F5999649-4558-48CE-91C0-0EE74281B99E}"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custScaleX="121603" custScaleY="113661">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dgm:presLayoutVars>
          <dgm:chMax val="0"/>
          <dgm:chPref val="0"/>
          <dgm:bulletEnabled val="1"/>
        </dgm:presLayoutVars>
      </dgm:prSet>
      <dgm:spPr/>
    </dgm:pt>
  </dgm:ptLst>
  <dgm:cxnLst>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C71BB723-FA3F-4419-8394-0B8185D9579D}" type="presOf" srcId="{88DE4D82-A374-8045-92B8-ACA939A9883D}" destId="{188513CA-D061-9345-BBBC-6BC545EA417E}" srcOrd="0" destOrd="0" presId="urn:microsoft.com/office/officeart/2005/8/layout/chevron1"/>
    <dgm:cxn modelId="{17DD013B-409A-0C43-BB8C-0E00F9EE9545}" srcId="{0FFA05DD-5324-3041-8C17-444BFFD6BD1F}" destId="{6DDAC207-A341-0E47-90EC-0B44A481CF7D}" srcOrd="2" destOrd="0" parTransId="{1F3E9939-DC42-FE46-9EAA-04591AB65DC4}" sibTransId="{BF9D3C0D-6689-9C48-8703-EBDA62227240}"/>
    <dgm:cxn modelId="{5EC2795E-5E7A-4919-8FF4-49CA7609AABE}" type="presOf" srcId="{7224C73C-BB31-8940-8250-66DA996D7CD0}" destId="{1A7F7CF3-7B90-C042-AB93-C97E643F13AA}" srcOrd="0" destOrd="0" presId="urn:microsoft.com/office/officeart/2005/8/layout/chevron1"/>
    <dgm:cxn modelId="{1F74D17B-7648-4F73-9A99-74F35C7645DE}" type="presOf" srcId="{1ED1D919-B2F3-7644-8D53-E7DD9A1784EB}" destId="{9C925EFE-F167-FB42-BD79-77BE125B1BBC}" srcOrd="0" destOrd="0" presId="urn:microsoft.com/office/officeart/2005/8/layout/chevron1"/>
    <dgm:cxn modelId="{56668A95-A093-4887-8B81-18E89DBD1AFD}" type="presOf" srcId="{0FFA05DD-5324-3041-8C17-444BFFD6BD1F}" destId="{65D8AB19-CC2D-C94F-BE25-6C05FB61E218}"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A74488C6-ADB2-430E-ACB7-246E58EE69C8}" type="presOf" srcId="{36459972-D411-AF4C-A079-936BA8920DE9}" destId="{BC2A7960-FF16-B645-AA81-2A0DFFB88711}" srcOrd="0" destOrd="0" presId="urn:microsoft.com/office/officeart/2005/8/layout/chevron1"/>
    <dgm:cxn modelId="{25C418C8-62E6-5A43-921E-2E1CB719611F}" srcId="{0FFA05DD-5324-3041-8C17-444BFFD6BD1F}" destId="{36459972-D411-AF4C-A079-936BA8920DE9}" srcOrd="0" destOrd="0" parTransId="{E242A21F-89F0-6847-BB48-6A84CA98CD00}" sibTransId="{10BF9096-5237-964D-9F64-6BBFD688D19E}"/>
    <dgm:cxn modelId="{25676EDA-005A-491B-B40A-3D5561DCAD28}" type="presOf" srcId="{6DDAC207-A341-0E47-90EC-0B44A481CF7D}" destId="{AAADD112-A1C8-A14B-9906-417DDFE3EEBA}" srcOrd="0" destOrd="0" presId="urn:microsoft.com/office/officeart/2005/8/layout/chevron1"/>
    <dgm:cxn modelId="{0B2F4890-89B7-4685-B185-884DEDA0B778}" type="presParOf" srcId="{65D8AB19-CC2D-C94F-BE25-6C05FB61E218}" destId="{BC2A7960-FF16-B645-AA81-2A0DFFB88711}" srcOrd="0" destOrd="0" presId="urn:microsoft.com/office/officeart/2005/8/layout/chevron1"/>
    <dgm:cxn modelId="{3E9FF507-BCB9-43BD-94AC-00C5A1875B7C}" type="presParOf" srcId="{65D8AB19-CC2D-C94F-BE25-6C05FB61E218}" destId="{FA6D4227-2BAD-A34D-9AAA-3DEA5DCF82DD}" srcOrd="1" destOrd="0" presId="urn:microsoft.com/office/officeart/2005/8/layout/chevron1"/>
    <dgm:cxn modelId="{BE9B5719-65A8-4AC4-A559-07BEB3CBBE2A}" type="presParOf" srcId="{65D8AB19-CC2D-C94F-BE25-6C05FB61E218}" destId="{1A7F7CF3-7B90-C042-AB93-C97E643F13AA}" srcOrd="2" destOrd="0" presId="urn:microsoft.com/office/officeart/2005/8/layout/chevron1"/>
    <dgm:cxn modelId="{A0F3FBC2-AA33-4A45-B286-11C6256E8990}" type="presParOf" srcId="{65D8AB19-CC2D-C94F-BE25-6C05FB61E218}" destId="{959A2BDF-C83C-514D-BCE1-9348519E000A}" srcOrd="3" destOrd="0" presId="urn:microsoft.com/office/officeart/2005/8/layout/chevron1"/>
    <dgm:cxn modelId="{0B5A2E5B-135E-484A-8A06-94A70CE85EEA}" type="presParOf" srcId="{65D8AB19-CC2D-C94F-BE25-6C05FB61E218}" destId="{AAADD112-A1C8-A14B-9906-417DDFE3EEBA}" srcOrd="4" destOrd="0" presId="urn:microsoft.com/office/officeart/2005/8/layout/chevron1"/>
    <dgm:cxn modelId="{9148471F-CC3C-4D76-A1E6-C5F8680B7BD1}" type="presParOf" srcId="{65D8AB19-CC2D-C94F-BE25-6C05FB61E218}" destId="{AF47AF6B-42CC-FE41-AD73-7F7351CD7452}" srcOrd="5" destOrd="0" presId="urn:microsoft.com/office/officeart/2005/8/layout/chevron1"/>
    <dgm:cxn modelId="{399D9104-7894-48EC-AB23-10ED6D044FB4}" type="presParOf" srcId="{65D8AB19-CC2D-C94F-BE25-6C05FB61E218}" destId="{9C925EFE-F167-FB42-BD79-77BE125B1BBC}" srcOrd="6" destOrd="0" presId="urn:microsoft.com/office/officeart/2005/8/layout/chevron1"/>
    <dgm:cxn modelId="{4A2E331D-723C-465F-A705-2932A4DF96E2}" type="presParOf" srcId="{65D8AB19-CC2D-C94F-BE25-6C05FB61E218}" destId="{973FD22F-83E1-394B-BA94-146FCA025820}" srcOrd="7" destOrd="0" presId="urn:microsoft.com/office/officeart/2005/8/layout/chevron1"/>
    <dgm:cxn modelId="{6B7D6A8F-4F3B-47B3-8CFB-93FE554A05A8}"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custScaleX="112138" custScaleY="115927">
        <dgm:presLayoutVars>
          <dgm:chMax val="0"/>
          <dgm:chPref val="0"/>
          <dgm:bulletEnabled val="1"/>
        </dgm:presLayoutVars>
      </dgm:prSet>
      <dgm:spPr/>
    </dgm:pt>
  </dgm:ptLst>
  <dgm:cxnLst>
    <dgm:cxn modelId="{C18A7209-F3E0-4429-BD62-DB8FF12414C4}" type="presOf" srcId="{7224C73C-BB31-8940-8250-66DA996D7CD0}" destId="{1A7F7CF3-7B90-C042-AB93-C97E643F13AA}" srcOrd="0" destOrd="0" presId="urn:microsoft.com/office/officeart/2005/8/layout/chevron1"/>
    <dgm:cxn modelId="{4CD23C0A-EFD9-4479-AA9D-661D12A6BB10}" type="presOf" srcId="{1ED1D919-B2F3-7644-8D53-E7DD9A1784EB}" destId="{9C925EFE-F167-FB42-BD79-77BE125B1BBC}" srcOrd="0" destOrd="0" presId="urn:microsoft.com/office/officeart/2005/8/layout/chevron1"/>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17DD013B-409A-0C43-BB8C-0E00F9EE9545}" srcId="{0FFA05DD-5324-3041-8C17-444BFFD6BD1F}" destId="{6DDAC207-A341-0E47-90EC-0B44A481CF7D}" srcOrd="2" destOrd="0" parTransId="{1F3E9939-DC42-FE46-9EAA-04591AB65DC4}" sibTransId="{BF9D3C0D-6689-9C48-8703-EBDA62227240}"/>
    <dgm:cxn modelId="{0BBF4187-9F1E-4C8D-8D92-F29156F06542}" type="presOf" srcId="{36459972-D411-AF4C-A079-936BA8920DE9}" destId="{BC2A7960-FF16-B645-AA81-2A0DFFB88711}" srcOrd="0" destOrd="0" presId="urn:microsoft.com/office/officeart/2005/8/layout/chevron1"/>
    <dgm:cxn modelId="{892FC596-4DDA-45B1-86EB-0641E9726004}" type="presOf" srcId="{88DE4D82-A374-8045-92B8-ACA939A9883D}" destId="{188513CA-D061-9345-BBBC-6BC545EA417E}" srcOrd="0" destOrd="0" presId="urn:microsoft.com/office/officeart/2005/8/layout/chevron1"/>
    <dgm:cxn modelId="{FDC014A2-C3A2-49DA-8FE7-FDB096EC073A}" type="presOf" srcId="{6DDAC207-A341-0E47-90EC-0B44A481CF7D}" destId="{AAADD112-A1C8-A14B-9906-417DDFE3EEBA}"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25C418C8-62E6-5A43-921E-2E1CB719611F}" srcId="{0FFA05DD-5324-3041-8C17-444BFFD6BD1F}" destId="{36459972-D411-AF4C-A079-936BA8920DE9}" srcOrd="0" destOrd="0" parTransId="{E242A21F-89F0-6847-BB48-6A84CA98CD00}" sibTransId="{10BF9096-5237-964D-9F64-6BBFD688D19E}"/>
    <dgm:cxn modelId="{BA4D40D4-CF13-4E99-9C6F-0BE6FE4503B6}" type="presOf" srcId="{0FFA05DD-5324-3041-8C17-444BFFD6BD1F}" destId="{65D8AB19-CC2D-C94F-BE25-6C05FB61E218}" srcOrd="0" destOrd="0" presId="urn:microsoft.com/office/officeart/2005/8/layout/chevron1"/>
    <dgm:cxn modelId="{338CE4F3-DCF8-4E8B-AAAB-8E0A4DD5D40D}" type="presParOf" srcId="{65D8AB19-CC2D-C94F-BE25-6C05FB61E218}" destId="{BC2A7960-FF16-B645-AA81-2A0DFFB88711}" srcOrd="0" destOrd="0" presId="urn:microsoft.com/office/officeart/2005/8/layout/chevron1"/>
    <dgm:cxn modelId="{74DA5963-861E-43D5-89C6-49BE6B5934DC}" type="presParOf" srcId="{65D8AB19-CC2D-C94F-BE25-6C05FB61E218}" destId="{FA6D4227-2BAD-A34D-9AAA-3DEA5DCF82DD}" srcOrd="1" destOrd="0" presId="urn:microsoft.com/office/officeart/2005/8/layout/chevron1"/>
    <dgm:cxn modelId="{C0A11530-6C6B-43C4-8CD7-6D472B07EF65}" type="presParOf" srcId="{65D8AB19-CC2D-C94F-BE25-6C05FB61E218}" destId="{1A7F7CF3-7B90-C042-AB93-C97E643F13AA}" srcOrd="2" destOrd="0" presId="urn:microsoft.com/office/officeart/2005/8/layout/chevron1"/>
    <dgm:cxn modelId="{7538001F-DDC8-4FA6-B4CF-AB6164FCA993}" type="presParOf" srcId="{65D8AB19-CC2D-C94F-BE25-6C05FB61E218}" destId="{959A2BDF-C83C-514D-BCE1-9348519E000A}" srcOrd="3" destOrd="0" presId="urn:microsoft.com/office/officeart/2005/8/layout/chevron1"/>
    <dgm:cxn modelId="{86288983-7388-4AFD-85B1-069BFCD60C1A}" type="presParOf" srcId="{65D8AB19-CC2D-C94F-BE25-6C05FB61E218}" destId="{AAADD112-A1C8-A14B-9906-417DDFE3EEBA}" srcOrd="4" destOrd="0" presId="urn:microsoft.com/office/officeart/2005/8/layout/chevron1"/>
    <dgm:cxn modelId="{FAFA06B8-9F17-40F6-9C99-2BB67226BA0C}" type="presParOf" srcId="{65D8AB19-CC2D-C94F-BE25-6C05FB61E218}" destId="{AF47AF6B-42CC-FE41-AD73-7F7351CD7452}" srcOrd="5" destOrd="0" presId="urn:microsoft.com/office/officeart/2005/8/layout/chevron1"/>
    <dgm:cxn modelId="{F5705C99-E9B1-40C2-89C0-AEE3461037A2}" type="presParOf" srcId="{65D8AB19-CC2D-C94F-BE25-6C05FB61E218}" destId="{9C925EFE-F167-FB42-BD79-77BE125B1BBC}" srcOrd="6" destOrd="0" presId="urn:microsoft.com/office/officeart/2005/8/layout/chevron1"/>
    <dgm:cxn modelId="{574F27F3-80D6-4AAF-9ADA-890B7646E758}" type="presParOf" srcId="{65D8AB19-CC2D-C94F-BE25-6C05FB61E218}" destId="{973FD22F-83E1-394B-BA94-146FCA025820}" srcOrd="7" destOrd="0" presId="urn:microsoft.com/office/officeart/2005/8/layout/chevron1"/>
    <dgm:cxn modelId="{A40705CE-F88C-4CC3-B492-1FD94A715431}"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FFA05DD-5324-3041-8C17-444BFFD6BD1F}" type="doc">
      <dgm:prSet loTypeId="urn:microsoft.com/office/officeart/2005/8/layout/chevron1" loCatId="" qsTypeId="urn:microsoft.com/office/officeart/2005/8/quickstyle/simple5" qsCatId="simple" csTypeId="urn:microsoft.com/office/officeart/2005/8/colors/colorful5" csCatId="colorful" phldr="1"/>
      <dgm:spPr/>
      <dgm:t>
        <a:bodyPr/>
        <a:lstStyle/>
        <a:p>
          <a:endParaRPr lang="zh-CN" altLang="en-US"/>
        </a:p>
      </dgm:t>
    </dgm:pt>
    <dgm:pt modelId="{36459972-D411-AF4C-A079-936BA8920DE9}">
      <dgm:prSet phldrT="[文本]"/>
      <dgm:spPr/>
      <dgm:t>
        <a:bodyPr/>
        <a:lstStyle/>
        <a:p>
          <a:r>
            <a:rPr lang="zh-CN" altLang="zh-CN" b="0" dirty="0">
              <a:latin typeface="KaiTi" panose="02010609060101010101" pitchFamily="49" charset="-122"/>
              <a:ea typeface="KaiTi" panose="02010609060101010101" pitchFamily="49" charset="-122"/>
            </a:rPr>
            <a:t>启动</a:t>
          </a:r>
          <a:r>
            <a:rPr lang="zh-CN" altLang="en-US" b="0" dirty="0">
              <a:latin typeface="KaiTi" panose="02010609060101010101" pitchFamily="49" charset="-122"/>
              <a:ea typeface="KaiTi" panose="02010609060101010101" pitchFamily="49" charset="-122"/>
            </a:rPr>
            <a:t>过程组</a:t>
          </a:r>
        </a:p>
      </dgm:t>
    </dgm:pt>
    <dgm:pt modelId="{E242A21F-89F0-6847-BB48-6A84CA98CD00}" type="par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10BF9096-5237-964D-9F64-6BBFD688D19E}" type="sibTrans" cxnId="{25C418C8-62E6-5A43-921E-2E1CB719611F}">
      <dgm:prSet/>
      <dgm:spPr/>
      <dgm:t>
        <a:bodyPr/>
        <a:lstStyle/>
        <a:p>
          <a:endParaRPr lang="zh-CN" altLang="en-US" b="0">
            <a:latin typeface="KaiTi" panose="02010609060101010101" pitchFamily="49" charset="-122"/>
            <a:ea typeface="KaiTi" panose="02010609060101010101" pitchFamily="49" charset="-122"/>
          </a:endParaRPr>
        </a:p>
      </dgm:t>
    </dgm:pt>
    <dgm:pt modelId="{7224C73C-BB31-8940-8250-66DA996D7CD0}">
      <dgm:prSet/>
      <dgm:spPr/>
      <dgm:t>
        <a:bodyPr/>
        <a:lstStyle/>
        <a:p>
          <a:r>
            <a:rPr lang="zh-CN" altLang="zh-CN" b="0" dirty="0">
              <a:latin typeface="KaiTi" panose="02010609060101010101" pitchFamily="49" charset="-122"/>
              <a:ea typeface="KaiTi" panose="02010609060101010101" pitchFamily="49" charset="-122"/>
            </a:rPr>
            <a:t>计划</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36281F34-1055-4342-AD9B-B729BDE64508}" type="par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B5E0335B-FEF7-2E4B-B677-BC1F178FEE63}" type="sibTrans" cxnId="{8D34840C-D6D7-5142-895F-CC61AF48F9B0}">
      <dgm:prSet/>
      <dgm:spPr/>
      <dgm:t>
        <a:bodyPr/>
        <a:lstStyle/>
        <a:p>
          <a:endParaRPr lang="zh-CN" altLang="en-US" b="0">
            <a:latin typeface="KaiTi" panose="02010609060101010101" pitchFamily="49" charset="-122"/>
            <a:ea typeface="KaiTi" panose="02010609060101010101" pitchFamily="49" charset="-122"/>
          </a:endParaRPr>
        </a:p>
      </dgm:t>
    </dgm:pt>
    <dgm:pt modelId="{6DDAC207-A341-0E47-90EC-0B44A481CF7D}">
      <dgm:prSet/>
      <dgm:spPr/>
      <dgm:t>
        <a:bodyPr/>
        <a:lstStyle/>
        <a:p>
          <a:r>
            <a:rPr lang="zh-CN" altLang="zh-CN" b="0" dirty="0">
              <a:latin typeface="KaiTi" panose="02010609060101010101" pitchFamily="49" charset="-122"/>
              <a:ea typeface="KaiTi" panose="02010609060101010101" pitchFamily="49" charset="-122"/>
            </a:rPr>
            <a:t>执行</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1F3E9939-DC42-FE46-9EAA-04591AB65DC4}" type="par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BF9D3C0D-6689-9C48-8703-EBDA62227240}" type="sibTrans" cxnId="{17DD013B-409A-0C43-BB8C-0E00F9EE9545}">
      <dgm:prSet/>
      <dgm:spPr/>
      <dgm:t>
        <a:bodyPr/>
        <a:lstStyle/>
        <a:p>
          <a:endParaRPr lang="zh-CN" altLang="en-US" b="0">
            <a:latin typeface="KaiTi" panose="02010609060101010101" pitchFamily="49" charset="-122"/>
            <a:ea typeface="KaiTi" panose="02010609060101010101" pitchFamily="49" charset="-122"/>
          </a:endParaRPr>
        </a:p>
      </dgm:t>
    </dgm:pt>
    <dgm:pt modelId="{1ED1D919-B2F3-7644-8D53-E7DD9A1784EB}">
      <dgm:prSet/>
      <dgm:spPr/>
      <dgm:t>
        <a:bodyPr/>
        <a:lstStyle/>
        <a:p>
          <a:r>
            <a:rPr lang="zh-CN" altLang="zh-CN" b="0" dirty="0">
              <a:latin typeface="KaiTi" panose="02010609060101010101" pitchFamily="49" charset="-122"/>
              <a:ea typeface="KaiTi" panose="02010609060101010101" pitchFamily="49" charset="-122"/>
            </a:rPr>
            <a:t>控制</a:t>
          </a:r>
          <a:r>
            <a:rPr lang="zh-CN" altLang="en-US" b="0" dirty="0">
              <a:latin typeface="KaiTi" panose="02010609060101010101" pitchFamily="49" charset="-122"/>
              <a:ea typeface="KaiTi" panose="02010609060101010101" pitchFamily="49" charset="-122"/>
            </a:rPr>
            <a:t>过程组</a:t>
          </a:r>
          <a:endParaRPr lang="zh-CN" altLang="zh-CN" b="0" dirty="0">
            <a:latin typeface="KaiTi" panose="02010609060101010101" pitchFamily="49" charset="-122"/>
            <a:ea typeface="KaiTi" panose="02010609060101010101" pitchFamily="49" charset="-122"/>
          </a:endParaRPr>
        </a:p>
      </dgm:t>
    </dgm:pt>
    <dgm:pt modelId="{BC92062A-3C02-F641-AB44-24CA84E05847}" type="par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08D7479-CCCE-2241-9C75-571DF9D2343D}" type="sibTrans" cxnId="{1A6763B2-C821-4449-A8EE-76AB1CB39978}">
      <dgm:prSet/>
      <dgm:spPr/>
      <dgm:t>
        <a:bodyPr/>
        <a:lstStyle/>
        <a:p>
          <a:endParaRPr lang="zh-CN" altLang="en-US" b="0">
            <a:latin typeface="KaiTi" panose="02010609060101010101" pitchFamily="49" charset="-122"/>
            <a:ea typeface="KaiTi" panose="02010609060101010101" pitchFamily="49" charset="-122"/>
          </a:endParaRPr>
        </a:p>
      </dgm:t>
    </dgm:pt>
    <dgm:pt modelId="{88DE4D82-A374-8045-92B8-ACA939A9883D}">
      <dgm:prSet/>
      <dgm:spPr/>
      <dgm:t>
        <a:bodyPr/>
        <a:lstStyle/>
        <a:p>
          <a:r>
            <a:rPr lang="zh-CN" altLang="en-US" b="0" dirty="0">
              <a:latin typeface="KaiTi" panose="02010609060101010101" pitchFamily="49" charset="-122"/>
              <a:ea typeface="KaiTi" panose="02010609060101010101" pitchFamily="49" charset="-122"/>
            </a:rPr>
            <a:t>收尾过程组</a:t>
          </a:r>
          <a:endParaRPr lang="zh-CN" altLang="zh-CN" b="0" dirty="0">
            <a:latin typeface="KaiTi" panose="02010609060101010101" pitchFamily="49" charset="-122"/>
            <a:ea typeface="KaiTi" panose="02010609060101010101" pitchFamily="49" charset="-122"/>
          </a:endParaRPr>
        </a:p>
      </dgm:t>
    </dgm:pt>
    <dgm:pt modelId="{6C11C072-F55B-E246-A34A-9AB7F2D45EEF}" type="par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D2ED2C18-04EB-D547-8967-F186FB6420CF}" type="sibTrans" cxnId="{A82F4B22-7F02-0542-AF86-5EB5FBE94948}">
      <dgm:prSet/>
      <dgm:spPr/>
      <dgm:t>
        <a:bodyPr/>
        <a:lstStyle/>
        <a:p>
          <a:endParaRPr lang="zh-CN" altLang="en-US" b="0">
            <a:latin typeface="KaiTi" panose="02010609060101010101" pitchFamily="49" charset="-122"/>
            <a:ea typeface="KaiTi" panose="02010609060101010101" pitchFamily="49" charset="-122"/>
          </a:endParaRPr>
        </a:p>
      </dgm:t>
    </dgm:pt>
    <dgm:pt modelId="{65D8AB19-CC2D-C94F-BE25-6C05FB61E218}" type="pres">
      <dgm:prSet presAssocID="{0FFA05DD-5324-3041-8C17-444BFFD6BD1F}" presName="Name0" presStyleCnt="0">
        <dgm:presLayoutVars>
          <dgm:dir/>
          <dgm:animLvl val="lvl"/>
          <dgm:resizeHandles val="exact"/>
        </dgm:presLayoutVars>
      </dgm:prSet>
      <dgm:spPr/>
    </dgm:pt>
    <dgm:pt modelId="{BC2A7960-FF16-B645-AA81-2A0DFFB88711}" type="pres">
      <dgm:prSet presAssocID="{36459972-D411-AF4C-A079-936BA8920DE9}" presName="parTxOnly" presStyleLbl="node1" presStyleIdx="0" presStyleCnt="5">
        <dgm:presLayoutVars>
          <dgm:chMax val="0"/>
          <dgm:chPref val="0"/>
          <dgm:bulletEnabled val="1"/>
        </dgm:presLayoutVars>
      </dgm:prSet>
      <dgm:spPr/>
    </dgm:pt>
    <dgm:pt modelId="{FA6D4227-2BAD-A34D-9AAA-3DEA5DCF82DD}" type="pres">
      <dgm:prSet presAssocID="{10BF9096-5237-964D-9F64-6BBFD688D19E}" presName="parTxOnlySpace" presStyleCnt="0"/>
      <dgm:spPr/>
    </dgm:pt>
    <dgm:pt modelId="{1A7F7CF3-7B90-C042-AB93-C97E643F13AA}" type="pres">
      <dgm:prSet presAssocID="{7224C73C-BB31-8940-8250-66DA996D7CD0}" presName="parTxOnly" presStyleLbl="node1" presStyleIdx="1" presStyleCnt="5">
        <dgm:presLayoutVars>
          <dgm:chMax val="0"/>
          <dgm:chPref val="0"/>
          <dgm:bulletEnabled val="1"/>
        </dgm:presLayoutVars>
      </dgm:prSet>
      <dgm:spPr/>
    </dgm:pt>
    <dgm:pt modelId="{959A2BDF-C83C-514D-BCE1-9348519E000A}" type="pres">
      <dgm:prSet presAssocID="{B5E0335B-FEF7-2E4B-B677-BC1F178FEE63}" presName="parTxOnlySpace" presStyleCnt="0"/>
      <dgm:spPr/>
    </dgm:pt>
    <dgm:pt modelId="{AAADD112-A1C8-A14B-9906-417DDFE3EEBA}" type="pres">
      <dgm:prSet presAssocID="{6DDAC207-A341-0E47-90EC-0B44A481CF7D}" presName="parTxOnly" presStyleLbl="node1" presStyleIdx="2" presStyleCnt="5">
        <dgm:presLayoutVars>
          <dgm:chMax val="0"/>
          <dgm:chPref val="0"/>
          <dgm:bulletEnabled val="1"/>
        </dgm:presLayoutVars>
      </dgm:prSet>
      <dgm:spPr/>
    </dgm:pt>
    <dgm:pt modelId="{AF47AF6B-42CC-FE41-AD73-7F7351CD7452}" type="pres">
      <dgm:prSet presAssocID="{BF9D3C0D-6689-9C48-8703-EBDA62227240}" presName="parTxOnlySpace" presStyleCnt="0"/>
      <dgm:spPr/>
    </dgm:pt>
    <dgm:pt modelId="{9C925EFE-F167-FB42-BD79-77BE125B1BBC}" type="pres">
      <dgm:prSet presAssocID="{1ED1D919-B2F3-7644-8D53-E7DD9A1784EB}" presName="parTxOnly" presStyleLbl="node1" presStyleIdx="3" presStyleCnt="5">
        <dgm:presLayoutVars>
          <dgm:chMax val="0"/>
          <dgm:chPref val="0"/>
          <dgm:bulletEnabled val="1"/>
        </dgm:presLayoutVars>
      </dgm:prSet>
      <dgm:spPr/>
    </dgm:pt>
    <dgm:pt modelId="{973FD22F-83E1-394B-BA94-146FCA025820}" type="pres">
      <dgm:prSet presAssocID="{808D7479-CCCE-2241-9C75-571DF9D2343D}" presName="parTxOnlySpace" presStyleCnt="0"/>
      <dgm:spPr/>
    </dgm:pt>
    <dgm:pt modelId="{188513CA-D061-9345-BBBC-6BC545EA417E}" type="pres">
      <dgm:prSet presAssocID="{88DE4D82-A374-8045-92B8-ACA939A9883D}" presName="parTxOnly" presStyleLbl="node1" presStyleIdx="4" presStyleCnt="5" custScaleX="103472" custScaleY="105311">
        <dgm:presLayoutVars>
          <dgm:chMax val="0"/>
          <dgm:chPref val="0"/>
          <dgm:bulletEnabled val="1"/>
        </dgm:presLayoutVars>
      </dgm:prSet>
      <dgm:spPr/>
    </dgm:pt>
  </dgm:ptLst>
  <dgm:cxnLst>
    <dgm:cxn modelId="{7F7C6307-FAFC-4471-94FA-1D8B556F51C1}" type="presOf" srcId="{1ED1D919-B2F3-7644-8D53-E7DD9A1784EB}" destId="{9C925EFE-F167-FB42-BD79-77BE125B1BBC}" srcOrd="0" destOrd="0" presId="urn:microsoft.com/office/officeart/2005/8/layout/chevron1"/>
    <dgm:cxn modelId="{8D34840C-D6D7-5142-895F-CC61AF48F9B0}" srcId="{0FFA05DD-5324-3041-8C17-444BFFD6BD1F}" destId="{7224C73C-BB31-8940-8250-66DA996D7CD0}" srcOrd="1" destOrd="0" parTransId="{36281F34-1055-4342-AD9B-B729BDE64508}" sibTransId="{B5E0335B-FEF7-2E4B-B677-BC1F178FEE63}"/>
    <dgm:cxn modelId="{A82F4B22-7F02-0542-AF86-5EB5FBE94948}" srcId="{0FFA05DD-5324-3041-8C17-444BFFD6BD1F}" destId="{88DE4D82-A374-8045-92B8-ACA939A9883D}" srcOrd="4" destOrd="0" parTransId="{6C11C072-F55B-E246-A34A-9AB7F2D45EEF}" sibTransId="{D2ED2C18-04EB-D547-8967-F186FB6420CF}"/>
    <dgm:cxn modelId="{CFEA2627-A144-4123-A374-525940072731}" type="presOf" srcId="{7224C73C-BB31-8940-8250-66DA996D7CD0}" destId="{1A7F7CF3-7B90-C042-AB93-C97E643F13AA}" srcOrd="0" destOrd="0" presId="urn:microsoft.com/office/officeart/2005/8/layout/chevron1"/>
    <dgm:cxn modelId="{643B682D-41DF-4D28-94FE-F238C021B280}" type="presOf" srcId="{36459972-D411-AF4C-A079-936BA8920DE9}" destId="{BC2A7960-FF16-B645-AA81-2A0DFFB88711}" srcOrd="0" destOrd="0" presId="urn:microsoft.com/office/officeart/2005/8/layout/chevron1"/>
    <dgm:cxn modelId="{17DD013B-409A-0C43-BB8C-0E00F9EE9545}" srcId="{0FFA05DD-5324-3041-8C17-444BFFD6BD1F}" destId="{6DDAC207-A341-0E47-90EC-0B44A481CF7D}" srcOrd="2" destOrd="0" parTransId="{1F3E9939-DC42-FE46-9EAA-04591AB65DC4}" sibTransId="{BF9D3C0D-6689-9C48-8703-EBDA62227240}"/>
    <dgm:cxn modelId="{4ADDAF71-30BA-4170-858F-94B072A0FA3D}" type="presOf" srcId="{6DDAC207-A341-0E47-90EC-0B44A481CF7D}" destId="{AAADD112-A1C8-A14B-9906-417DDFE3EEBA}" srcOrd="0" destOrd="0" presId="urn:microsoft.com/office/officeart/2005/8/layout/chevron1"/>
    <dgm:cxn modelId="{A4ABBD71-79DD-46F1-89DB-6467BD40D209}" type="presOf" srcId="{0FFA05DD-5324-3041-8C17-444BFFD6BD1F}" destId="{65D8AB19-CC2D-C94F-BE25-6C05FB61E218}" srcOrd="0" destOrd="0" presId="urn:microsoft.com/office/officeart/2005/8/layout/chevron1"/>
    <dgm:cxn modelId="{04B28CA6-C053-4DC7-8913-EC658875AF45}" type="presOf" srcId="{88DE4D82-A374-8045-92B8-ACA939A9883D}" destId="{188513CA-D061-9345-BBBC-6BC545EA417E}" srcOrd="0" destOrd="0" presId="urn:microsoft.com/office/officeart/2005/8/layout/chevron1"/>
    <dgm:cxn modelId="{1A6763B2-C821-4449-A8EE-76AB1CB39978}" srcId="{0FFA05DD-5324-3041-8C17-444BFFD6BD1F}" destId="{1ED1D919-B2F3-7644-8D53-E7DD9A1784EB}" srcOrd="3" destOrd="0" parTransId="{BC92062A-3C02-F641-AB44-24CA84E05847}" sibTransId="{808D7479-CCCE-2241-9C75-571DF9D2343D}"/>
    <dgm:cxn modelId="{25C418C8-62E6-5A43-921E-2E1CB719611F}" srcId="{0FFA05DD-5324-3041-8C17-444BFFD6BD1F}" destId="{36459972-D411-AF4C-A079-936BA8920DE9}" srcOrd="0" destOrd="0" parTransId="{E242A21F-89F0-6847-BB48-6A84CA98CD00}" sibTransId="{10BF9096-5237-964D-9F64-6BBFD688D19E}"/>
    <dgm:cxn modelId="{BEA4C52E-72F7-4712-880F-286CA40E7091}" type="presParOf" srcId="{65D8AB19-CC2D-C94F-BE25-6C05FB61E218}" destId="{BC2A7960-FF16-B645-AA81-2A0DFFB88711}" srcOrd="0" destOrd="0" presId="urn:microsoft.com/office/officeart/2005/8/layout/chevron1"/>
    <dgm:cxn modelId="{A6C213B4-E31B-4099-A225-96AEE2F00408}" type="presParOf" srcId="{65D8AB19-CC2D-C94F-BE25-6C05FB61E218}" destId="{FA6D4227-2BAD-A34D-9AAA-3DEA5DCF82DD}" srcOrd="1" destOrd="0" presId="urn:microsoft.com/office/officeart/2005/8/layout/chevron1"/>
    <dgm:cxn modelId="{9780571C-DDF1-476C-BC47-671ADFA42E5E}" type="presParOf" srcId="{65D8AB19-CC2D-C94F-BE25-6C05FB61E218}" destId="{1A7F7CF3-7B90-C042-AB93-C97E643F13AA}" srcOrd="2" destOrd="0" presId="urn:microsoft.com/office/officeart/2005/8/layout/chevron1"/>
    <dgm:cxn modelId="{36505288-E284-4566-91EE-45A9D01C4C44}" type="presParOf" srcId="{65D8AB19-CC2D-C94F-BE25-6C05FB61E218}" destId="{959A2BDF-C83C-514D-BCE1-9348519E000A}" srcOrd="3" destOrd="0" presId="urn:microsoft.com/office/officeart/2005/8/layout/chevron1"/>
    <dgm:cxn modelId="{276BBB01-E924-4A0B-BFC1-018570B1B0DB}" type="presParOf" srcId="{65D8AB19-CC2D-C94F-BE25-6C05FB61E218}" destId="{AAADD112-A1C8-A14B-9906-417DDFE3EEBA}" srcOrd="4" destOrd="0" presId="urn:microsoft.com/office/officeart/2005/8/layout/chevron1"/>
    <dgm:cxn modelId="{13C3DB3A-48FA-422E-AED3-A28E15513B87}" type="presParOf" srcId="{65D8AB19-CC2D-C94F-BE25-6C05FB61E218}" destId="{AF47AF6B-42CC-FE41-AD73-7F7351CD7452}" srcOrd="5" destOrd="0" presId="urn:microsoft.com/office/officeart/2005/8/layout/chevron1"/>
    <dgm:cxn modelId="{170FEB67-CB14-487A-95EE-3F0C33229CDE}" type="presParOf" srcId="{65D8AB19-CC2D-C94F-BE25-6C05FB61E218}" destId="{9C925EFE-F167-FB42-BD79-77BE125B1BBC}" srcOrd="6" destOrd="0" presId="urn:microsoft.com/office/officeart/2005/8/layout/chevron1"/>
    <dgm:cxn modelId="{78AB0578-40A9-4FAF-9B02-4096957FE694}" type="presParOf" srcId="{65D8AB19-CC2D-C94F-BE25-6C05FB61E218}" destId="{973FD22F-83E1-394B-BA94-146FCA025820}" srcOrd="7" destOrd="0" presId="urn:microsoft.com/office/officeart/2005/8/layout/chevron1"/>
    <dgm:cxn modelId="{9B4D7989-1D48-497C-AB00-75423A340DDD}" type="presParOf" srcId="{65D8AB19-CC2D-C94F-BE25-6C05FB61E218}" destId="{188513CA-D061-9345-BBBC-6BC545EA417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3E77544-54DB-43C2-9521-181867DD27AA}" type="doc">
      <dgm:prSet loTypeId="urn:microsoft.com/office/officeart/2005/8/layout/cycle4#1" loCatId="relationship" qsTypeId="urn:microsoft.com/office/officeart/2005/8/quickstyle/3d1" qsCatId="3D" csTypeId="urn:microsoft.com/office/officeart/2005/8/colors/accent0_3" csCatId="mainScheme" phldr="1"/>
      <dgm:spPr/>
      <dgm:t>
        <a:bodyPr/>
        <a:lstStyle/>
        <a:p>
          <a:endParaRPr lang="zh-CN" altLang="en-US"/>
        </a:p>
      </dgm:t>
    </dgm:pt>
    <dgm:pt modelId="{2A02E4AE-B41A-44FD-AF37-F6FF518B13E6}">
      <dgm:prSet phldrT="[文本]"/>
      <dgm:spPr>
        <a:solidFill>
          <a:srgbClr val="92D050"/>
        </a:solidFill>
      </dgm:spPr>
      <dgm:t>
        <a:bodyPr/>
        <a:lstStyle/>
        <a:p>
          <a:r>
            <a:rPr lang="zh-CN" altLang="en-US" dirty="0"/>
            <a:t>简单</a:t>
          </a:r>
        </a:p>
      </dgm:t>
    </dgm:pt>
    <dgm:pt modelId="{3699D166-4B7A-432A-A11A-3A0E13F38DD7}" type="parTrans" cxnId="{A431CD11-D352-4F00-BD4F-B867E23DB4BD}">
      <dgm:prSet/>
      <dgm:spPr/>
      <dgm:t>
        <a:bodyPr/>
        <a:lstStyle/>
        <a:p>
          <a:endParaRPr lang="zh-CN" altLang="en-US"/>
        </a:p>
      </dgm:t>
    </dgm:pt>
    <dgm:pt modelId="{00ED0C91-8854-43AF-83A3-F1E3AA3A295B}" type="sibTrans" cxnId="{A431CD11-D352-4F00-BD4F-B867E23DB4BD}">
      <dgm:prSet/>
      <dgm:spPr/>
      <dgm:t>
        <a:bodyPr/>
        <a:lstStyle/>
        <a:p>
          <a:endParaRPr lang="zh-CN" altLang="en-US"/>
        </a:p>
      </dgm:t>
    </dgm:pt>
    <dgm:pt modelId="{EB5184FA-15A5-498D-9C82-A7C80F352621}">
      <dgm:prSet phldrT="[文本]" custT="1"/>
      <dgm:spPr/>
      <dgm:t>
        <a:bodyPr rIns="540000"/>
        <a:lstStyle/>
        <a:p>
          <a:r>
            <a:rPr lang="zh-CN" altLang="en-US" sz="1600" dirty="0"/>
            <a:t>我们要用最简单的方式做我们的事情，无论是设计、开发实现还是测试</a:t>
          </a:r>
        </a:p>
      </dgm:t>
    </dgm:pt>
    <dgm:pt modelId="{75159E06-9E72-48B5-A5E3-36B346BDE643}" type="parTrans" cxnId="{7F83190F-CD42-415F-9ABD-A4E88473A645}">
      <dgm:prSet/>
      <dgm:spPr/>
      <dgm:t>
        <a:bodyPr/>
        <a:lstStyle/>
        <a:p>
          <a:endParaRPr lang="zh-CN" altLang="en-US"/>
        </a:p>
      </dgm:t>
    </dgm:pt>
    <dgm:pt modelId="{904AA15C-E8D1-4B3E-90F9-796B4DED452C}" type="sibTrans" cxnId="{7F83190F-CD42-415F-9ABD-A4E88473A645}">
      <dgm:prSet/>
      <dgm:spPr/>
      <dgm:t>
        <a:bodyPr/>
        <a:lstStyle/>
        <a:p>
          <a:endParaRPr lang="zh-CN" altLang="en-US"/>
        </a:p>
      </dgm:t>
    </dgm:pt>
    <dgm:pt modelId="{505787E2-BA22-435E-B02B-BF71662795D0}">
      <dgm:prSet phldrT="[文本]"/>
      <dgm:spPr>
        <a:solidFill>
          <a:srgbClr val="92D050"/>
        </a:solidFill>
      </dgm:spPr>
      <dgm:t>
        <a:bodyPr/>
        <a:lstStyle/>
        <a:p>
          <a:r>
            <a:rPr lang="zh-CN" altLang="en-US" dirty="0"/>
            <a:t>沟通</a:t>
          </a:r>
        </a:p>
      </dgm:t>
    </dgm:pt>
    <dgm:pt modelId="{207D066C-967F-40D2-87FC-E7811B028532}" type="parTrans" cxnId="{67318A9B-3501-481A-8DB6-9FDD22534623}">
      <dgm:prSet/>
      <dgm:spPr/>
      <dgm:t>
        <a:bodyPr/>
        <a:lstStyle/>
        <a:p>
          <a:endParaRPr lang="zh-CN" altLang="en-US"/>
        </a:p>
      </dgm:t>
    </dgm:pt>
    <dgm:pt modelId="{B333389D-B7B2-47C3-B536-4ABC3B610092}" type="sibTrans" cxnId="{67318A9B-3501-481A-8DB6-9FDD22534623}">
      <dgm:prSet/>
      <dgm:spPr/>
      <dgm:t>
        <a:bodyPr/>
        <a:lstStyle/>
        <a:p>
          <a:endParaRPr lang="zh-CN" altLang="en-US"/>
        </a:p>
      </dgm:t>
    </dgm:pt>
    <dgm:pt modelId="{28521218-53E1-40FE-963E-A6D388125C62}">
      <dgm:prSet phldrT="[文本]" custT="1"/>
      <dgm:spPr/>
      <dgm:t>
        <a:bodyPr lIns="540000" rIns="0"/>
        <a:lstStyle/>
        <a:p>
          <a:r>
            <a:rPr lang="en-US" altLang="zh-CN" sz="1600" dirty="0"/>
            <a:t>PD</a:t>
          </a:r>
          <a:r>
            <a:rPr lang="zh-CN" altLang="en-US" sz="1600" dirty="0"/>
            <a:t>和开发、测试之间</a:t>
          </a:r>
        </a:p>
      </dgm:t>
    </dgm:pt>
    <dgm:pt modelId="{48B5C98D-4539-489B-AF07-A885FEAB6300}" type="parTrans" cxnId="{833BAF33-A8B5-4AAA-905A-45CE70A6D8F7}">
      <dgm:prSet/>
      <dgm:spPr/>
      <dgm:t>
        <a:bodyPr/>
        <a:lstStyle/>
        <a:p>
          <a:endParaRPr lang="zh-CN" altLang="en-US"/>
        </a:p>
      </dgm:t>
    </dgm:pt>
    <dgm:pt modelId="{A92E8A9E-53B8-44AE-9FF2-BCCF10225399}" type="sibTrans" cxnId="{833BAF33-A8B5-4AAA-905A-45CE70A6D8F7}">
      <dgm:prSet/>
      <dgm:spPr/>
      <dgm:t>
        <a:bodyPr/>
        <a:lstStyle/>
        <a:p>
          <a:endParaRPr lang="zh-CN" altLang="en-US"/>
        </a:p>
      </dgm:t>
    </dgm:pt>
    <dgm:pt modelId="{2943C06B-14CC-40A5-B1F9-A37E687AD110}">
      <dgm:prSet phldrT="[文本]"/>
      <dgm:spPr>
        <a:solidFill>
          <a:srgbClr val="92D050"/>
        </a:solidFill>
      </dgm:spPr>
      <dgm:t>
        <a:bodyPr/>
        <a:lstStyle/>
        <a:p>
          <a:r>
            <a:rPr lang="zh-CN" altLang="en-US" dirty="0"/>
            <a:t>勇气</a:t>
          </a:r>
        </a:p>
      </dgm:t>
    </dgm:pt>
    <dgm:pt modelId="{AFF98750-223C-4830-8F3D-29BCC6C1317A}" type="parTrans" cxnId="{F6E1BD43-7EF3-4EC8-9332-13C3B5B6C086}">
      <dgm:prSet/>
      <dgm:spPr/>
      <dgm:t>
        <a:bodyPr/>
        <a:lstStyle/>
        <a:p>
          <a:endParaRPr lang="zh-CN" altLang="en-US"/>
        </a:p>
      </dgm:t>
    </dgm:pt>
    <dgm:pt modelId="{92075EDD-51B6-4866-8CF8-641F5D2009F4}" type="sibTrans" cxnId="{F6E1BD43-7EF3-4EC8-9332-13C3B5B6C086}">
      <dgm:prSet/>
      <dgm:spPr/>
      <dgm:t>
        <a:bodyPr/>
        <a:lstStyle/>
        <a:p>
          <a:endParaRPr lang="zh-CN" altLang="en-US"/>
        </a:p>
      </dgm:t>
    </dgm:pt>
    <dgm:pt modelId="{FB812ABF-3229-4496-B9E9-9A118342B349}">
      <dgm:prSet phldrT="[文本]" custT="1"/>
      <dgm:spPr/>
      <dgm:t>
        <a:bodyPr lIns="540000" tIns="0" rIns="0"/>
        <a:lstStyle/>
        <a:p>
          <a:r>
            <a:rPr lang="zh-CN" altLang="en-US" sz="1600" dirty="0"/>
            <a:t>勇于去创新，勇于去改变，勇于接受改变</a:t>
          </a:r>
        </a:p>
      </dgm:t>
    </dgm:pt>
    <dgm:pt modelId="{5E89B694-8B7D-49EB-A3C9-DA900B91C2FB}" type="parTrans" cxnId="{76F12632-8E03-4B1D-95F3-9A7B06D1D033}">
      <dgm:prSet/>
      <dgm:spPr/>
      <dgm:t>
        <a:bodyPr/>
        <a:lstStyle/>
        <a:p>
          <a:endParaRPr lang="zh-CN" altLang="en-US"/>
        </a:p>
      </dgm:t>
    </dgm:pt>
    <dgm:pt modelId="{B5D926C4-CEA6-42DB-A021-1EF7687CF46A}" type="sibTrans" cxnId="{76F12632-8E03-4B1D-95F3-9A7B06D1D033}">
      <dgm:prSet/>
      <dgm:spPr/>
      <dgm:t>
        <a:bodyPr/>
        <a:lstStyle/>
        <a:p>
          <a:endParaRPr lang="zh-CN" altLang="en-US"/>
        </a:p>
      </dgm:t>
    </dgm:pt>
    <dgm:pt modelId="{B83D1E73-D91D-41A8-B061-4D20541E5EA1}">
      <dgm:prSet phldrT="[文本]"/>
      <dgm:spPr>
        <a:solidFill>
          <a:srgbClr val="92D050"/>
        </a:solidFill>
      </dgm:spPr>
      <dgm:t>
        <a:bodyPr/>
        <a:lstStyle/>
        <a:p>
          <a:r>
            <a:rPr lang="zh-CN" altLang="en-US" dirty="0"/>
            <a:t>反馈</a:t>
          </a:r>
        </a:p>
      </dgm:t>
    </dgm:pt>
    <dgm:pt modelId="{3A57EA75-5157-481E-ABE0-BCC2478CB0C2}" type="parTrans" cxnId="{78E3817D-0B2E-41E6-9D36-C10D8FAAEA0C}">
      <dgm:prSet/>
      <dgm:spPr/>
      <dgm:t>
        <a:bodyPr/>
        <a:lstStyle/>
        <a:p>
          <a:endParaRPr lang="zh-CN" altLang="en-US"/>
        </a:p>
      </dgm:t>
    </dgm:pt>
    <dgm:pt modelId="{A6405F00-38E6-4ABE-8D18-C8559BF83206}" type="sibTrans" cxnId="{78E3817D-0B2E-41E6-9D36-C10D8FAAEA0C}">
      <dgm:prSet/>
      <dgm:spPr/>
      <dgm:t>
        <a:bodyPr/>
        <a:lstStyle/>
        <a:p>
          <a:endParaRPr lang="zh-CN" altLang="en-US"/>
        </a:p>
      </dgm:t>
    </dgm:pt>
    <dgm:pt modelId="{ED778BE3-29C2-42CE-AA30-13CD1CE631B6}">
      <dgm:prSet phldrT="[文本]" custT="1"/>
      <dgm:spPr/>
      <dgm:t>
        <a:bodyPr tIns="0" rIns="540000"/>
        <a:lstStyle/>
        <a:p>
          <a:r>
            <a:rPr lang="zh-CN" altLang="en-US" sz="1600" dirty="0"/>
            <a:t>对于我们产品、对于我们的开发过程的每一步开发的进度，每一步测试的结果，对任何人而言都是透明的。</a:t>
          </a:r>
        </a:p>
      </dgm:t>
    </dgm:pt>
    <dgm:pt modelId="{9B656DD2-CF03-49C8-9FD6-777DB8A89E18}" type="parTrans" cxnId="{914EEE89-B137-47F7-AF9B-79040D38E5E4}">
      <dgm:prSet/>
      <dgm:spPr/>
      <dgm:t>
        <a:bodyPr/>
        <a:lstStyle/>
        <a:p>
          <a:endParaRPr lang="zh-CN" altLang="en-US"/>
        </a:p>
      </dgm:t>
    </dgm:pt>
    <dgm:pt modelId="{E0CDF440-2CDC-4C22-A838-ED54A3387802}" type="sibTrans" cxnId="{914EEE89-B137-47F7-AF9B-79040D38E5E4}">
      <dgm:prSet/>
      <dgm:spPr/>
      <dgm:t>
        <a:bodyPr/>
        <a:lstStyle/>
        <a:p>
          <a:endParaRPr lang="zh-CN" altLang="en-US"/>
        </a:p>
      </dgm:t>
    </dgm:pt>
    <dgm:pt modelId="{0BFA155C-5439-4F0E-B681-067A745B4112}">
      <dgm:prSet phldrT="[文本]" custT="1"/>
      <dgm:spPr/>
      <dgm:t>
        <a:bodyPr lIns="540000" rIns="0"/>
        <a:lstStyle/>
        <a:p>
          <a:r>
            <a:rPr lang="zh-CN" altLang="en-US" sz="1600" dirty="0"/>
            <a:t>开发和开发之间</a:t>
          </a:r>
        </a:p>
      </dgm:t>
    </dgm:pt>
    <dgm:pt modelId="{8AEAD0E7-B128-41CC-B2C5-BE395E2B74B2}" type="parTrans" cxnId="{7DA7FA84-455B-4028-8EC9-FBC45E57AB67}">
      <dgm:prSet/>
      <dgm:spPr/>
      <dgm:t>
        <a:bodyPr/>
        <a:lstStyle/>
        <a:p>
          <a:endParaRPr lang="zh-CN" altLang="en-US"/>
        </a:p>
      </dgm:t>
    </dgm:pt>
    <dgm:pt modelId="{32F2754F-FC86-4711-801E-38B7095B05C7}" type="sibTrans" cxnId="{7DA7FA84-455B-4028-8EC9-FBC45E57AB67}">
      <dgm:prSet/>
      <dgm:spPr/>
      <dgm:t>
        <a:bodyPr/>
        <a:lstStyle/>
        <a:p>
          <a:endParaRPr lang="zh-CN" altLang="en-US"/>
        </a:p>
      </dgm:t>
    </dgm:pt>
    <dgm:pt modelId="{2CE5DABF-3857-4CF1-B8EF-05C947E7F862}">
      <dgm:prSet phldrT="[文本]" custT="1"/>
      <dgm:spPr/>
      <dgm:t>
        <a:bodyPr lIns="540000" rIns="0"/>
        <a:lstStyle/>
        <a:p>
          <a:r>
            <a:rPr lang="en-US" altLang="zh-CN" sz="1600" dirty="0"/>
            <a:t>PD</a:t>
          </a:r>
          <a:r>
            <a:rPr lang="zh-CN" altLang="en-US" sz="1600" dirty="0"/>
            <a:t>和用户之间</a:t>
          </a:r>
        </a:p>
      </dgm:t>
    </dgm:pt>
    <dgm:pt modelId="{3A1F5D95-B111-41B8-9258-534EEEAA2CAA}" type="parTrans" cxnId="{586E71CE-92F2-4C11-B2E0-7A1C1A74E98B}">
      <dgm:prSet/>
      <dgm:spPr/>
      <dgm:t>
        <a:bodyPr/>
        <a:lstStyle/>
        <a:p>
          <a:endParaRPr lang="zh-CN" altLang="en-US"/>
        </a:p>
      </dgm:t>
    </dgm:pt>
    <dgm:pt modelId="{9E2ACCD3-E36D-408F-8587-06A653CE9845}" type="sibTrans" cxnId="{586E71CE-92F2-4C11-B2E0-7A1C1A74E98B}">
      <dgm:prSet/>
      <dgm:spPr/>
      <dgm:t>
        <a:bodyPr/>
        <a:lstStyle/>
        <a:p>
          <a:endParaRPr lang="zh-CN" altLang="en-US"/>
        </a:p>
      </dgm:t>
    </dgm:pt>
    <dgm:pt modelId="{34E1CFC5-7DBE-4B82-A345-B476BBF71192}">
      <dgm:prSet phldrT="[文本]" custT="1"/>
      <dgm:spPr/>
      <dgm:t>
        <a:bodyPr tIns="0" rIns="540000"/>
        <a:lstStyle/>
        <a:p>
          <a:r>
            <a:rPr lang="zh-CN" altLang="en-US" sz="1600" dirty="0"/>
            <a:t>不断反馈的过程就是不断建立信心的过程。</a:t>
          </a:r>
        </a:p>
      </dgm:t>
    </dgm:pt>
    <dgm:pt modelId="{7321C16A-4C9D-4644-9301-8E471559ABF0}" type="parTrans" cxnId="{EEEFAC84-F444-4E70-A9F3-E47EB536079B}">
      <dgm:prSet/>
      <dgm:spPr/>
      <dgm:t>
        <a:bodyPr/>
        <a:lstStyle/>
        <a:p>
          <a:endParaRPr lang="zh-CN" altLang="en-US"/>
        </a:p>
      </dgm:t>
    </dgm:pt>
    <dgm:pt modelId="{804B24D4-5E3E-4D5E-BCCB-33DF43611A45}" type="sibTrans" cxnId="{EEEFAC84-F444-4E70-A9F3-E47EB536079B}">
      <dgm:prSet/>
      <dgm:spPr/>
      <dgm:t>
        <a:bodyPr/>
        <a:lstStyle/>
        <a:p>
          <a:endParaRPr lang="zh-CN" altLang="en-US"/>
        </a:p>
      </dgm:t>
    </dgm:pt>
    <dgm:pt modelId="{EB75D31A-E8E9-4F08-9662-9F216EA49C26}">
      <dgm:prSet phldrT="[文本]" custT="1"/>
      <dgm:spPr/>
      <dgm:t>
        <a:bodyPr lIns="540000" rIns="0"/>
        <a:lstStyle/>
        <a:p>
          <a:r>
            <a:rPr lang="zh-CN" altLang="en-US" sz="1600" dirty="0"/>
            <a:t>用户和</a:t>
          </a:r>
          <a:r>
            <a:rPr lang="en-US" altLang="zh-CN" sz="1600" dirty="0"/>
            <a:t>PD</a:t>
          </a:r>
          <a:r>
            <a:rPr lang="zh-CN" altLang="en-US" sz="1600" dirty="0"/>
            <a:t>之间</a:t>
          </a:r>
        </a:p>
      </dgm:t>
    </dgm:pt>
    <dgm:pt modelId="{39D92E4B-22D5-4BA6-8608-A2886E63A6E4}" type="parTrans" cxnId="{3D4054F2-2829-46AC-8AE7-F4BF859BEA30}">
      <dgm:prSet/>
      <dgm:spPr/>
      <dgm:t>
        <a:bodyPr/>
        <a:lstStyle/>
        <a:p>
          <a:endParaRPr lang="zh-CN" altLang="en-US"/>
        </a:p>
      </dgm:t>
    </dgm:pt>
    <dgm:pt modelId="{7E4BECF0-0EB4-4DD5-A0D2-877D5EFB5316}" type="sibTrans" cxnId="{3D4054F2-2829-46AC-8AE7-F4BF859BEA30}">
      <dgm:prSet/>
      <dgm:spPr/>
      <dgm:t>
        <a:bodyPr/>
        <a:lstStyle/>
        <a:p>
          <a:endParaRPr lang="zh-CN" altLang="en-US"/>
        </a:p>
      </dgm:t>
    </dgm:pt>
    <dgm:pt modelId="{7BF1269D-751A-4B24-9554-4A60B80C1B11}" type="pres">
      <dgm:prSet presAssocID="{23E77544-54DB-43C2-9521-181867DD27AA}" presName="cycleMatrixDiagram" presStyleCnt="0">
        <dgm:presLayoutVars>
          <dgm:chMax val="1"/>
          <dgm:dir/>
          <dgm:animLvl val="lvl"/>
          <dgm:resizeHandles val="exact"/>
        </dgm:presLayoutVars>
      </dgm:prSet>
      <dgm:spPr/>
    </dgm:pt>
    <dgm:pt modelId="{75761C52-C3CB-49D6-A6E4-E4ACF2EA1EF2}" type="pres">
      <dgm:prSet presAssocID="{23E77544-54DB-43C2-9521-181867DD27AA}" presName="children" presStyleCnt="0"/>
      <dgm:spPr/>
    </dgm:pt>
    <dgm:pt modelId="{F4CA8F2B-1BB6-469A-A4FA-7751F60F7598}" type="pres">
      <dgm:prSet presAssocID="{23E77544-54DB-43C2-9521-181867DD27AA}" presName="child1group" presStyleCnt="0"/>
      <dgm:spPr/>
    </dgm:pt>
    <dgm:pt modelId="{181BB215-6859-4006-BA4A-83DD7812553F}" type="pres">
      <dgm:prSet presAssocID="{23E77544-54DB-43C2-9521-181867DD27AA}" presName="child1" presStyleLbl="bgAcc1" presStyleIdx="0" presStyleCnt="4" custScaleX="229645"/>
      <dgm:spPr/>
    </dgm:pt>
    <dgm:pt modelId="{86D4A207-423C-4B60-A76D-7CD8F1765D1D}" type="pres">
      <dgm:prSet presAssocID="{23E77544-54DB-43C2-9521-181867DD27AA}" presName="child1Text" presStyleLbl="bgAcc1" presStyleIdx="0" presStyleCnt="4">
        <dgm:presLayoutVars>
          <dgm:bulletEnabled val="1"/>
        </dgm:presLayoutVars>
      </dgm:prSet>
      <dgm:spPr/>
    </dgm:pt>
    <dgm:pt modelId="{D50B737B-4A9A-4C75-8278-F8E0FA7A8766}" type="pres">
      <dgm:prSet presAssocID="{23E77544-54DB-43C2-9521-181867DD27AA}" presName="child2group" presStyleCnt="0"/>
      <dgm:spPr/>
    </dgm:pt>
    <dgm:pt modelId="{9841397D-9D13-4614-9A4D-34F9A9EA4D57}" type="pres">
      <dgm:prSet presAssocID="{23E77544-54DB-43C2-9521-181867DD27AA}" presName="child2" presStyleLbl="bgAcc1" presStyleIdx="1" presStyleCnt="4" custScaleX="149169"/>
      <dgm:spPr/>
    </dgm:pt>
    <dgm:pt modelId="{1448C2AD-2E68-407A-97F3-189E7C987A1D}" type="pres">
      <dgm:prSet presAssocID="{23E77544-54DB-43C2-9521-181867DD27AA}" presName="child2Text" presStyleLbl="bgAcc1" presStyleIdx="1" presStyleCnt="4">
        <dgm:presLayoutVars>
          <dgm:bulletEnabled val="1"/>
        </dgm:presLayoutVars>
      </dgm:prSet>
      <dgm:spPr/>
    </dgm:pt>
    <dgm:pt modelId="{8B4C58FE-3981-448E-B747-44C0C514C669}" type="pres">
      <dgm:prSet presAssocID="{23E77544-54DB-43C2-9521-181867DD27AA}" presName="child3group" presStyleCnt="0"/>
      <dgm:spPr/>
    </dgm:pt>
    <dgm:pt modelId="{950BD684-826A-4998-9D4F-5EC88B8585D2}" type="pres">
      <dgm:prSet presAssocID="{23E77544-54DB-43C2-9521-181867DD27AA}" presName="child3" presStyleLbl="bgAcc1" presStyleIdx="2" presStyleCnt="4" custScaleX="186123"/>
      <dgm:spPr/>
    </dgm:pt>
    <dgm:pt modelId="{EE7A77DD-F44D-4966-BE33-629EF49C5B5D}" type="pres">
      <dgm:prSet presAssocID="{23E77544-54DB-43C2-9521-181867DD27AA}" presName="child3Text" presStyleLbl="bgAcc1" presStyleIdx="2" presStyleCnt="4">
        <dgm:presLayoutVars>
          <dgm:bulletEnabled val="1"/>
        </dgm:presLayoutVars>
      </dgm:prSet>
      <dgm:spPr/>
    </dgm:pt>
    <dgm:pt modelId="{6709614D-4901-4C38-83B8-EF9F7F085CFC}" type="pres">
      <dgm:prSet presAssocID="{23E77544-54DB-43C2-9521-181867DD27AA}" presName="child4group" presStyleCnt="0"/>
      <dgm:spPr/>
    </dgm:pt>
    <dgm:pt modelId="{D22904BD-080A-4A09-9C20-5FE3EB27ADB7}" type="pres">
      <dgm:prSet presAssocID="{23E77544-54DB-43C2-9521-181867DD27AA}" presName="child4" presStyleLbl="bgAcc1" presStyleIdx="3" presStyleCnt="4" custScaleX="302948"/>
      <dgm:spPr/>
    </dgm:pt>
    <dgm:pt modelId="{A91A171E-151D-4879-BA60-A16E1072F951}" type="pres">
      <dgm:prSet presAssocID="{23E77544-54DB-43C2-9521-181867DD27AA}" presName="child4Text" presStyleLbl="bgAcc1" presStyleIdx="3" presStyleCnt="4">
        <dgm:presLayoutVars>
          <dgm:bulletEnabled val="1"/>
        </dgm:presLayoutVars>
      </dgm:prSet>
      <dgm:spPr/>
    </dgm:pt>
    <dgm:pt modelId="{FADC70C4-8C24-434B-A2F2-9C8F5DC2A9AA}" type="pres">
      <dgm:prSet presAssocID="{23E77544-54DB-43C2-9521-181867DD27AA}" presName="childPlaceholder" presStyleCnt="0"/>
      <dgm:spPr/>
    </dgm:pt>
    <dgm:pt modelId="{F6B5F11D-E3A5-4341-8184-9BB5F04F49FC}" type="pres">
      <dgm:prSet presAssocID="{23E77544-54DB-43C2-9521-181867DD27AA}" presName="circle" presStyleCnt="0"/>
      <dgm:spPr/>
    </dgm:pt>
    <dgm:pt modelId="{747F9AAB-6788-4A5F-95A6-8B9865B81D0B}" type="pres">
      <dgm:prSet presAssocID="{23E77544-54DB-43C2-9521-181867DD27AA}" presName="quadrant1" presStyleLbl="node1" presStyleIdx="0" presStyleCnt="4">
        <dgm:presLayoutVars>
          <dgm:chMax val="1"/>
          <dgm:bulletEnabled val="1"/>
        </dgm:presLayoutVars>
      </dgm:prSet>
      <dgm:spPr/>
    </dgm:pt>
    <dgm:pt modelId="{A06F5447-3017-440E-884B-8BFE870C2A65}" type="pres">
      <dgm:prSet presAssocID="{23E77544-54DB-43C2-9521-181867DD27AA}" presName="quadrant2" presStyleLbl="node1" presStyleIdx="1" presStyleCnt="4">
        <dgm:presLayoutVars>
          <dgm:chMax val="1"/>
          <dgm:bulletEnabled val="1"/>
        </dgm:presLayoutVars>
      </dgm:prSet>
      <dgm:spPr/>
    </dgm:pt>
    <dgm:pt modelId="{E21DB0A8-EAE8-40FA-9347-6FAF72E7F15D}" type="pres">
      <dgm:prSet presAssocID="{23E77544-54DB-43C2-9521-181867DD27AA}" presName="quadrant3" presStyleLbl="node1" presStyleIdx="2" presStyleCnt="4">
        <dgm:presLayoutVars>
          <dgm:chMax val="1"/>
          <dgm:bulletEnabled val="1"/>
        </dgm:presLayoutVars>
      </dgm:prSet>
      <dgm:spPr/>
    </dgm:pt>
    <dgm:pt modelId="{5112A28A-4C65-4B95-BF4F-B8F58B7A8F4B}" type="pres">
      <dgm:prSet presAssocID="{23E77544-54DB-43C2-9521-181867DD27AA}" presName="quadrant4" presStyleLbl="node1" presStyleIdx="3" presStyleCnt="4">
        <dgm:presLayoutVars>
          <dgm:chMax val="1"/>
          <dgm:bulletEnabled val="1"/>
        </dgm:presLayoutVars>
      </dgm:prSet>
      <dgm:spPr/>
    </dgm:pt>
    <dgm:pt modelId="{3F7777A7-A367-4578-B972-6C1B851D41AE}" type="pres">
      <dgm:prSet presAssocID="{23E77544-54DB-43C2-9521-181867DD27AA}" presName="quadrantPlaceholder" presStyleCnt="0"/>
      <dgm:spPr/>
    </dgm:pt>
    <dgm:pt modelId="{9BA66408-1A35-420C-82D6-7A3E5FFBBBDF}" type="pres">
      <dgm:prSet presAssocID="{23E77544-54DB-43C2-9521-181867DD27AA}" presName="center1" presStyleLbl="fgShp" presStyleIdx="0" presStyleCnt="2"/>
      <dgm:spPr/>
    </dgm:pt>
    <dgm:pt modelId="{5FCC8B66-BE8A-4B81-9460-BE072098B755}" type="pres">
      <dgm:prSet presAssocID="{23E77544-54DB-43C2-9521-181867DD27AA}" presName="center2" presStyleLbl="fgShp" presStyleIdx="1" presStyleCnt="2"/>
      <dgm:spPr/>
    </dgm:pt>
  </dgm:ptLst>
  <dgm:cxnLst>
    <dgm:cxn modelId="{02159D0C-70B3-41BE-B0A9-A1C000742D43}" type="presOf" srcId="{505787E2-BA22-435E-B02B-BF71662795D0}" destId="{A06F5447-3017-440E-884B-8BFE870C2A65}" srcOrd="0" destOrd="0" presId="urn:microsoft.com/office/officeart/2005/8/layout/cycle4#1"/>
    <dgm:cxn modelId="{6A66700E-0F5E-4524-B2AF-5CC706C46BE5}" type="presOf" srcId="{23E77544-54DB-43C2-9521-181867DD27AA}" destId="{7BF1269D-751A-4B24-9554-4A60B80C1B11}" srcOrd="0" destOrd="0" presId="urn:microsoft.com/office/officeart/2005/8/layout/cycle4#1"/>
    <dgm:cxn modelId="{7F83190F-CD42-415F-9ABD-A4E88473A645}" srcId="{2A02E4AE-B41A-44FD-AF37-F6FF518B13E6}" destId="{EB5184FA-15A5-498D-9C82-A7C80F352621}" srcOrd="0" destOrd="0" parTransId="{75159E06-9E72-48B5-A5E3-36B346BDE643}" sibTransId="{904AA15C-E8D1-4B3E-90F9-796B4DED452C}"/>
    <dgm:cxn modelId="{9D153011-919C-4B29-9291-9D413EC0FBC6}" type="presOf" srcId="{2CE5DABF-3857-4CF1-B8EF-05C947E7F862}" destId="{9841397D-9D13-4614-9A4D-34F9A9EA4D57}" srcOrd="0" destOrd="3" presId="urn:microsoft.com/office/officeart/2005/8/layout/cycle4#1"/>
    <dgm:cxn modelId="{A431CD11-D352-4F00-BD4F-B867E23DB4BD}" srcId="{23E77544-54DB-43C2-9521-181867DD27AA}" destId="{2A02E4AE-B41A-44FD-AF37-F6FF518B13E6}" srcOrd="0" destOrd="0" parTransId="{3699D166-4B7A-432A-A11A-3A0E13F38DD7}" sibTransId="{00ED0C91-8854-43AF-83A3-F1E3AA3A295B}"/>
    <dgm:cxn modelId="{ECFD6E14-81B5-40E6-AE71-9E6E2935C4EB}" type="presOf" srcId="{FB812ABF-3229-4496-B9E9-9A118342B349}" destId="{950BD684-826A-4998-9D4F-5EC88B8585D2}" srcOrd="0" destOrd="0" presId="urn:microsoft.com/office/officeart/2005/8/layout/cycle4#1"/>
    <dgm:cxn modelId="{08114A31-B373-4F29-AFB9-D80337C3E40A}" type="presOf" srcId="{2CE5DABF-3857-4CF1-B8EF-05C947E7F862}" destId="{1448C2AD-2E68-407A-97F3-189E7C987A1D}" srcOrd="1" destOrd="3" presId="urn:microsoft.com/office/officeart/2005/8/layout/cycle4#1"/>
    <dgm:cxn modelId="{76F12632-8E03-4B1D-95F3-9A7B06D1D033}" srcId="{2943C06B-14CC-40A5-B1F9-A37E687AD110}" destId="{FB812ABF-3229-4496-B9E9-9A118342B349}" srcOrd="0" destOrd="0" parTransId="{5E89B694-8B7D-49EB-A3C9-DA900B91C2FB}" sibTransId="{B5D926C4-CEA6-42DB-A021-1EF7687CF46A}"/>
    <dgm:cxn modelId="{833BAF33-A8B5-4AAA-905A-45CE70A6D8F7}" srcId="{505787E2-BA22-435E-B02B-BF71662795D0}" destId="{28521218-53E1-40FE-963E-A6D388125C62}" srcOrd="0" destOrd="0" parTransId="{48B5C98D-4539-489B-AF07-A885FEAB6300}" sibTransId="{A92E8A9E-53B8-44AE-9FF2-BCCF10225399}"/>
    <dgm:cxn modelId="{19A10D3A-36D6-4917-A839-AE1890573F13}" type="presOf" srcId="{B83D1E73-D91D-41A8-B061-4D20541E5EA1}" destId="{5112A28A-4C65-4B95-BF4F-B8F58B7A8F4B}" srcOrd="0" destOrd="0" presId="urn:microsoft.com/office/officeart/2005/8/layout/cycle4#1"/>
    <dgm:cxn modelId="{B8885D3F-351F-4987-A420-EBB0AF19C773}" type="presOf" srcId="{EB5184FA-15A5-498D-9C82-A7C80F352621}" destId="{181BB215-6859-4006-BA4A-83DD7812553F}" srcOrd="0" destOrd="0" presId="urn:microsoft.com/office/officeart/2005/8/layout/cycle4#1"/>
    <dgm:cxn modelId="{34B9683F-5033-4356-8831-1C665978AD58}" type="presOf" srcId="{2A02E4AE-B41A-44FD-AF37-F6FF518B13E6}" destId="{747F9AAB-6788-4A5F-95A6-8B9865B81D0B}" srcOrd="0" destOrd="0" presId="urn:microsoft.com/office/officeart/2005/8/layout/cycle4#1"/>
    <dgm:cxn modelId="{F6E1BD43-7EF3-4EC8-9332-13C3B5B6C086}" srcId="{23E77544-54DB-43C2-9521-181867DD27AA}" destId="{2943C06B-14CC-40A5-B1F9-A37E687AD110}" srcOrd="2" destOrd="0" parTransId="{AFF98750-223C-4830-8F3D-29BCC6C1317A}" sibTransId="{92075EDD-51B6-4866-8CF8-641F5D2009F4}"/>
    <dgm:cxn modelId="{41560565-52F9-4094-83CB-B2D61824C114}" type="presOf" srcId="{EB75D31A-E8E9-4F08-9662-9F216EA49C26}" destId="{1448C2AD-2E68-407A-97F3-189E7C987A1D}" srcOrd="1" destOrd="1" presId="urn:microsoft.com/office/officeart/2005/8/layout/cycle4#1"/>
    <dgm:cxn modelId="{57531D46-DD2D-423E-A7FA-DA097820F79E}" type="presOf" srcId="{34E1CFC5-7DBE-4B82-A345-B476BBF71192}" destId="{A91A171E-151D-4879-BA60-A16E1072F951}" srcOrd="1" destOrd="1" presId="urn:microsoft.com/office/officeart/2005/8/layout/cycle4#1"/>
    <dgm:cxn modelId="{1F2F6668-3CAA-4FA3-B57F-3E3A96912136}" type="presOf" srcId="{ED778BE3-29C2-42CE-AA30-13CD1CE631B6}" destId="{D22904BD-080A-4A09-9C20-5FE3EB27ADB7}" srcOrd="0" destOrd="0" presId="urn:microsoft.com/office/officeart/2005/8/layout/cycle4#1"/>
    <dgm:cxn modelId="{F8521F4A-9AAF-43E4-A828-F151282D5A19}" type="presOf" srcId="{EB75D31A-E8E9-4F08-9662-9F216EA49C26}" destId="{9841397D-9D13-4614-9A4D-34F9A9EA4D57}" srcOrd="0" destOrd="1" presId="urn:microsoft.com/office/officeart/2005/8/layout/cycle4#1"/>
    <dgm:cxn modelId="{2F1C4F6B-85BF-451F-99B2-BC1CC99617F7}" type="presOf" srcId="{2943C06B-14CC-40A5-B1F9-A37E687AD110}" destId="{E21DB0A8-EAE8-40FA-9347-6FAF72E7F15D}" srcOrd="0" destOrd="0" presId="urn:microsoft.com/office/officeart/2005/8/layout/cycle4#1"/>
    <dgm:cxn modelId="{E7BA2B73-87B8-4099-B0DE-56030F8CE221}" type="presOf" srcId="{0BFA155C-5439-4F0E-B681-067A745B4112}" destId="{1448C2AD-2E68-407A-97F3-189E7C987A1D}" srcOrd="1" destOrd="2" presId="urn:microsoft.com/office/officeart/2005/8/layout/cycle4#1"/>
    <dgm:cxn modelId="{A58A167A-3DEB-4905-879D-AC076F52FF06}" type="presOf" srcId="{28521218-53E1-40FE-963E-A6D388125C62}" destId="{1448C2AD-2E68-407A-97F3-189E7C987A1D}" srcOrd="1" destOrd="0" presId="urn:microsoft.com/office/officeart/2005/8/layout/cycle4#1"/>
    <dgm:cxn modelId="{78E3817D-0B2E-41E6-9D36-C10D8FAAEA0C}" srcId="{23E77544-54DB-43C2-9521-181867DD27AA}" destId="{B83D1E73-D91D-41A8-B061-4D20541E5EA1}" srcOrd="3" destOrd="0" parTransId="{3A57EA75-5157-481E-ABE0-BCC2478CB0C2}" sibTransId="{A6405F00-38E6-4ABE-8D18-C8559BF83206}"/>
    <dgm:cxn modelId="{1CC8F27E-B097-4B11-9F72-2D57716FBC34}" type="presOf" srcId="{ED778BE3-29C2-42CE-AA30-13CD1CE631B6}" destId="{A91A171E-151D-4879-BA60-A16E1072F951}" srcOrd="1" destOrd="0" presId="urn:microsoft.com/office/officeart/2005/8/layout/cycle4#1"/>
    <dgm:cxn modelId="{EEEFAC84-F444-4E70-A9F3-E47EB536079B}" srcId="{B83D1E73-D91D-41A8-B061-4D20541E5EA1}" destId="{34E1CFC5-7DBE-4B82-A345-B476BBF71192}" srcOrd="1" destOrd="0" parTransId="{7321C16A-4C9D-4644-9301-8E471559ABF0}" sibTransId="{804B24D4-5E3E-4D5E-BCCB-33DF43611A45}"/>
    <dgm:cxn modelId="{7DA7FA84-455B-4028-8EC9-FBC45E57AB67}" srcId="{505787E2-BA22-435E-B02B-BF71662795D0}" destId="{0BFA155C-5439-4F0E-B681-067A745B4112}" srcOrd="2" destOrd="0" parTransId="{8AEAD0E7-B128-41CC-B2C5-BE395E2B74B2}" sibTransId="{32F2754F-FC86-4711-801E-38B7095B05C7}"/>
    <dgm:cxn modelId="{914EEE89-B137-47F7-AF9B-79040D38E5E4}" srcId="{B83D1E73-D91D-41A8-B061-4D20541E5EA1}" destId="{ED778BE3-29C2-42CE-AA30-13CD1CE631B6}" srcOrd="0" destOrd="0" parTransId="{9B656DD2-CF03-49C8-9FD6-777DB8A89E18}" sibTransId="{E0CDF440-2CDC-4C22-A838-ED54A3387802}"/>
    <dgm:cxn modelId="{67318A9B-3501-481A-8DB6-9FDD22534623}" srcId="{23E77544-54DB-43C2-9521-181867DD27AA}" destId="{505787E2-BA22-435E-B02B-BF71662795D0}" srcOrd="1" destOrd="0" parTransId="{207D066C-967F-40D2-87FC-E7811B028532}" sibTransId="{B333389D-B7B2-47C3-B536-4ABC3B610092}"/>
    <dgm:cxn modelId="{A0337EA1-03B1-46C7-8751-BE45A25BFE86}" type="presOf" srcId="{28521218-53E1-40FE-963E-A6D388125C62}" destId="{9841397D-9D13-4614-9A4D-34F9A9EA4D57}" srcOrd="0" destOrd="0" presId="urn:microsoft.com/office/officeart/2005/8/layout/cycle4#1"/>
    <dgm:cxn modelId="{B320FCA4-8011-4D7C-8A7C-2695EC9161D0}" type="presOf" srcId="{34E1CFC5-7DBE-4B82-A345-B476BBF71192}" destId="{D22904BD-080A-4A09-9C20-5FE3EB27ADB7}" srcOrd="0" destOrd="1" presId="urn:microsoft.com/office/officeart/2005/8/layout/cycle4#1"/>
    <dgm:cxn modelId="{9C4747B0-79A3-4D63-AF86-6EAF74022890}" type="presOf" srcId="{0BFA155C-5439-4F0E-B681-067A745B4112}" destId="{9841397D-9D13-4614-9A4D-34F9A9EA4D57}" srcOrd="0" destOrd="2" presId="urn:microsoft.com/office/officeart/2005/8/layout/cycle4#1"/>
    <dgm:cxn modelId="{586E71CE-92F2-4C11-B2E0-7A1C1A74E98B}" srcId="{505787E2-BA22-435E-B02B-BF71662795D0}" destId="{2CE5DABF-3857-4CF1-B8EF-05C947E7F862}" srcOrd="3" destOrd="0" parTransId="{3A1F5D95-B111-41B8-9258-534EEEAA2CAA}" sibTransId="{9E2ACCD3-E36D-408F-8587-06A653CE9845}"/>
    <dgm:cxn modelId="{40C94ED4-BE27-400D-9C5F-4D85C7CF9101}" type="presOf" srcId="{EB5184FA-15A5-498D-9C82-A7C80F352621}" destId="{86D4A207-423C-4B60-A76D-7CD8F1765D1D}" srcOrd="1" destOrd="0" presId="urn:microsoft.com/office/officeart/2005/8/layout/cycle4#1"/>
    <dgm:cxn modelId="{19D71DEC-FCC4-4BB4-A68E-05492D9C79C5}" type="presOf" srcId="{FB812ABF-3229-4496-B9E9-9A118342B349}" destId="{EE7A77DD-F44D-4966-BE33-629EF49C5B5D}" srcOrd="1" destOrd="0" presId="urn:microsoft.com/office/officeart/2005/8/layout/cycle4#1"/>
    <dgm:cxn modelId="{3D4054F2-2829-46AC-8AE7-F4BF859BEA30}" srcId="{505787E2-BA22-435E-B02B-BF71662795D0}" destId="{EB75D31A-E8E9-4F08-9662-9F216EA49C26}" srcOrd="1" destOrd="0" parTransId="{39D92E4B-22D5-4BA6-8608-A2886E63A6E4}" sibTransId="{7E4BECF0-0EB4-4DD5-A0D2-877D5EFB5316}"/>
    <dgm:cxn modelId="{C168651F-83B1-4670-B602-E99F1BF5A880}" type="presParOf" srcId="{7BF1269D-751A-4B24-9554-4A60B80C1B11}" destId="{75761C52-C3CB-49D6-A6E4-E4ACF2EA1EF2}" srcOrd="0" destOrd="0" presId="urn:microsoft.com/office/officeart/2005/8/layout/cycle4#1"/>
    <dgm:cxn modelId="{9A5321EA-78ED-43DD-8A7F-87DEB3CD2713}" type="presParOf" srcId="{75761C52-C3CB-49D6-A6E4-E4ACF2EA1EF2}" destId="{F4CA8F2B-1BB6-469A-A4FA-7751F60F7598}" srcOrd="0" destOrd="0" presId="urn:microsoft.com/office/officeart/2005/8/layout/cycle4#1"/>
    <dgm:cxn modelId="{34FA7D1A-57E2-4796-88E3-7D879F90CCB7}" type="presParOf" srcId="{F4CA8F2B-1BB6-469A-A4FA-7751F60F7598}" destId="{181BB215-6859-4006-BA4A-83DD7812553F}" srcOrd="0" destOrd="0" presId="urn:microsoft.com/office/officeart/2005/8/layout/cycle4#1"/>
    <dgm:cxn modelId="{1A3DCD19-2CF5-4E6E-B1EC-6C87B74189FF}" type="presParOf" srcId="{F4CA8F2B-1BB6-469A-A4FA-7751F60F7598}" destId="{86D4A207-423C-4B60-A76D-7CD8F1765D1D}" srcOrd="1" destOrd="0" presId="urn:microsoft.com/office/officeart/2005/8/layout/cycle4#1"/>
    <dgm:cxn modelId="{CEE42F98-9CF2-4F1A-9A11-3C4ED7530F20}" type="presParOf" srcId="{75761C52-C3CB-49D6-A6E4-E4ACF2EA1EF2}" destId="{D50B737B-4A9A-4C75-8278-F8E0FA7A8766}" srcOrd="1" destOrd="0" presId="urn:microsoft.com/office/officeart/2005/8/layout/cycle4#1"/>
    <dgm:cxn modelId="{FB3D3969-EB1E-429F-BB63-6C79D0A15E4A}" type="presParOf" srcId="{D50B737B-4A9A-4C75-8278-F8E0FA7A8766}" destId="{9841397D-9D13-4614-9A4D-34F9A9EA4D57}" srcOrd="0" destOrd="0" presId="urn:microsoft.com/office/officeart/2005/8/layout/cycle4#1"/>
    <dgm:cxn modelId="{6A1F2529-F41D-45BE-8419-701961377566}" type="presParOf" srcId="{D50B737B-4A9A-4C75-8278-F8E0FA7A8766}" destId="{1448C2AD-2E68-407A-97F3-189E7C987A1D}" srcOrd="1" destOrd="0" presId="urn:microsoft.com/office/officeart/2005/8/layout/cycle4#1"/>
    <dgm:cxn modelId="{AF7499C8-04EA-433A-9454-123363AAA605}" type="presParOf" srcId="{75761C52-C3CB-49D6-A6E4-E4ACF2EA1EF2}" destId="{8B4C58FE-3981-448E-B747-44C0C514C669}" srcOrd="2" destOrd="0" presId="urn:microsoft.com/office/officeart/2005/8/layout/cycle4#1"/>
    <dgm:cxn modelId="{ECB6F7C8-774F-407A-84AC-9EFD110743B0}" type="presParOf" srcId="{8B4C58FE-3981-448E-B747-44C0C514C669}" destId="{950BD684-826A-4998-9D4F-5EC88B8585D2}" srcOrd="0" destOrd="0" presId="urn:microsoft.com/office/officeart/2005/8/layout/cycle4#1"/>
    <dgm:cxn modelId="{17E68197-57D3-40D5-8382-39F1C6D7596B}" type="presParOf" srcId="{8B4C58FE-3981-448E-B747-44C0C514C669}" destId="{EE7A77DD-F44D-4966-BE33-629EF49C5B5D}" srcOrd="1" destOrd="0" presId="urn:microsoft.com/office/officeart/2005/8/layout/cycle4#1"/>
    <dgm:cxn modelId="{3E2077B4-785B-44FB-97CC-9268B44599C6}" type="presParOf" srcId="{75761C52-C3CB-49D6-A6E4-E4ACF2EA1EF2}" destId="{6709614D-4901-4C38-83B8-EF9F7F085CFC}" srcOrd="3" destOrd="0" presId="urn:microsoft.com/office/officeart/2005/8/layout/cycle4#1"/>
    <dgm:cxn modelId="{3232E89B-2FF1-491E-9D2A-1940F72002E0}" type="presParOf" srcId="{6709614D-4901-4C38-83B8-EF9F7F085CFC}" destId="{D22904BD-080A-4A09-9C20-5FE3EB27ADB7}" srcOrd="0" destOrd="0" presId="urn:microsoft.com/office/officeart/2005/8/layout/cycle4#1"/>
    <dgm:cxn modelId="{095082BD-F49C-40F1-A696-E4E8D37220BE}" type="presParOf" srcId="{6709614D-4901-4C38-83B8-EF9F7F085CFC}" destId="{A91A171E-151D-4879-BA60-A16E1072F951}" srcOrd="1" destOrd="0" presId="urn:microsoft.com/office/officeart/2005/8/layout/cycle4#1"/>
    <dgm:cxn modelId="{72713634-FAE7-4482-9A27-69081182820E}" type="presParOf" srcId="{75761C52-C3CB-49D6-A6E4-E4ACF2EA1EF2}" destId="{FADC70C4-8C24-434B-A2F2-9C8F5DC2A9AA}" srcOrd="4" destOrd="0" presId="urn:microsoft.com/office/officeart/2005/8/layout/cycle4#1"/>
    <dgm:cxn modelId="{53863AD4-A4CA-416D-BC51-ED22BAA01D02}" type="presParOf" srcId="{7BF1269D-751A-4B24-9554-4A60B80C1B11}" destId="{F6B5F11D-E3A5-4341-8184-9BB5F04F49FC}" srcOrd="1" destOrd="0" presId="urn:microsoft.com/office/officeart/2005/8/layout/cycle4#1"/>
    <dgm:cxn modelId="{ACDBC915-6A9A-47B4-B6D6-4F480AC497F6}" type="presParOf" srcId="{F6B5F11D-E3A5-4341-8184-9BB5F04F49FC}" destId="{747F9AAB-6788-4A5F-95A6-8B9865B81D0B}" srcOrd="0" destOrd="0" presId="urn:microsoft.com/office/officeart/2005/8/layout/cycle4#1"/>
    <dgm:cxn modelId="{ED8A5791-CDC2-4D7C-8791-EF5CD001BB70}" type="presParOf" srcId="{F6B5F11D-E3A5-4341-8184-9BB5F04F49FC}" destId="{A06F5447-3017-440E-884B-8BFE870C2A65}" srcOrd="1" destOrd="0" presId="urn:microsoft.com/office/officeart/2005/8/layout/cycle4#1"/>
    <dgm:cxn modelId="{E90BDE20-1428-4122-BF83-3029C82057A2}" type="presParOf" srcId="{F6B5F11D-E3A5-4341-8184-9BB5F04F49FC}" destId="{E21DB0A8-EAE8-40FA-9347-6FAF72E7F15D}" srcOrd="2" destOrd="0" presId="urn:microsoft.com/office/officeart/2005/8/layout/cycle4#1"/>
    <dgm:cxn modelId="{8EA0BE46-FFB1-4AD8-92F6-E864D99F2548}" type="presParOf" srcId="{F6B5F11D-E3A5-4341-8184-9BB5F04F49FC}" destId="{5112A28A-4C65-4B95-BF4F-B8F58B7A8F4B}" srcOrd="3" destOrd="0" presId="urn:microsoft.com/office/officeart/2005/8/layout/cycle4#1"/>
    <dgm:cxn modelId="{59E46AA1-CB14-4D37-A07F-191A31367AD8}" type="presParOf" srcId="{F6B5F11D-E3A5-4341-8184-9BB5F04F49FC}" destId="{3F7777A7-A367-4578-B972-6C1B851D41AE}" srcOrd="4" destOrd="0" presId="urn:microsoft.com/office/officeart/2005/8/layout/cycle4#1"/>
    <dgm:cxn modelId="{7ED88368-73B9-4FE5-8DEE-6CEEA1E910A4}" type="presParOf" srcId="{7BF1269D-751A-4B24-9554-4A60B80C1B11}" destId="{9BA66408-1A35-420C-82D6-7A3E5FFBBBDF}" srcOrd="2" destOrd="0" presId="urn:microsoft.com/office/officeart/2005/8/layout/cycle4#1"/>
    <dgm:cxn modelId="{3365D86C-9FC0-483E-BCCC-5501FEA43549}" type="presParOf" srcId="{7BF1269D-751A-4B24-9554-4A60B80C1B11}" destId="{5FCC8B66-BE8A-4B81-9460-BE072098B755}" srcOrd="3" destOrd="0" presId="urn:microsoft.com/office/officeart/2005/8/layout/cycle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0990044-3401-4D79-A0DE-358F06E944E0}"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709AB0B5-EB6D-41D2-A58F-99367FCE5226}">
      <dgm:prSet phldrT="[文本]"/>
      <dgm:spPr>
        <a:solidFill>
          <a:srgbClr val="92D050"/>
        </a:solidFill>
      </dgm:spPr>
      <dgm:t>
        <a:bodyPr/>
        <a:lstStyle/>
        <a:p>
          <a:r>
            <a:rPr lang="zh-CN" altLang="en-US" dirty="0"/>
            <a:t>结对编程（</a:t>
          </a:r>
          <a:r>
            <a:rPr lang="en-US" altLang="zh-CN" dirty="0" err="1"/>
            <a:t>codereview</a:t>
          </a:r>
          <a:r>
            <a:rPr lang="zh-CN" altLang="en-US" dirty="0"/>
            <a:t>等）</a:t>
          </a:r>
        </a:p>
      </dgm:t>
    </dgm:pt>
    <dgm:pt modelId="{C38FADD3-2CFD-4F88-9890-D92FD9B77DFE}" type="parTrans" cxnId="{D8C237CC-E697-41CC-857D-1BE950032F23}">
      <dgm:prSet/>
      <dgm:spPr/>
      <dgm:t>
        <a:bodyPr/>
        <a:lstStyle/>
        <a:p>
          <a:endParaRPr lang="zh-CN" altLang="en-US"/>
        </a:p>
      </dgm:t>
    </dgm:pt>
    <dgm:pt modelId="{493FD9AB-988A-402B-AC23-9674D453B264}" type="sibTrans" cxnId="{D8C237CC-E697-41CC-857D-1BE950032F23}">
      <dgm:prSet/>
      <dgm:spPr/>
      <dgm:t>
        <a:bodyPr/>
        <a:lstStyle/>
        <a:p>
          <a:endParaRPr lang="zh-CN" altLang="en-US"/>
        </a:p>
      </dgm:t>
    </dgm:pt>
    <dgm:pt modelId="{35E0F82C-AB15-471D-8E2B-941F5F1AD016}">
      <dgm:prSet phldrT="[文本]"/>
      <dgm:spPr>
        <a:solidFill>
          <a:srgbClr val="92D050"/>
        </a:solidFill>
      </dgm:spPr>
      <dgm:t>
        <a:bodyPr/>
        <a:lstStyle/>
        <a:p>
          <a:r>
            <a:rPr lang="zh-CN" altLang="en-US" dirty="0"/>
            <a:t>重构</a:t>
          </a:r>
        </a:p>
      </dgm:t>
    </dgm:pt>
    <dgm:pt modelId="{2324BF18-3CB8-4CC2-A274-AEF7082A376B}" type="parTrans" cxnId="{EA42607B-CD65-4C9E-AFF4-D3473299D73A}">
      <dgm:prSet/>
      <dgm:spPr/>
      <dgm:t>
        <a:bodyPr/>
        <a:lstStyle/>
        <a:p>
          <a:endParaRPr lang="zh-CN" altLang="en-US"/>
        </a:p>
      </dgm:t>
    </dgm:pt>
    <dgm:pt modelId="{CCA5DA53-291B-4F15-A03E-B088AC7805FB}" type="sibTrans" cxnId="{EA42607B-CD65-4C9E-AFF4-D3473299D73A}">
      <dgm:prSet/>
      <dgm:spPr/>
      <dgm:t>
        <a:bodyPr/>
        <a:lstStyle/>
        <a:p>
          <a:endParaRPr lang="zh-CN" altLang="en-US"/>
        </a:p>
      </dgm:t>
    </dgm:pt>
    <dgm:pt modelId="{AD49F04F-6CBA-44B7-928E-46EF1F200DC4}">
      <dgm:prSet phldrT="[文本]"/>
      <dgm:spPr>
        <a:solidFill>
          <a:srgbClr val="92D050"/>
        </a:solidFill>
      </dgm:spPr>
      <dgm:t>
        <a:bodyPr/>
        <a:lstStyle/>
        <a:p>
          <a:r>
            <a:rPr lang="zh-CN" altLang="en-US" dirty="0"/>
            <a:t>持续集成</a:t>
          </a:r>
        </a:p>
      </dgm:t>
    </dgm:pt>
    <dgm:pt modelId="{C1493409-A8B3-4B1B-B73E-7FA286BBC952}" type="parTrans" cxnId="{D095BB51-826A-48F7-91B1-650FE439408A}">
      <dgm:prSet/>
      <dgm:spPr/>
      <dgm:t>
        <a:bodyPr/>
        <a:lstStyle/>
        <a:p>
          <a:endParaRPr lang="zh-CN" altLang="en-US"/>
        </a:p>
      </dgm:t>
    </dgm:pt>
    <dgm:pt modelId="{165F197E-7E3F-4E93-938D-F25F2E00FB40}" type="sibTrans" cxnId="{D095BB51-826A-48F7-91B1-650FE439408A}">
      <dgm:prSet/>
      <dgm:spPr/>
      <dgm:t>
        <a:bodyPr/>
        <a:lstStyle/>
        <a:p>
          <a:endParaRPr lang="zh-CN" altLang="en-US"/>
        </a:p>
      </dgm:t>
    </dgm:pt>
    <dgm:pt modelId="{A2D4FC49-2162-408A-AB99-C06D5D0C672A}">
      <dgm:prSet phldrT="[文本]"/>
      <dgm:spPr>
        <a:solidFill>
          <a:srgbClr val="92D050"/>
        </a:solidFill>
      </dgm:spPr>
      <dgm:t>
        <a:bodyPr/>
        <a:lstStyle/>
        <a:p>
          <a:r>
            <a:rPr lang="zh-CN" altLang="en-US" dirty="0"/>
            <a:t>迭代总结</a:t>
          </a:r>
        </a:p>
      </dgm:t>
    </dgm:pt>
    <dgm:pt modelId="{7C36687C-DCDF-42CC-AE7B-EA490D80D495}" type="parTrans" cxnId="{CB8D3801-F360-4E6D-9554-93FF2ECF14F3}">
      <dgm:prSet/>
      <dgm:spPr/>
      <dgm:t>
        <a:bodyPr/>
        <a:lstStyle/>
        <a:p>
          <a:endParaRPr lang="zh-CN" altLang="en-US"/>
        </a:p>
      </dgm:t>
    </dgm:pt>
    <dgm:pt modelId="{0B327D4B-DAD3-4AF5-A985-A3383E2B5D55}" type="sibTrans" cxnId="{CB8D3801-F360-4E6D-9554-93FF2ECF14F3}">
      <dgm:prSet/>
      <dgm:spPr/>
      <dgm:t>
        <a:bodyPr/>
        <a:lstStyle/>
        <a:p>
          <a:endParaRPr lang="zh-CN" altLang="en-US"/>
        </a:p>
      </dgm:t>
    </dgm:pt>
    <dgm:pt modelId="{CF95C4D2-C845-4CBD-9BD0-A347674BD4CC}" type="pres">
      <dgm:prSet presAssocID="{40990044-3401-4D79-A0DE-358F06E944E0}" presName="linear" presStyleCnt="0">
        <dgm:presLayoutVars>
          <dgm:dir/>
          <dgm:animLvl val="lvl"/>
          <dgm:resizeHandles val="exact"/>
        </dgm:presLayoutVars>
      </dgm:prSet>
      <dgm:spPr/>
    </dgm:pt>
    <dgm:pt modelId="{49D0A857-6DE8-4A13-9D71-3E2CDDA91289}" type="pres">
      <dgm:prSet presAssocID="{709AB0B5-EB6D-41D2-A58F-99367FCE5226}" presName="parentLin" presStyleCnt="0"/>
      <dgm:spPr/>
    </dgm:pt>
    <dgm:pt modelId="{E6DED22C-3EA3-40C5-9D46-CCAA2C6A4704}" type="pres">
      <dgm:prSet presAssocID="{709AB0B5-EB6D-41D2-A58F-99367FCE5226}" presName="parentLeftMargin" presStyleLbl="node1" presStyleIdx="0" presStyleCnt="4"/>
      <dgm:spPr/>
    </dgm:pt>
    <dgm:pt modelId="{6B7B7DA4-2E79-4599-A60F-EAF2CF6D8766}" type="pres">
      <dgm:prSet presAssocID="{709AB0B5-EB6D-41D2-A58F-99367FCE5226}" presName="parentText" presStyleLbl="node1" presStyleIdx="0" presStyleCnt="4">
        <dgm:presLayoutVars>
          <dgm:chMax val="0"/>
          <dgm:bulletEnabled val="1"/>
        </dgm:presLayoutVars>
      </dgm:prSet>
      <dgm:spPr/>
    </dgm:pt>
    <dgm:pt modelId="{A09C1886-954F-41A0-A437-A3AA5D0AABBF}" type="pres">
      <dgm:prSet presAssocID="{709AB0B5-EB6D-41D2-A58F-99367FCE5226}" presName="negativeSpace" presStyleCnt="0"/>
      <dgm:spPr/>
    </dgm:pt>
    <dgm:pt modelId="{A4DA911A-14E1-4531-97B4-635A5A47D17E}" type="pres">
      <dgm:prSet presAssocID="{709AB0B5-EB6D-41D2-A58F-99367FCE5226}" presName="childText" presStyleLbl="conFgAcc1" presStyleIdx="0" presStyleCnt="4">
        <dgm:presLayoutVars>
          <dgm:bulletEnabled val="1"/>
        </dgm:presLayoutVars>
      </dgm:prSet>
      <dgm:spPr/>
    </dgm:pt>
    <dgm:pt modelId="{7D6C79A4-F19B-4EE7-90BA-98D31B2D30ED}" type="pres">
      <dgm:prSet presAssocID="{493FD9AB-988A-402B-AC23-9674D453B264}" presName="spaceBetweenRectangles" presStyleCnt="0"/>
      <dgm:spPr/>
    </dgm:pt>
    <dgm:pt modelId="{83ACC81B-CAC7-4800-960C-D0F8A52F9225}" type="pres">
      <dgm:prSet presAssocID="{AD49F04F-6CBA-44B7-928E-46EF1F200DC4}" presName="parentLin" presStyleCnt="0"/>
      <dgm:spPr/>
    </dgm:pt>
    <dgm:pt modelId="{235094DF-51F9-4EAC-B57F-77A533EC007A}" type="pres">
      <dgm:prSet presAssocID="{AD49F04F-6CBA-44B7-928E-46EF1F200DC4}" presName="parentLeftMargin" presStyleLbl="node1" presStyleIdx="0" presStyleCnt="4"/>
      <dgm:spPr/>
    </dgm:pt>
    <dgm:pt modelId="{7CD7A0D3-90DB-48A3-90A5-CCC83B9CDE01}" type="pres">
      <dgm:prSet presAssocID="{AD49F04F-6CBA-44B7-928E-46EF1F200DC4}" presName="parentText" presStyleLbl="node1" presStyleIdx="1" presStyleCnt="4">
        <dgm:presLayoutVars>
          <dgm:chMax val="0"/>
          <dgm:bulletEnabled val="1"/>
        </dgm:presLayoutVars>
      </dgm:prSet>
      <dgm:spPr/>
    </dgm:pt>
    <dgm:pt modelId="{051213A4-D25E-45F6-9602-E66A97D0AD94}" type="pres">
      <dgm:prSet presAssocID="{AD49F04F-6CBA-44B7-928E-46EF1F200DC4}" presName="negativeSpace" presStyleCnt="0"/>
      <dgm:spPr/>
    </dgm:pt>
    <dgm:pt modelId="{496E3E5A-CD4B-465C-9A70-F19E45348480}" type="pres">
      <dgm:prSet presAssocID="{AD49F04F-6CBA-44B7-928E-46EF1F200DC4}" presName="childText" presStyleLbl="conFgAcc1" presStyleIdx="1" presStyleCnt="4">
        <dgm:presLayoutVars>
          <dgm:bulletEnabled val="1"/>
        </dgm:presLayoutVars>
      </dgm:prSet>
      <dgm:spPr/>
    </dgm:pt>
    <dgm:pt modelId="{DE3DF1C2-44CA-45AB-9718-7F79A20DA1BC}" type="pres">
      <dgm:prSet presAssocID="{165F197E-7E3F-4E93-938D-F25F2E00FB40}" presName="spaceBetweenRectangles" presStyleCnt="0"/>
      <dgm:spPr/>
    </dgm:pt>
    <dgm:pt modelId="{00DFBF40-DDA6-4113-91F8-6C15671A21AC}" type="pres">
      <dgm:prSet presAssocID="{35E0F82C-AB15-471D-8E2B-941F5F1AD016}" presName="parentLin" presStyleCnt="0"/>
      <dgm:spPr/>
    </dgm:pt>
    <dgm:pt modelId="{B04DB412-8FD3-440A-84B5-309DEB1A2136}" type="pres">
      <dgm:prSet presAssocID="{35E0F82C-AB15-471D-8E2B-941F5F1AD016}" presName="parentLeftMargin" presStyleLbl="node1" presStyleIdx="1" presStyleCnt="4"/>
      <dgm:spPr/>
    </dgm:pt>
    <dgm:pt modelId="{58BCA405-EA0A-4A1F-9C06-C21DBC201256}" type="pres">
      <dgm:prSet presAssocID="{35E0F82C-AB15-471D-8E2B-941F5F1AD016}" presName="parentText" presStyleLbl="node1" presStyleIdx="2" presStyleCnt="4">
        <dgm:presLayoutVars>
          <dgm:chMax val="0"/>
          <dgm:bulletEnabled val="1"/>
        </dgm:presLayoutVars>
      </dgm:prSet>
      <dgm:spPr/>
    </dgm:pt>
    <dgm:pt modelId="{E3EB000D-A55F-4131-ACF3-6E975A273A95}" type="pres">
      <dgm:prSet presAssocID="{35E0F82C-AB15-471D-8E2B-941F5F1AD016}" presName="negativeSpace" presStyleCnt="0"/>
      <dgm:spPr/>
    </dgm:pt>
    <dgm:pt modelId="{17D8E0C0-EE9F-45A5-932D-95377BE6C727}" type="pres">
      <dgm:prSet presAssocID="{35E0F82C-AB15-471D-8E2B-941F5F1AD016}" presName="childText" presStyleLbl="conFgAcc1" presStyleIdx="2" presStyleCnt="4">
        <dgm:presLayoutVars>
          <dgm:bulletEnabled val="1"/>
        </dgm:presLayoutVars>
      </dgm:prSet>
      <dgm:spPr/>
    </dgm:pt>
    <dgm:pt modelId="{DE88B24E-2AA1-489D-B6BB-82783F9AF7C2}" type="pres">
      <dgm:prSet presAssocID="{CCA5DA53-291B-4F15-A03E-B088AC7805FB}" presName="spaceBetweenRectangles" presStyleCnt="0"/>
      <dgm:spPr/>
    </dgm:pt>
    <dgm:pt modelId="{7A7F01A2-A064-48CD-ADF5-478CBA3FD917}" type="pres">
      <dgm:prSet presAssocID="{A2D4FC49-2162-408A-AB99-C06D5D0C672A}" presName="parentLin" presStyleCnt="0"/>
      <dgm:spPr/>
    </dgm:pt>
    <dgm:pt modelId="{AFBAFA0E-5BC3-4883-B2D2-D18D153CADCB}" type="pres">
      <dgm:prSet presAssocID="{A2D4FC49-2162-408A-AB99-C06D5D0C672A}" presName="parentLeftMargin" presStyleLbl="node1" presStyleIdx="2" presStyleCnt="4"/>
      <dgm:spPr/>
    </dgm:pt>
    <dgm:pt modelId="{23CA249A-9EDB-4A2B-92C2-DF13CC974082}" type="pres">
      <dgm:prSet presAssocID="{A2D4FC49-2162-408A-AB99-C06D5D0C672A}" presName="parentText" presStyleLbl="node1" presStyleIdx="3" presStyleCnt="4">
        <dgm:presLayoutVars>
          <dgm:chMax val="0"/>
          <dgm:bulletEnabled val="1"/>
        </dgm:presLayoutVars>
      </dgm:prSet>
      <dgm:spPr/>
    </dgm:pt>
    <dgm:pt modelId="{C0A0AC89-E4D2-4423-BB0C-8AD75D035BC3}" type="pres">
      <dgm:prSet presAssocID="{A2D4FC49-2162-408A-AB99-C06D5D0C672A}" presName="negativeSpace" presStyleCnt="0"/>
      <dgm:spPr/>
    </dgm:pt>
    <dgm:pt modelId="{04ACEF9E-FEEF-499C-9047-4BA457C8A883}" type="pres">
      <dgm:prSet presAssocID="{A2D4FC49-2162-408A-AB99-C06D5D0C672A}" presName="childText" presStyleLbl="conFgAcc1" presStyleIdx="3" presStyleCnt="4">
        <dgm:presLayoutVars>
          <dgm:bulletEnabled val="1"/>
        </dgm:presLayoutVars>
      </dgm:prSet>
      <dgm:spPr/>
    </dgm:pt>
  </dgm:ptLst>
  <dgm:cxnLst>
    <dgm:cxn modelId="{CB8D3801-F360-4E6D-9554-93FF2ECF14F3}" srcId="{40990044-3401-4D79-A0DE-358F06E944E0}" destId="{A2D4FC49-2162-408A-AB99-C06D5D0C672A}" srcOrd="3" destOrd="0" parTransId="{7C36687C-DCDF-42CC-AE7B-EA490D80D495}" sibTransId="{0B327D4B-DAD3-4AF5-A985-A3383E2B5D55}"/>
    <dgm:cxn modelId="{24D0950B-9B77-4B4C-BF60-2CF9354F3DD1}" type="presOf" srcId="{40990044-3401-4D79-A0DE-358F06E944E0}" destId="{CF95C4D2-C845-4CBD-9BD0-A347674BD4CC}" srcOrd="0" destOrd="0" presId="urn:microsoft.com/office/officeart/2005/8/layout/list1"/>
    <dgm:cxn modelId="{99BFD713-1EE6-4DFD-B100-46C9466D7AD1}" type="presOf" srcId="{A2D4FC49-2162-408A-AB99-C06D5D0C672A}" destId="{23CA249A-9EDB-4A2B-92C2-DF13CC974082}" srcOrd="1" destOrd="0" presId="urn:microsoft.com/office/officeart/2005/8/layout/list1"/>
    <dgm:cxn modelId="{50526251-91D3-4260-BD10-B31F82DE3BBD}" type="presOf" srcId="{A2D4FC49-2162-408A-AB99-C06D5D0C672A}" destId="{AFBAFA0E-5BC3-4883-B2D2-D18D153CADCB}" srcOrd="0" destOrd="0" presId="urn:microsoft.com/office/officeart/2005/8/layout/list1"/>
    <dgm:cxn modelId="{D095BB51-826A-48F7-91B1-650FE439408A}" srcId="{40990044-3401-4D79-A0DE-358F06E944E0}" destId="{AD49F04F-6CBA-44B7-928E-46EF1F200DC4}" srcOrd="1" destOrd="0" parTransId="{C1493409-A8B3-4B1B-B73E-7FA286BBC952}" sibTransId="{165F197E-7E3F-4E93-938D-F25F2E00FB40}"/>
    <dgm:cxn modelId="{8673B274-FDBB-4CD2-837B-DC03295117C6}" type="presOf" srcId="{709AB0B5-EB6D-41D2-A58F-99367FCE5226}" destId="{6B7B7DA4-2E79-4599-A60F-EAF2CF6D8766}" srcOrd="1" destOrd="0" presId="urn:microsoft.com/office/officeart/2005/8/layout/list1"/>
    <dgm:cxn modelId="{EA42607B-CD65-4C9E-AFF4-D3473299D73A}" srcId="{40990044-3401-4D79-A0DE-358F06E944E0}" destId="{35E0F82C-AB15-471D-8E2B-941F5F1AD016}" srcOrd="2" destOrd="0" parTransId="{2324BF18-3CB8-4CC2-A274-AEF7082A376B}" sibTransId="{CCA5DA53-291B-4F15-A03E-B088AC7805FB}"/>
    <dgm:cxn modelId="{DBE696A7-7359-4E37-B238-62BE3623124E}" type="presOf" srcId="{AD49F04F-6CBA-44B7-928E-46EF1F200DC4}" destId="{7CD7A0D3-90DB-48A3-90A5-CCC83B9CDE01}" srcOrd="1" destOrd="0" presId="urn:microsoft.com/office/officeart/2005/8/layout/list1"/>
    <dgm:cxn modelId="{C0723DB2-8C80-4404-B9DE-D96A1288EE94}" type="presOf" srcId="{35E0F82C-AB15-471D-8E2B-941F5F1AD016}" destId="{58BCA405-EA0A-4A1F-9C06-C21DBC201256}" srcOrd="1" destOrd="0" presId="urn:microsoft.com/office/officeart/2005/8/layout/list1"/>
    <dgm:cxn modelId="{D8C237CC-E697-41CC-857D-1BE950032F23}" srcId="{40990044-3401-4D79-A0DE-358F06E944E0}" destId="{709AB0B5-EB6D-41D2-A58F-99367FCE5226}" srcOrd="0" destOrd="0" parTransId="{C38FADD3-2CFD-4F88-9890-D92FD9B77DFE}" sibTransId="{493FD9AB-988A-402B-AC23-9674D453B264}"/>
    <dgm:cxn modelId="{64A477D1-BA1E-4A9F-B3DA-0EA93E00281C}" type="presOf" srcId="{AD49F04F-6CBA-44B7-928E-46EF1F200DC4}" destId="{235094DF-51F9-4EAC-B57F-77A533EC007A}" srcOrd="0" destOrd="0" presId="urn:microsoft.com/office/officeart/2005/8/layout/list1"/>
    <dgm:cxn modelId="{037DB9E5-39BF-4C7D-A172-67077F7FE9FA}" type="presOf" srcId="{35E0F82C-AB15-471D-8E2B-941F5F1AD016}" destId="{B04DB412-8FD3-440A-84B5-309DEB1A2136}" srcOrd="0" destOrd="0" presId="urn:microsoft.com/office/officeart/2005/8/layout/list1"/>
    <dgm:cxn modelId="{0E5BE2ED-6D3C-404E-A0B4-8943F6A5633E}" type="presOf" srcId="{709AB0B5-EB6D-41D2-A58F-99367FCE5226}" destId="{E6DED22C-3EA3-40C5-9D46-CCAA2C6A4704}" srcOrd="0" destOrd="0" presId="urn:microsoft.com/office/officeart/2005/8/layout/list1"/>
    <dgm:cxn modelId="{6DB86E2E-D2E0-4FF8-99E5-555634E4BD69}" type="presParOf" srcId="{CF95C4D2-C845-4CBD-9BD0-A347674BD4CC}" destId="{49D0A857-6DE8-4A13-9D71-3E2CDDA91289}" srcOrd="0" destOrd="0" presId="urn:microsoft.com/office/officeart/2005/8/layout/list1"/>
    <dgm:cxn modelId="{12A5B708-FB36-4DC8-8BA7-37D0D2A740EB}" type="presParOf" srcId="{49D0A857-6DE8-4A13-9D71-3E2CDDA91289}" destId="{E6DED22C-3EA3-40C5-9D46-CCAA2C6A4704}" srcOrd="0" destOrd="0" presId="urn:microsoft.com/office/officeart/2005/8/layout/list1"/>
    <dgm:cxn modelId="{E1E6F5ED-3B49-4CA2-A93F-2C5BB80ADEBC}" type="presParOf" srcId="{49D0A857-6DE8-4A13-9D71-3E2CDDA91289}" destId="{6B7B7DA4-2E79-4599-A60F-EAF2CF6D8766}" srcOrd="1" destOrd="0" presId="urn:microsoft.com/office/officeart/2005/8/layout/list1"/>
    <dgm:cxn modelId="{14E7B38A-73DB-4BB2-BA6A-77D0F7EDDE38}" type="presParOf" srcId="{CF95C4D2-C845-4CBD-9BD0-A347674BD4CC}" destId="{A09C1886-954F-41A0-A437-A3AA5D0AABBF}" srcOrd="1" destOrd="0" presId="urn:microsoft.com/office/officeart/2005/8/layout/list1"/>
    <dgm:cxn modelId="{37020478-2D8C-44C0-BD3D-1D9EDA64034F}" type="presParOf" srcId="{CF95C4D2-C845-4CBD-9BD0-A347674BD4CC}" destId="{A4DA911A-14E1-4531-97B4-635A5A47D17E}" srcOrd="2" destOrd="0" presId="urn:microsoft.com/office/officeart/2005/8/layout/list1"/>
    <dgm:cxn modelId="{C313CE1C-621B-4F6C-A624-053078BA60CD}" type="presParOf" srcId="{CF95C4D2-C845-4CBD-9BD0-A347674BD4CC}" destId="{7D6C79A4-F19B-4EE7-90BA-98D31B2D30ED}" srcOrd="3" destOrd="0" presId="urn:microsoft.com/office/officeart/2005/8/layout/list1"/>
    <dgm:cxn modelId="{65EC2708-B849-4D65-A67B-05EDECF20147}" type="presParOf" srcId="{CF95C4D2-C845-4CBD-9BD0-A347674BD4CC}" destId="{83ACC81B-CAC7-4800-960C-D0F8A52F9225}" srcOrd="4" destOrd="0" presId="urn:microsoft.com/office/officeart/2005/8/layout/list1"/>
    <dgm:cxn modelId="{BE78AA48-2BA9-4CB9-823E-3DB9C7BCAA7E}" type="presParOf" srcId="{83ACC81B-CAC7-4800-960C-D0F8A52F9225}" destId="{235094DF-51F9-4EAC-B57F-77A533EC007A}" srcOrd="0" destOrd="0" presId="urn:microsoft.com/office/officeart/2005/8/layout/list1"/>
    <dgm:cxn modelId="{E454F1DB-E482-45AC-A7E6-A7F7A312FE29}" type="presParOf" srcId="{83ACC81B-CAC7-4800-960C-D0F8A52F9225}" destId="{7CD7A0D3-90DB-48A3-90A5-CCC83B9CDE01}" srcOrd="1" destOrd="0" presId="urn:microsoft.com/office/officeart/2005/8/layout/list1"/>
    <dgm:cxn modelId="{1B761DB0-AD1C-4B50-A930-D67BE4F4E076}" type="presParOf" srcId="{CF95C4D2-C845-4CBD-9BD0-A347674BD4CC}" destId="{051213A4-D25E-45F6-9602-E66A97D0AD94}" srcOrd="5" destOrd="0" presId="urn:microsoft.com/office/officeart/2005/8/layout/list1"/>
    <dgm:cxn modelId="{36559A6F-D3BD-43DB-BE79-8D88AAC27D9D}" type="presParOf" srcId="{CF95C4D2-C845-4CBD-9BD0-A347674BD4CC}" destId="{496E3E5A-CD4B-465C-9A70-F19E45348480}" srcOrd="6" destOrd="0" presId="urn:microsoft.com/office/officeart/2005/8/layout/list1"/>
    <dgm:cxn modelId="{80A7D3C1-491F-4E39-AD07-D0A5BCABCCB6}" type="presParOf" srcId="{CF95C4D2-C845-4CBD-9BD0-A347674BD4CC}" destId="{DE3DF1C2-44CA-45AB-9718-7F79A20DA1BC}" srcOrd="7" destOrd="0" presId="urn:microsoft.com/office/officeart/2005/8/layout/list1"/>
    <dgm:cxn modelId="{D8977004-5D00-4298-9F83-E5403DF3B0CF}" type="presParOf" srcId="{CF95C4D2-C845-4CBD-9BD0-A347674BD4CC}" destId="{00DFBF40-DDA6-4113-91F8-6C15671A21AC}" srcOrd="8" destOrd="0" presId="urn:microsoft.com/office/officeart/2005/8/layout/list1"/>
    <dgm:cxn modelId="{DEBB771B-2EA5-42FE-ABC8-9668B4BF55D6}" type="presParOf" srcId="{00DFBF40-DDA6-4113-91F8-6C15671A21AC}" destId="{B04DB412-8FD3-440A-84B5-309DEB1A2136}" srcOrd="0" destOrd="0" presId="urn:microsoft.com/office/officeart/2005/8/layout/list1"/>
    <dgm:cxn modelId="{7B9129A3-216B-459E-97AA-18BBD68214E2}" type="presParOf" srcId="{00DFBF40-DDA6-4113-91F8-6C15671A21AC}" destId="{58BCA405-EA0A-4A1F-9C06-C21DBC201256}" srcOrd="1" destOrd="0" presId="urn:microsoft.com/office/officeart/2005/8/layout/list1"/>
    <dgm:cxn modelId="{4E2EDEB5-B1AC-4DD8-802F-BEFB10D8FA70}" type="presParOf" srcId="{CF95C4D2-C845-4CBD-9BD0-A347674BD4CC}" destId="{E3EB000D-A55F-4131-ACF3-6E975A273A95}" srcOrd="9" destOrd="0" presId="urn:microsoft.com/office/officeart/2005/8/layout/list1"/>
    <dgm:cxn modelId="{2B7B47D5-78FD-425A-A60C-2DC452A1790B}" type="presParOf" srcId="{CF95C4D2-C845-4CBD-9BD0-A347674BD4CC}" destId="{17D8E0C0-EE9F-45A5-932D-95377BE6C727}" srcOrd="10" destOrd="0" presId="urn:microsoft.com/office/officeart/2005/8/layout/list1"/>
    <dgm:cxn modelId="{CA28AEFD-5320-4CB2-A558-B13234CF72F5}" type="presParOf" srcId="{CF95C4D2-C845-4CBD-9BD0-A347674BD4CC}" destId="{DE88B24E-2AA1-489D-B6BB-82783F9AF7C2}" srcOrd="11" destOrd="0" presId="urn:microsoft.com/office/officeart/2005/8/layout/list1"/>
    <dgm:cxn modelId="{B16B8F87-2D0F-482A-AC81-1D9D9A6CECAF}" type="presParOf" srcId="{CF95C4D2-C845-4CBD-9BD0-A347674BD4CC}" destId="{7A7F01A2-A064-48CD-ADF5-478CBA3FD917}" srcOrd="12" destOrd="0" presId="urn:microsoft.com/office/officeart/2005/8/layout/list1"/>
    <dgm:cxn modelId="{3F384205-CBD1-4189-B820-9A94182AB81B}" type="presParOf" srcId="{7A7F01A2-A064-48CD-ADF5-478CBA3FD917}" destId="{AFBAFA0E-5BC3-4883-B2D2-D18D153CADCB}" srcOrd="0" destOrd="0" presId="urn:microsoft.com/office/officeart/2005/8/layout/list1"/>
    <dgm:cxn modelId="{29906698-C631-450D-B008-9B57177A7589}" type="presParOf" srcId="{7A7F01A2-A064-48CD-ADF5-478CBA3FD917}" destId="{23CA249A-9EDB-4A2B-92C2-DF13CC974082}" srcOrd="1" destOrd="0" presId="urn:microsoft.com/office/officeart/2005/8/layout/list1"/>
    <dgm:cxn modelId="{213D8FED-E58B-46C2-93C5-3CDAAF82FEC2}" type="presParOf" srcId="{CF95C4D2-C845-4CBD-9BD0-A347674BD4CC}" destId="{C0A0AC89-E4D2-4423-BB0C-8AD75D035BC3}" srcOrd="13" destOrd="0" presId="urn:microsoft.com/office/officeart/2005/8/layout/list1"/>
    <dgm:cxn modelId="{9AEC87F0-AD29-476C-9597-D1CEC966AB35}" type="presParOf" srcId="{CF95C4D2-C845-4CBD-9BD0-A347674BD4CC}" destId="{04ACEF9E-FEEF-499C-9047-4BA457C8A88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15FFF-216A-2447-895D-B34720F58A47}">
      <dsp:nvSpPr>
        <dsp:cNvPr id="0" name=""/>
        <dsp:cNvSpPr/>
      </dsp:nvSpPr>
      <dsp:spPr>
        <a:xfrm>
          <a:off x="0" y="288564"/>
          <a:ext cx="7637429" cy="12852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92749" tIns="354076" rIns="592749"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b="0" kern="1200" dirty="0">
              <a:latin typeface="KaiTi" panose="02010609060101010101" pitchFamily="49" charset="-122"/>
              <a:ea typeface="KaiTi" panose="02010609060101010101" pitchFamily="49" charset="-122"/>
            </a:rPr>
            <a:t>检查点指的是在规定的时间间隔内对项目进行检查，比较实际现状与计划之间的差异，并根据差异进行调整。可将检查点看作一个固定的采样时间，时间间隔需要根据项目周期具体设置。</a:t>
          </a:r>
        </a:p>
      </dsp:txBody>
      <dsp:txXfrm>
        <a:off x="0" y="288564"/>
        <a:ext cx="7637429" cy="1285200"/>
      </dsp:txXfrm>
    </dsp:sp>
    <dsp:sp modelId="{0F90547A-130A-E440-BC16-98A6876ECEBE}">
      <dsp:nvSpPr>
        <dsp:cNvPr id="0" name=""/>
        <dsp:cNvSpPr/>
      </dsp:nvSpPr>
      <dsp:spPr>
        <a:xfrm>
          <a:off x="381871" y="37644"/>
          <a:ext cx="5346200" cy="50184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2074" tIns="0" rIns="202074" bIns="0" numCol="1" spcCol="1270" anchor="ctr" anchorCtr="0">
          <a:noAutofit/>
        </a:bodyPr>
        <a:lstStyle/>
        <a:p>
          <a:pPr marL="0" lvl="0" indent="0" algn="l" defTabSz="755650">
            <a:lnSpc>
              <a:spcPct val="90000"/>
            </a:lnSpc>
            <a:spcBef>
              <a:spcPct val="0"/>
            </a:spcBef>
            <a:spcAft>
              <a:spcPct val="35000"/>
            </a:spcAft>
            <a:buNone/>
          </a:pPr>
          <a:r>
            <a:rPr lang="zh-CN" altLang="en-US" sz="1700" b="0" kern="1200" dirty="0">
              <a:latin typeface="KaiTi" panose="02010609060101010101" pitchFamily="49" charset="-122"/>
              <a:ea typeface="KaiTi" panose="02010609060101010101" pitchFamily="49" charset="-122"/>
            </a:rPr>
            <a:t>检查点</a:t>
          </a:r>
        </a:p>
      </dsp:txBody>
      <dsp:txXfrm>
        <a:off x="406369" y="62142"/>
        <a:ext cx="5297204" cy="452844"/>
      </dsp:txXfrm>
    </dsp:sp>
    <dsp:sp modelId="{037F7EA9-8FFC-2F4D-A524-E17770641491}">
      <dsp:nvSpPr>
        <dsp:cNvPr id="0" name=""/>
        <dsp:cNvSpPr/>
      </dsp:nvSpPr>
      <dsp:spPr>
        <a:xfrm>
          <a:off x="0" y="1916485"/>
          <a:ext cx="7637429" cy="749700"/>
        </a:xfrm>
        <a:prstGeom prst="rect">
          <a:avLst/>
        </a:prstGeom>
        <a:solidFill>
          <a:schemeClr val="lt1">
            <a:alpha val="90000"/>
            <a:hueOff val="0"/>
            <a:satOff val="0"/>
            <a:lumOff val="0"/>
            <a:alphaOff val="0"/>
          </a:schemeClr>
        </a:solidFill>
        <a:ln w="6350" cap="flat" cmpd="sng" algn="ctr">
          <a:solidFill>
            <a:schemeClr val="accent5">
              <a:hueOff val="-3676672"/>
              <a:satOff val="-5114"/>
              <a:lumOff val="-196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92749" tIns="354076" rIns="592749" bIns="128016"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里程碑指得是完成阶段性工作的标志。</a:t>
          </a:r>
          <a:endParaRPr lang="en-US" altLang="zh-CN" sz="1800" b="0" kern="1200" dirty="0">
            <a:latin typeface="KaiTi" panose="02010609060101010101" pitchFamily="49" charset="-122"/>
            <a:ea typeface="KaiTi" panose="02010609060101010101" pitchFamily="49" charset="-122"/>
          </a:endParaRPr>
        </a:p>
      </dsp:txBody>
      <dsp:txXfrm>
        <a:off x="0" y="1916485"/>
        <a:ext cx="7637429" cy="749700"/>
      </dsp:txXfrm>
    </dsp:sp>
    <dsp:sp modelId="{2C24ED00-A714-364D-BC9D-B593AA6C929C}">
      <dsp:nvSpPr>
        <dsp:cNvPr id="0" name=""/>
        <dsp:cNvSpPr/>
      </dsp:nvSpPr>
      <dsp:spPr>
        <a:xfrm>
          <a:off x="381871" y="1665565"/>
          <a:ext cx="5346200" cy="501840"/>
        </a:xfrm>
        <a:prstGeom prst="roundRect">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2074" tIns="0" rIns="202074" bIns="0" numCol="1" spcCol="1270" anchor="ctr" anchorCtr="0">
          <a:noAutofit/>
        </a:bodyPr>
        <a:lstStyle/>
        <a:p>
          <a:pPr marL="0" lvl="0" indent="0" algn="l" defTabSz="755650">
            <a:lnSpc>
              <a:spcPct val="90000"/>
            </a:lnSpc>
            <a:spcBef>
              <a:spcPct val="0"/>
            </a:spcBef>
            <a:spcAft>
              <a:spcPct val="35000"/>
            </a:spcAft>
            <a:buNone/>
          </a:pPr>
          <a:r>
            <a:rPr lang="zh-CN" altLang="zh-CN" sz="1700" b="0" kern="1200" dirty="0">
              <a:latin typeface="KaiTi" panose="02010609060101010101" pitchFamily="49" charset="-122"/>
              <a:ea typeface="KaiTi" panose="02010609060101010101" pitchFamily="49" charset="-122"/>
            </a:rPr>
            <a:t>里程碑</a:t>
          </a:r>
          <a:endParaRPr lang="en-US" altLang="zh-CN" sz="1700" b="0" kern="1200" dirty="0">
            <a:latin typeface="KaiTi" panose="02010609060101010101" pitchFamily="49" charset="-122"/>
            <a:ea typeface="KaiTi" panose="02010609060101010101" pitchFamily="49" charset="-122"/>
          </a:endParaRPr>
        </a:p>
      </dsp:txBody>
      <dsp:txXfrm>
        <a:off x="406369" y="1690063"/>
        <a:ext cx="5297204" cy="452844"/>
      </dsp:txXfrm>
    </dsp:sp>
    <dsp:sp modelId="{6347FBE7-6293-2F4C-9176-897316A5DC3E}">
      <dsp:nvSpPr>
        <dsp:cNvPr id="0" name=""/>
        <dsp:cNvSpPr/>
      </dsp:nvSpPr>
      <dsp:spPr>
        <a:xfrm>
          <a:off x="0" y="3008905"/>
          <a:ext cx="7637429" cy="1017450"/>
        </a:xfrm>
        <a:prstGeom prst="rect">
          <a:avLst/>
        </a:prstGeom>
        <a:solidFill>
          <a:schemeClr val="lt1">
            <a:alpha val="90000"/>
            <a:hueOff val="0"/>
            <a:satOff val="0"/>
            <a:lumOff val="0"/>
            <a:alphaOff val="0"/>
          </a:schemeClr>
        </a:solidFill>
        <a:ln w="6350" cap="flat" cmpd="sng" algn="ctr">
          <a:solidFill>
            <a:schemeClr val="accent5">
              <a:hueOff val="-7353344"/>
              <a:satOff val="-10228"/>
              <a:lumOff val="-392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92749" tIns="354076" rIns="592749" bIns="128016"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基线指的是一个配置项在项目生命期的不同时间点上，通过正式评审而进入正式受控的一种状态。</a:t>
          </a:r>
          <a:endParaRPr lang="en-US" altLang="zh-CN" sz="1800" b="0" kern="1200" dirty="0">
            <a:latin typeface="KaiTi" panose="02010609060101010101" pitchFamily="49" charset="-122"/>
            <a:ea typeface="KaiTi" panose="02010609060101010101" pitchFamily="49" charset="-122"/>
          </a:endParaRPr>
        </a:p>
      </dsp:txBody>
      <dsp:txXfrm>
        <a:off x="0" y="3008905"/>
        <a:ext cx="7637429" cy="1017450"/>
      </dsp:txXfrm>
    </dsp:sp>
    <dsp:sp modelId="{129A05A9-8D84-0B49-A7C3-6B5D5511B9AF}">
      <dsp:nvSpPr>
        <dsp:cNvPr id="0" name=""/>
        <dsp:cNvSpPr/>
      </dsp:nvSpPr>
      <dsp:spPr>
        <a:xfrm>
          <a:off x="381871" y="2757985"/>
          <a:ext cx="5346200" cy="501840"/>
        </a:xfrm>
        <a:prstGeom prst="round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2074" tIns="0" rIns="202074" bIns="0" numCol="1" spcCol="1270" anchor="ctr" anchorCtr="0">
          <a:noAutofit/>
        </a:bodyPr>
        <a:lstStyle/>
        <a:p>
          <a:pPr marL="0" lvl="0" indent="0" algn="l" defTabSz="755650">
            <a:lnSpc>
              <a:spcPct val="90000"/>
            </a:lnSpc>
            <a:spcBef>
              <a:spcPct val="0"/>
            </a:spcBef>
            <a:spcAft>
              <a:spcPct val="35000"/>
            </a:spcAft>
            <a:buNone/>
          </a:pPr>
          <a:r>
            <a:rPr lang="zh-CN" altLang="zh-CN" sz="1700" b="0" kern="1200" dirty="0">
              <a:latin typeface="KaiTi" panose="02010609060101010101" pitchFamily="49" charset="-122"/>
              <a:ea typeface="KaiTi" panose="02010609060101010101" pitchFamily="49" charset="-122"/>
            </a:rPr>
            <a:t>基线</a:t>
          </a:r>
          <a:endParaRPr lang="en-US" altLang="zh-CN" sz="1700" b="0" kern="1200" dirty="0">
            <a:latin typeface="KaiTi" panose="02010609060101010101" pitchFamily="49" charset="-122"/>
            <a:ea typeface="KaiTi" panose="02010609060101010101" pitchFamily="49" charset="-122"/>
          </a:endParaRPr>
        </a:p>
      </dsp:txBody>
      <dsp:txXfrm>
        <a:off x="406369" y="2782483"/>
        <a:ext cx="5297204"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40A45-E628-574D-8452-B3AE7CB34E9A}">
      <dsp:nvSpPr>
        <dsp:cNvPr id="0" name=""/>
        <dsp:cNvSpPr/>
      </dsp:nvSpPr>
      <dsp:spPr>
        <a:xfrm>
          <a:off x="838" y="393461"/>
          <a:ext cx="1373093" cy="1373093"/>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KaiTi" panose="02010609060101010101" pitchFamily="49" charset="-122"/>
              <a:ea typeface="KaiTi" panose="02010609060101010101" pitchFamily="49" charset="-122"/>
            </a:rPr>
            <a:t>计划阶段</a:t>
          </a:r>
        </a:p>
      </dsp:txBody>
      <dsp:txXfrm>
        <a:off x="201923" y="594546"/>
        <a:ext cx="970923" cy="970923"/>
      </dsp:txXfrm>
    </dsp:sp>
    <dsp:sp modelId="{EA403AEC-EE1F-394C-8720-C3BD6FA073A2}">
      <dsp:nvSpPr>
        <dsp:cNvPr id="0" name=""/>
        <dsp:cNvSpPr/>
      </dsp:nvSpPr>
      <dsp:spPr>
        <a:xfrm>
          <a:off x="1099313" y="393461"/>
          <a:ext cx="1373093" cy="1373093"/>
        </a:xfrm>
        <a:prstGeom prst="ellipse">
          <a:avLst/>
        </a:prstGeom>
        <a:gradFill rotWithShape="0">
          <a:gsLst>
            <a:gs pos="0">
              <a:schemeClr val="accent5">
                <a:alpha val="50000"/>
                <a:hueOff val="-1470669"/>
                <a:satOff val="-2046"/>
                <a:lumOff val="-784"/>
                <a:alphaOff val="0"/>
                <a:satMod val="103000"/>
                <a:lumMod val="102000"/>
                <a:tint val="94000"/>
              </a:schemeClr>
            </a:gs>
            <a:gs pos="50000">
              <a:schemeClr val="accent5">
                <a:alpha val="50000"/>
                <a:hueOff val="-1470669"/>
                <a:satOff val="-2046"/>
                <a:lumOff val="-784"/>
                <a:alphaOff val="0"/>
                <a:satMod val="110000"/>
                <a:lumMod val="100000"/>
                <a:shade val="100000"/>
              </a:schemeClr>
            </a:gs>
            <a:gs pos="100000">
              <a:schemeClr val="accent5">
                <a:alpha val="50000"/>
                <a:hueOff val="-1470669"/>
                <a:satOff val="-2046"/>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zh-CN" sz="2400" b="0" kern="1200">
              <a:latin typeface="KaiTi" panose="02010609060101010101" pitchFamily="49" charset="-122"/>
              <a:ea typeface="KaiTi" panose="02010609060101010101" pitchFamily="49" charset="-122"/>
            </a:rPr>
            <a:t>需求</a:t>
          </a:r>
          <a:r>
            <a:rPr lang="zh-CN" altLang="zh-CN" sz="2400" b="0" kern="1200" dirty="0">
              <a:latin typeface="KaiTi" panose="02010609060101010101" pitchFamily="49" charset="-122"/>
              <a:ea typeface="KaiTi" panose="02010609060101010101" pitchFamily="49" charset="-122"/>
            </a:rPr>
            <a:t>分析阶段</a:t>
          </a:r>
        </a:p>
      </dsp:txBody>
      <dsp:txXfrm>
        <a:off x="1300398" y="594546"/>
        <a:ext cx="970923" cy="970923"/>
      </dsp:txXfrm>
    </dsp:sp>
    <dsp:sp modelId="{8D5A05D0-FFF8-7545-A34E-56A306D38CC1}">
      <dsp:nvSpPr>
        <dsp:cNvPr id="0" name=""/>
        <dsp:cNvSpPr/>
      </dsp:nvSpPr>
      <dsp:spPr>
        <a:xfrm>
          <a:off x="2197787" y="393461"/>
          <a:ext cx="1373093" cy="1373093"/>
        </a:xfrm>
        <a:prstGeom prst="ellipse">
          <a:avLst/>
        </a:prstGeom>
        <a:gradFill rotWithShape="0">
          <a:gsLst>
            <a:gs pos="0">
              <a:schemeClr val="accent5">
                <a:alpha val="50000"/>
                <a:hueOff val="-2941338"/>
                <a:satOff val="-4091"/>
                <a:lumOff val="-1569"/>
                <a:alphaOff val="0"/>
                <a:satMod val="103000"/>
                <a:lumMod val="102000"/>
                <a:tint val="94000"/>
              </a:schemeClr>
            </a:gs>
            <a:gs pos="50000">
              <a:schemeClr val="accent5">
                <a:alpha val="50000"/>
                <a:hueOff val="-2941338"/>
                <a:satOff val="-4091"/>
                <a:lumOff val="-1569"/>
                <a:alphaOff val="0"/>
                <a:satMod val="110000"/>
                <a:lumMod val="100000"/>
                <a:shade val="100000"/>
              </a:schemeClr>
            </a:gs>
            <a:gs pos="100000">
              <a:schemeClr val="accent5">
                <a:alpha val="50000"/>
                <a:hueOff val="-2941338"/>
                <a:satOff val="-4091"/>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KaiTi" panose="02010609060101010101" pitchFamily="49" charset="-122"/>
              <a:ea typeface="KaiTi" panose="02010609060101010101" pitchFamily="49" charset="-122"/>
            </a:rPr>
            <a:t>软件设计阶段</a:t>
          </a:r>
        </a:p>
      </dsp:txBody>
      <dsp:txXfrm>
        <a:off x="2398872" y="594546"/>
        <a:ext cx="970923" cy="970923"/>
      </dsp:txXfrm>
    </dsp:sp>
    <dsp:sp modelId="{4452A764-182B-0041-BB8C-47F1A3A2B06E}">
      <dsp:nvSpPr>
        <dsp:cNvPr id="0" name=""/>
        <dsp:cNvSpPr/>
      </dsp:nvSpPr>
      <dsp:spPr>
        <a:xfrm>
          <a:off x="3296262" y="393461"/>
          <a:ext cx="1373093" cy="1373093"/>
        </a:xfrm>
        <a:prstGeom prst="ellipse">
          <a:avLst/>
        </a:prstGeom>
        <a:gradFill rotWithShape="0">
          <a:gsLst>
            <a:gs pos="0">
              <a:schemeClr val="accent5">
                <a:alpha val="50000"/>
                <a:hueOff val="-4412007"/>
                <a:satOff val="-6137"/>
                <a:lumOff val="-2353"/>
                <a:alphaOff val="0"/>
                <a:satMod val="103000"/>
                <a:lumMod val="102000"/>
                <a:tint val="94000"/>
              </a:schemeClr>
            </a:gs>
            <a:gs pos="50000">
              <a:schemeClr val="accent5">
                <a:alpha val="50000"/>
                <a:hueOff val="-4412007"/>
                <a:satOff val="-6137"/>
                <a:lumOff val="-2353"/>
                <a:alphaOff val="0"/>
                <a:satMod val="110000"/>
                <a:lumMod val="100000"/>
                <a:shade val="100000"/>
              </a:schemeClr>
            </a:gs>
            <a:gs pos="100000">
              <a:schemeClr val="accent5">
                <a:alpha val="50000"/>
                <a:hueOff val="-4412007"/>
                <a:satOff val="-613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KaiTi" panose="02010609060101010101" pitchFamily="49" charset="-122"/>
              <a:ea typeface="KaiTi" panose="02010609060101010101" pitchFamily="49" charset="-122"/>
            </a:rPr>
            <a:t>编码阶段</a:t>
          </a:r>
        </a:p>
      </dsp:txBody>
      <dsp:txXfrm>
        <a:off x="3497347" y="594546"/>
        <a:ext cx="970923" cy="970923"/>
      </dsp:txXfrm>
    </dsp:sp>
    <dsp:sp modelId="{83E88F3E-A9ED-0B4D-806F-A10DFC4A4FEF}">
      <dsp:nvSpPr>
        <dsp:cNvPr id="0" name=""/>
        <dsp:cNvSpPr/>
      </dsp:nvSpPr>
      <dsp:spPr>
        <a:xfrm>
          <a:off x="4394737" y="393461"/>
          <a:ext cx="1373093" cy="1373093"/>
        </a:xfrm>
        <a:prstGeom prst="ellipse">
          <a:avLst/>
        </a:prstGeom>
        <a:gradFill rotWithShape="0">
          <a:gsLst>
            <a:gs pos="0">
              <a:schemeClr val="accent5">
                <a:alpha val="50000"/>
                <a:hueOff val="-5882676"/>
                <a:satOff val="-8182"/>
                <a:lumOff val="-3138"/>
                <a:alphaOff val="0"/>
                <a:satMod val="103000"/>
                <a:lumMod val="102000"/>
                <a:tint val="94000"/>
              </a:schemeClr>
            </a:gs>
            <a:gs pos="50000">
              <a:schemeClr val="accent5">
                <a:alpha val="50000"/>
                <a:hueOff val="-5882676"/>
                <a:satOff val="-8182"/>
                <a:lumOff val="-3138"/>
                <a:alphaOff val="0"/>
                <a:satMod val="110000"/>
                <a:lumMod val="100000"/>
                <a:shade val="100000"/>
              </a:schemeClr>
            </a:gs>
            <a:gs pos="100000">
              <a:schemeClr val="accent5">
                <a:alpha val="50000"/>
                <a:hueOff val="-5882676"/>
                <a:satOff val="-8182"/>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KaiTi" panose="02010609060101010101" pitchFamily="49" charset="-122"/>
              <a:ea typeface="KaiTi" panose="02010609060101010101" pitchFamily="49" charset="-122"/>
            </a:rPr>
            <a:t>测试阶段</a:t>
          </a:r>
        </a:p>
      </dsp:txBody>
      <dsp:txXfrm>
        <a:off x="4595822" y="594546"/>
        <a:ext cx="970923" cy="970923"/>
      </dsp:txXfrm>
    </dsp:sp>
    <dsp:sp modelId="{EE476A54-7819-B940-A2CC-7BE2345FAC12}">
      <dsp:nvSpPr>
        <dsp:cNvPr id="0" name=""/>
        <dsp:cNvSpPr/>
      </dsp:nvSpPr>
      <dsp:spPr>
        <a:xfrm>
          <a:off x="5493212" y="393461"/>
          <a:ext cx="1373093" cy="1373093"/>
        </a:xfrm>
        <a:prstGeom prst="ellipse">
          <a:avLst/>
        </a:prstGeom>
        <a:gradFill rotWithShape="0">
          <a:gsLst>
            <a:gs pos="0">
              <a:schemeClr val="accent5">
                <a:alpha val="50000"/>
                <a:hueOff val="-7353344"/>
                <a:satOff val="-10228"/>
                <a:lumOff val="-3922"/>
                <a:alphaOff val="0"/>
                <a:satMod val="103000"/>
                <a:lumMod val="102000"/>
                <a:tint val="94000"/>
              </a:schemeClr>
            </a:gs>
            <a:gs pos="50000">
              <a:schemeClr val="accent5">
                <a:alpha val="50000"/>
                <a:hueOff val="-7353344"/>
                <a:satOff val="-10228"/>
                <a:lumOff val="-3922"/>
                <a:alphaOff val="0"/>
                <a:satMod val="110000"/>
                <a:lumMod val="100000"/>
                <a:shade val="100000"/>
              </a:schemeClr>
            </a:gs>
            <a:gs pos="100000">
              <a:schemeClr val="accent5">
                <a:alpha val="50000"/>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75566" tIns="30480" rIns="75566" bIns="30480" numCol="1" spcCol="1270" anchor="ctr" anchorCtr="0">
          <a:noAutofit/>
        </a:bodyPr>
        <a:lstStyle/>
        <a:p>
          <a:pPr marL="0" lvl="0" indent="0" algn="ctr" defTabSz="1066800">
            <a:lnSpc>
              <a:spcPct val="90000"/>
            </a:lnSpc>
            <a:spcBef>
              <a:spcPct val="0"/>
            </a:spcBef>
            <a:spcAft>
              <a:spcPct val="35000"/>
            </a:spcAft>
            <a:buNone/>
          </a:pPr>
          <a:r>
            <a:rPr lang="zh-CN" altLang="zh-CN" sz="2400" b="0" kern="1200" dirty="0">
              <a:latin typeface="KaiTi" panose="02010609060101010101" pitchFamily="49" charset="-122"/>
              <a:ea typeface="KaiTi" panose="02010609060101010101" pitchFamily="49" charset="-122"/>
            </a:rPr>
            <a:t>运行维护阶段</a:t>
          </a:r>
          <a:endParaRPr lang="en-US" altLang="zh-CN" sz="2400" b="0" kern="1200" dirty="0">
            <a:latin typeface="KaiTi" panose="02010609060101010101" pitchFamily="49" charset="-122"/>
            <a:ea typeface="KaiTi" panose="02010609060101010101" pitchFamily="49" charset="-122"/>
          </a:endParaRPr>
        </a:p>
      </dsp:txBody>
      <dsp:txXfrm>
        <a:off x="5694297" y="594546"/>
        <a:ext cx="970923" cy="9709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40A45-E628-574D-8452-B3AE7CB34E9A}">
      <dsp:nvSpPr>
        <dsp:cNvPr id="0" name=""/>
        <dsp:cNvSpPr/>
      </dsp:nvSpPr>
      <dsp:spPr>
        <a:xfrm>
          <a:off x="1010958" y="489"/>
          <a:ext cx="969045" cy="969045"/>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计划阶段</a:t>
          </a:r>
        </a:p>
      </dsp:txBody>
      <dsp:txXfrm>
        <a:off x="1152871" y="142402"/>
        <a:ext cx="685219" cy="685219"/>
      </dsp:txXfrm>
    </dsp:sp>
    <dsp:sp modelId="{EA403AEC-EE1F-394C-8720-C3BD6FA073A2}">
      <dsp:nvSpPr>
        <dsp:cNvPr id="0" name=""/>
        <dsp:cNvSpPr/>
      </dsp:nvSpPr>
      <dsp:spPr>
        <a:xfrm>
          <a:off x="1786195" y="489"/>
          <a:ext cx="969045" cy="969045"/>
        </a:xfrm>
        <a:prstGeom prst="ellipse">
          <a:avLst/>
        </a:prstGeom>
        <a:gradFill rotWithShape="0">
          <a:gsLst>
            <a:gs pos="0">
              <a:schemeClr val="accent5">
                <a:alpha val="50000"/>
                <a:hueOff val="-1470669"/>
                <a:satOff val="-2046"/>
                <a:lumOff val="-784"/>
                <a:alphaOff val="0"/>
                <a:satMod val="103000"/>
                <a:lumMod val="102000"/>
                <a:tint val="94000"/>
              </a:schemeClr>
            </a:gs>
            <a:gs pos="50000">
              <a:schemeClr val="accent5">
                <a:alpha val="50000"/>
                <a:hueOff val="-1470669"/>
                <a:satOff val="-2046"/>
                <a:lumOff val="-784"/>
                <a:alphaOff val="0"/>
                <a:satMod val="110000"/>
                <a:lumMod val="100000"/>
                <a:shade val="100000"/>
              </a:schemeClr>
            </a:gs>
            <a:gs pos="100000">
              <a:schemeClr val="accent5">
                <a:alpha val="50000"/>
                <a:hueOff val="-1470669"/>
                <a:satOff val="-2046"/>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a:latin typeface="KaiTi" panose="02010609060101010101" pitchFamily="49" charset="-122"/>
              <a:ea typeface="KaiTi" panose="02010609060101010101" pitchFamily="49" charset="-122"/>
            </a:rPr>
            <a:t>需求</a:t>
          </a:r>
          <a:r>
            <a:rPr lang="zh-CN" altLang="zh-CN" sz="1800" b="0" kern="1200" dirty="0">
              <a:latin typeface="KaiTi" panose="02010609060101010101" pitchFamily="49" charset="-122"/>
              <a:ea typeface="KaiTi" panose="02010609060101010101" pitchFamily="49" charset="-122"/>
            </a:rPr>
            <a:t>分析阶段</a:t>
          </a:r>
        </a:p>
      </dsp:txBody>
      <dsp:txXfrm>
        <a:off x="1928108" y="142402"/>
        <a:ext cx="685219" cy="685219"/>
      </dsp:txXfrm>
    </dsp:sp>
    <dsp:sp modelId="{8D5A05D0-FFF8-7545-A34E-56A306D38CC1}">
      <dsp:nvSpPr>
        <dsp:cNvPr id="0" name=""/>
        <dsp:cNvSpPr/>
      </dsp:nvSpPr>
      <dsp:spPr>
        <a:xfrm>
          <a:off x="2561431" y="489"/>
          <a:ext cx="969045" cy="969045"/>
        </a:xfrm>
        <a:prstGeom prst="ellipse">
          <a:avLst/>
        </a:prstGeom>
        <a:gradFill rotWithShape="0">
          <a:gsLst>
            <a:gs pos="0">
              <a:schemeClr val="accent5">
                <a:alpha val="50000"/>
                <a:hueOff val="-2941338"/>
                <a:satOff val="-4091"/>
                <a:lumOff val="-1569"/>
                <a:alphaOff val="0"/>
                <a:satMod val="103000"/>
                <a:lumMod val="102000"/>
                <a:tint val="94000"/>
              </a:schemeClr>
            </a:gs>
            <a:gs pos="50000">
              <a:schemeClr val="accent5">
                <a:alpha val="50000"/>
                <a:hueOff val="-2941338"/>
                <a:satOff val="-4091"/>
                <a:lumOff val="-1569"/>
                <a:alphaOff val="0"/>
                <a:satMod val="110000"/>
                <a:lumMod val="100000"/>
                <a:shade val="100000"/>
              </a:schemeClr>
            </a:gs>
            <a:gs pos="100000">
              <a:schemeClr val="accent5">
                <a:alpha val="50000"/>
                <a:hueOff val="-2941338"/>
                <a:satOff val="-4091"/>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软件设计阶段</a:t>
          </a:r>
        </a:p>
      </dsp:txBody>
      <dsp:txXfrm>
        <a:off x="2703344" y="142402"/>
        <a:ext cx="685219" cy="685219"/>
      </dsp:txXfrm>
    </dsp:sp>
    <dsp:sp modelId="{4452A764-182B-0041-BB8C-47F1A3A2B06E}">
      <dsp:nvSpPr>
        <dsp:cNvPr id="0" name=""/>
        <dsp:cNvSpPr/>
      </dsp:nvSpPr>
      <dsp:spPr>
        <a:xfrm>
          <a:off x="3336667" y="489"/>
          <a:ext cx="969045" cy="969045"/>
        </a:xfrm>
        <a:prstGeom prst="ellipse">
          <a:avLst/>
        </a:prstGeom>
        <a:gradFill rotWithShape="0">
          <a:gsLst>
            <a:gs pos="0">
              <a:schemeClr val="accent5">
                <a:alpha val="50000"/>
                <a:hueOff val="-4412007"/>
                <a:satOff val="-6137"/>
                <a:lumOff val="-2353"/>
                <a:alphaOff val="0"/>
                <a:satMod val="103000"/>
                <a:lumMod val="102000"/>
                <a:tint val="94000"/>
              </a:schemeClr>
            </a:gs>
            <a:gs pos="50000">
              <a:schemeClr val="accent5">
                <a:alpha val="50000"/>
                <a:hueOff val="-4412007"/>
                <a:satOff val="-6137"/>
                <a:lumOff val="-2353"/>
                <a:alphaOff val="0"/>
                <a:satMod val="110000"/>
                <a:lumMod val="100000"/>
                <a:shade val="100000"/>
              </a:schemeClr>
            </a:gs>
            <a:gs pos="100000">
              <a:schemeClr val="accent5">
                <a:alpha val="50000"/>
                <a:hueOff val="-4412007"/>
                <a:satOff val="-613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编码阶段</a:t>
          </a:r>
        </a:p>
      </dsp:txBody>
      <dsp:txXfrm>
        <a:off x="3478580" y="142402"/>
        <a:ext cx="685219" cy="685219"/>
      </dsp:txXfrm>
    </dsp:sp>
    <dsp:sp modelId="{83E88F3E-A9ED-0B4D-806F-A10DFC4A4FEF}">
      <dsp:nvSpPr>
        <dsp:cNvPr id="0" name=""/>
        <dsp:cNvSpPr/>
      </dsp:nvSpPr>
      <dsp:spPr>
        <a:xfrm>
          <a:off x="4111903" y="489"/>
          <a:ext cx="969045" cy="969045"/>
        </a:xfrm>
        <a:prstGeom prst="ellipse">
          <a:avLst/>
        </a:prstGeom>
        <a:gradFill rotWithShape="0">
          <a:gsLst>
            <a:gs pos="0">
              <a:schemeClr val="accent5">
                <a:alpha val="50000"/>
                <a:hueOff val="-5882676"/>
                <a:satOff val="-8182"/>
                <a:lumOff val="-3138"/>
                <a:alphaOff val="0"/>
                <a:satMod val="103000"/>
                <a:lumMod val="102000"/>
                <a:tint val="94000"/>
              </a:schemeClr>
            </a:gs>
            <a:gs pos="50000">
              <a:schemeClr val="accent5">
                <a:alpha val="50000"/>
                <a:hueOff val="-5882676"/>
                <a:satOff val="-8182"/>
                <a:lumOff val="-3138"/>
                <a:alphaOff val="0"/>
                <a:satMod val="110000"/>
                <a:lumMod val="100000"/>
                <a:shade val="100000"/>
              </a:schemeClr>
            </a:gs>
            <a:gs pos="100000">
              <a:schemeClr val="accent5">
                <a:alpha val="50000"/>
                <a:hueOff val="-5882676"/>
                <a:satOff val="-8182"/>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测试阶段</a:t>
          </a:r>
        </a:p>
      </dsp:txBody>
      <dsp:txXfrm>
        <a:off x="4253816" y="142402"/>
        <a:ext cx="685219" cy="685219"/>
      </dsp:txXfrm>
    </dsp:sp>
    <dsp:sp modelId="{EE476A54-7819-B940-A2CC-7BE2345FAC12}">
      <dsp:nvSpPr>
        <dsp:cNvPr id="0" name=""/>
        <dsp:cNvSpPr/>
      </dsp:nvSpPr>
      <dsp:spPr>
        <a:xfrm>
          <a:off x="4887139" y="489"/>
          <a:ext cx="969045" cy="969045"/>
        </a:xfrm>
        <a:prstGeom prst="ellipse">
          <a:avLst/>
        </a:prstGeom>
        <a:gradFill rotWithShape="0">
          <a:gsLst>
            <a:gs pos="0">
              <a:schemeClr val="accent5">
                <a:alpha val="50000"/>
                <a:hueOff val="-7353344"/>
                <a:satOff val="-10228"/>
                <a:lumOff val="-3922"/>
                <a:alphaOff val="0"/>
                <a:satMod val="103000"/>
                <a:lumMod val="102000"/>
                <a:tint val="94000"/>
              </a:schemeClr>
            </a:gs>
            <a:gs pos="50000">
              <a:schemeClr val="accent5">
                <a:alpha val="50000"/>
                <a:hueOff val="-7353344"/>
                <a:satOff val="-10228"/>
                <a:lumOff val="-3922"/>
                <a:alphaOff val="0"/>
                <a:satMod val="110000"/>
                <a:lumMod val="100000"/>
                <a:shade val="100000"/>
              </a:schemeClr>
            </a:gs>
            <a:gs pos="100000">
              <a:schemeClr val="accent5">
                <a:alpha val="50000"/>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dirty="0">
              <a:latin typeface="KaiTi" panose="02010609060101010101" pitchFamily="49" charset="-122"/>
              <a:ea typeface="KaiTi" panose="02010609060101010101" pitchFamily="49" charset="-122"/>
            </a:rPr>
            <a:t>运行维护阶段</a:t>
          </a:r>
          <a:endParaRPr lang="en-US" altLang="zh-CN" sz="1800" b="0" kern="1200" dirty="0">
            <a:latin typeface="KaiTi" panose="02010609060101010101" pitchFamily="49" charset="-122"/>
            <a:ea typeface="KaiTi" panose="02010609060101010101" pitchFamily="49" charset="-122"/>
          </a:endParaRPr>
        </a:p>
      </dsp:txBody>
      <dsp:txXfrm>
        <a:off x="5029052" y="142402"/>
        <a:ext cx="685219" cy="6852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40A45-E628-574D-8452-B3AE7CB34E9A}">
      <dsp:nvSpPr>
        <dsp:cNvPr id="0" name=""/>
        <dsp:cNvSpPr/>
      </dsp:nvSpPr>
      <dsp:spPr>
        <a:xfrm>
          <a:off x="1010958" y="489"/>
          <a:ext cx="969045" cy="969045"/>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计划阶段</a:t>
          </a:r>
        </a:p>
      </dsp:txBody>
      <dsp:txXfrm>
        <a:off x="1152871" y="142402"/>
        <a:ext cx="685219" cy="685219"/>
      </dsp:txXfrm>
    </dsp:sp>
    <dsp:sp modelId="{EA403AEC-EE1F-394C-8720-C3BD6FA073A2}">
      <dsp:nvSpPr>
        <dsp:cNvPr id="0" name=""/>
        <dsp:cNvSpPr/>
      </dsp:nvSpPr>
      <dsp:spPr>
        <a:xfrm>
          <a:off x="1786195" y="489"/>
          <a:ext cx="969045" cy="969045"/>
        </a:xfrm>
        <a:prstGeom prst="ellipse">
          <a:avLst/>
        </a:prstGeom>
        <a:gradFill rotWithShape="0">
          <a:gsLst>
            <a:gs pos="0">
              <a:schemeClr val="accent5">
                <a:alpha val="50000"/>
                <a:hueOff val="-1470669"/>
                <a:satOff val="-2046"/>
                <a:lumOff val="-784"/>
                <a:alphaOff val="0"/>
                <a:satMod val="103000"/>
                <a:lumMod val="102000"/>
                <a:tint val="94000"/>
              </a:schemeClr>
            </a:gs>
            <a:gs pos="50000">
              <a:schemeClr val="accent5">
                <a:alpha val="50000"/>
                <a:hueOff val="-1470669"/>
                <a:satOff val="-2046"/>
                <a:lumOff val="-784"/>
                <a:alphaOff val="0"/>
                <a:satMod val="110000"/>
                <a:lumMod val="100000"/>
                <a:shade val="100000"/>
              </a:schemeClr>
            </a:gs>
            <a:gs pos="100000">
              <a:schemeClr val="accent5">
                <a:alpha val="50000"/>
                <a:hueOff val="-1470669"/>
                <a:satOff val="-2046"/>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a:latin typeface="KaiTi" panose="02010609060101010101" pitchFamily="49" charset="-122"/>
              <a:ea typeface="KaiTi" panose="02010609060101010101" pitchFamily="49" charset="-122"/>
            </a:rPr>
            <a:t>需求</a:t>
          </a:r>
          <a:r>
            <a:rPr lang="zh-CN" altLang="zh-CN" sz="1800" b="0" kern="1200" dirty="0">
              <a:latin typeface="KaiTi" panose="02010609060101010101" pitchFamily="49" charset="-122"/>
              <a:ea typeface="KaiTi" panose="02010609060101010101" pitchFamily="49" charset="-122"/>
            </a:rPr>
            <a:t>分析阶段</a:t>
          </a:r>
        </a:p>
      </dsp:txBody>
      <dsp:txXfrm>
        <a:off x="1928108" y="142402"/>
        <a:ext cx="685219" cy="685219"/>
      </dsp:txXfrm>
    </dsp:sp>
    <dsp:sp modelId="{8D5A05D0-FFF8-7545-A34E-56A306D38CC1}">
      <dsp:nvSpPr>
        <dsp:cNvPr id="0" name=""/>
        <dsp:cNvSpPr/>
      </dsp:nvSpPr>
      <dsp:spPr>
        <a:xfrm>
          <a:off x="2561431" y="489"/>
          <a:ext cx="969045" cy="969045"/>
        </a:xfrm>
        <a:prstGeom prst="ellipse">
          <a:avLst/>
        </a:prstGeom>
        <a:gradFill rotWithShape="0">
          <a:gsLst>
            <a:gs pos="0">
              <a:schemeClr val="accent5">
                <a:alpha val="50000"/>
                <a:hueOff val="-2941338"/>
                <a:satOff val="-4091"/>
                <a:lumOff val="-1569"/>
                <a:alphaOff val="0"/>
                <a:satMod val="103000"/>
                <a:lumMod val="102000"/>
                <a:tint val="94000"/>
              </a:schemeClr>
            </a:gs>
            <a:gs pos="50000">
              <a:schemeClr val="accent5">
                <a:alpha val="50000"/>
                <a:hueOff val="-2941338"/>
                <a:satOff val="-4091"/>
                <a:lumOff val="-1569"/>
                <a:alphaOff val="0"/>
                <a:satMod val="110000"/>
                <a:lumMod val="100000"/>
                <a:shade val="100000"/>
              </a:schemeClr>
            </a:gs>
            <a:gs pos="100000">
              <a:schemeClr val="accent5">
                <a:alpha val="50000"/>
                <a:hueOff val="-2941338"/>
                <a:satOff val="-4091"/>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软件设计阶段</a:t>
          </a:r>
        </a:p>
      </dsp:txBody>
      <dsp:txXfrm>
        <a:off x="2703344" y="142402"/>
        <a:ext cx="685219" cy="685219"/>
      </dsp:txXfrm>
    </dsp:sp>
    <dsp:sp modelId="{4452A764-182B-0041-BB8C-47F1A3A2B06E}">
      <dsp:nvSpPr>
        <dsp:cNvPr id="0" name=""/>
        <dsp:cNvSpPr/>
      </dsp:nvSpPr>
      <dsp:spPr>
        <a:xfrm>
          <a:off x="3336667" y="489"/>
          <a:ext cx="969045" cy="969045"/>
        </a:xfrm>
        <a:prstGeom prst="ellipse">
          <a:avLst/>
        </a:prstGeom>
        <a:gradFill rotWithShape="0">
          <a:gsLst>
            <a:gs pos="0">
              <a:schemeClr val="accent5">
                <a:alpha val="50000"/>
                <a:hueOff val="-4412007"/>
                <a:satOff val="-6137"/>
                <a:lumOff val="-2353"/>
                <a:alphaOff val="0"/>
                <a:satMod val="103000"/>
                <a:lumMod val="102000"/>
                <a:tint val="94000"/>
              </a:schemeClr>
            </a:gs>
            <a:gs pos="50000">
              <a:schemeClr val="accent5">
                <a:alpha val="50000"/>
                <a:hueOff val="-4412007"/>
                <a:satOff val="-6137"/>
                <a:lumOff val="-2353"/>
                <a:alphaOff val="0"/>
                <a:satMod val="110000"/>
                <a:lumMod val="100000"/>
                <a:shade val="100000"/>
              </a:schemeClr>
            </a:gs>
            <a:gs pos="100000">
              <a:schemeClr val="accent5">
                <a:alpha val="50000"/>
                <a:hueOff val="-4412007"/>
                <a:satOff val="-613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编码阶段</a:t>
          </a:r>
        </a:p>
      </dsp:txBody>
      <dsp:txXfrm>
        <a:off x="3478580" y="142402"/>
        <a:ext cx="685219" cy="685219"/>
      </dsp:txXfrm>
    </dsp:sp>
    <dsp:sp modelId="{83E88F3E-A9ED-0B4D-806F-A10DFC4A4FEF}">
      <dsp:nvSpPr>
        <dsp:cNvPr id="0" name=""/>
        <dsp:cNvSpPr/>
      </dsp:nvSpPr>
      <dsp:spPr>
        <a:xfrm>
          <a:off x="4111903" y="489"/>
          <a:ext cx="969045" cy="969045"/>
        </a:xfrm>
        <a:prstGeom prst="ellipse">
          <a:avLst/>
        </a:prstGeom>
        <a:gradFill rotWithShape="0">
          <a:gsLst>
            <a:gs pos="0">
              <a:schemeClr val="accent5">
                <a:alpha val="50000"/>
                <a:hueOff val="-5882676"/>
                <a:satOff val="-8182"/>
                <a:lumOff val="-3138"/>
                <a:alphaOff val="0"/>
                <a:satMod val="103000"/>
                <a:lumMod val="102000"/>
                <a:tint val="94000"/>
              </a:schemeClr>
            </a:gs>
            <a:gs pos="50000">
              <a:schemeClr val="accent5">
                <a:alpha val="50000"/>
                <a:hueOff val="-5882676"/>
                <a:satOff val="-8182"/>
                <a:lumOff val="-3138"/>
                <a:alphaOff val="0"/>
                <a:satMod val="110000"/>
                <a:lumMod val="100000"/>
                <a:shade val="100000"/>
              </a:schemeClr>
            </a:gs>
            <a:gs pos="100000">
              <a:schemeClr val="accent5">
                <a:alpha val="50000"/>
                <a:hueOff val="-5882676"/>
                <a:satOff val="-8182"/>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测试阶段</a:t>
          </a:r>
        </a:p>
      </dsp:txBody>
      <dsp:txXfrm>
        <a:off x="4253816" y="142402"/>
        <a:ext cx="685219" cy="685219"/>
      </dsp:txXfrm>
    </dsp:sp>
    <dsp:sp modelId="{EE476A54-7819-B940-A2CC-7BE2345FAC12}">
      <dsp:nvSpPr>
        <dsp:cNvPr id="0" name=""/>
        <dsp:cNvSpPr/>
      </dsp:nvSpPr>
      <dsp:spPr>
        <a:xfrm>
          <a:off x="4887139" y="489"/>
          <a:ext cx="969045" cy="969045"/>
        </a:xfrm>
        <a:prstGeom prst="ellipse">
          <a:avLst/>
        </a:prstGeom>
        <a:gradFill rotWithShape="0">
          <a:gsLst>
            <a:gs pos="0">
              <a:schemeClr val="accent5">
                <a:alpha val="50000"/>
                <a:hueOff val="-7353344"/>
                <a:satOff val="-10228"/>
                <a:lumOff val="-3922"/>
                <a:alphaOff val="0"/>
                <a:satMod val="103000"/>
                <a:lumMod val="102000"/>
                <a:tint val="94000"/>
              </a:schemeClr>
            </a:gs>
            <a:gs pos="50000">
              <a:schemeClr val="accent5">
                <a:alpha val="50000"/>
                <a:hueOff val="-7353344"/>
                <a:satOff val="-10228"/>
                <a:lumOff val="-3922"/>
                <a:alphaOff val="0"/>
                <a:satMod val="110000"/>
                <a:lumMod val="100000"/>
                <a:shade val="100000"/>
              </a:schemeClr>
            </a:gs>
            <a:gs pos="100000">
              <a:schemeClr val="accent5">
                <a:alpha val="50000"/>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dirty="0">
              <a:latin typeface="KaiTi" panose="02010609060101010101" pitchFamily="49" charset="-122"/>
              <a:ea typeface="KaiTi" panose="02010609060101010101" pitchFamily="49" charset="-122"/>
            </a:rPr>
            <a:t>运行维护阶段</a:t>
          </a:r>
          <a:endParaRPr lang="en-US" altLang="zh-CN" sz="1800" b="0" kern="1200" dirty="0">
            <a:latin typeface="KaiTi" panose="02010609060101010101" pitchFamily="49" charset="-122"/>
            <a:ea typeface="KaiTi" panose="02010609060101010101" pitchFamily="49" charset="-122"/>
          </a:endParaRPr>
        </a:p>
      </dsp:txBody>
      <dsp:txXfrm>
        <a:off x="5029052" y="142402"/>
        <a:ext cx="685219" cy="6852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40A45-E628-574D-8452-B3AE7CB34E9A}">
      <dsp:nvSpPr>
        <dsp:cNvPr id="0" name=""/>
        <dsp:cNvSpPr/>
      </dsp:nvSpPr>
      <dsp:spPr>
        <a:xfrm>
          <a:off x="1010958" y="489"/>
          <a:ext cx="969045" cy="969045"/>
        </a:xfrm>
        <a:prstGeom prst="ellipse">
          <a:avLst/>
        </a:prstGeom>
        <a:gradFill rotWithShape="0">
          <a:gsLst>
            <a:gs pos="0">
              <a:schemeClr val="accent5">
                <a:alpha val="50000"/>
                <a:hueOff val="0"/>
                <a:satOff val="0"/>
                <a:lumOff val="0"/>
                <a:alphaOff val="0"/>
                <a:satMod val="103000"/>
                <a:lumMod val="102000"/>
                <a:tint val="94000"/>
              </a:schemeClr>
            </a:gs>
            <a:gs pos="50000">
              <a:schemeClr val="accent5">
                <a:alpha val="50000"/>
                <a:hueOff val="0"/>
                <a:satOff val="0"/>
                <a:lumOff val="0"/>
                <a:alphaOff val="0"/>
                <a:satMod val="110000"/>
                <a:lumMod val="100000"/>
                <a:shade val="100000"/>
              </a:schemeClr>
            </a:gs>
            <a:gs pos="100000">
              <a:schemeClr val="accent5">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计划阶段</a:t>
          </a:r>
        </a:p>
      </dsp:txBody>
      <dsp:txXfrm>
        <a:off x="1152871" y="142402"/>
        <a:ext cx="685219" cy="685219"/>
      </dsp:txXfrm>
    </dsp:sp>
    <dsp:sp modelId="{EA403AEC-EE1F-394C-8720-C3BD6FA073A2}">
      <dsp:nvSpPr>
        <dsp:cNvPr id="0" name=""/>
        <dsp:cNvSpPr/>
      </dsp:nvSpPr>
      <dsp:spPr>
        <a:xfrm>
          <a:off x="1786195" y="489"/>
          <a:ext cx="969045" cy="969045"/>
        </a:xfrm>
        <a:prstGeom prst="ellipse">
          <a:avLst/>
        </a:prstGeom>
        <a:gradFill rotWithShape="0">
          <a:gsLst>
            <a:gs pos="0">
              <a:schemeClr val="accent5">
                <a:alpha val="50000"/>
                <a:hueOff val="-1470669"/>
                <a:satOff val="-2046"/>
                <a:lumOff val="-784"/>
                <a:alphaOff val="0"/>
                <a:satMod val="103000"/>
                <a:lumMod val="102000"/>
                <a:tint val="94000"/>
              </a:schemeClr>
            </a:gs>
            <a:gs pos="50000">
              <a:schemeClr val="accent5">
                <a:alpha val="50000"/>
                <a:hueOff val="-1470669"/>
                <a:satOff val="-2046"/>
                <a:lumOff val="-784"/>
                <a:alphaOff val="0"/>
                <a:satMod val="110000"/>
                <a:lumMod val="100000"/>
                <a:shade val="100000"/>
              </a:schemeClr>
            </a:gs>
            <a:gs pos="100000">
              <a:schemeClr val="accent5">
                <a:alpha val="50000"/>
                <a:hueOff val="-1470669"/>
                <a:satOff val="-2046"/>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a:latin typeface="KaiTi" panose="02010609060101010101" pitchFamily="49" charset="-122"/>
              <a:ea typeface="KaiTi" panose="02010609060101010101" pitchFamily="49" charset="-122"/>
            </a:rPr>
            <a:t>需求</a:t>
          </a:r>
          <a:r>
            <a:rPr lang="zh-CN" altLang="zh-CN" sz="1800" b="0" kern="1200" dirty="0">
              <a:latin typeface="KaiTi" panose="02010609060101010101" pitchFamily="49" charset="-122"/>
              <a:ea typeface="KaiTi" panose="02010609060101010101" pitchFamily="49" charset="-122"/>
            </a:rPr>
            <a:t>分析阶段</a:t>
          </a:r>
        </a:p>
      </dsp:txBody>
      <dsp:txXfrm>
        <a:off x="1928108" y="142402"/>
        <a:ext cx="685219" cy="685219"/>
      </dsp:txXfrm>
    </dsp:sp>
    <dsp:sp modelId="{8D5A05D0-FFF8-7545-A34E-56A306D38CC1}">
      <dsp:nvSpPr>
        <dsp:cNvPr id="0" name=""/>
        <dsp:cNvSpPr/>
      </dsp:nvSpPr>
      <dsp:spPr>
        <a:xfrm>
          <a:off x="2561431" y="489"/>
          <a:ext cx="969045" cy="969045"/>
        </a:xfrm>
        <a:prstGeom prst="ellipse">
          <a:avLst/>
        </a:prstGeom>
        <a:gradFill rotWithShape="0">
          <a:gsLst>
            <a:gs pos="0">
              <a:schemeClr val="accent5">
                <a:alpha val="50000"/>
                <a:hueOff val="-2941338"/>
                <a:satOff val="-4091"/>
                <a:lumOff val="-1569"/>
                <a:alphaOff val="0"/>
                <a:satMod val="103000"/>
                <a:lumMod val="102000"/>
                <a:tint val="94000"/>
              </a:schemeClr>
            </a:gs>
            <a:gs pos="50000">
              <a:schemeClr val="accent5">
                <a:alpha val="50000"/>
                <a:hueOff val="-2941338"/>
                <a:satOff val="-4091"/>
                <a:lumOff val="-1569"/>
                <a:alphaOff val="0"/>
                <a:satMod val="110000"/>
                <a:lumMod val="100000"/>
                <a:shade val="100000"/>
              </a:schemeClr>
            </a:gs>
            <a:gs pos="100000">
              <a:schemeClr val="accent5">
                <a:alpha val="50000"/>
                <a:hueOff val="-2941338"/>
                <a:satOff val="-4091"/>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软件设计阶段</a:t>
          </a:r>
        </a:p>
      </dsp:txBody>
      <dsp:txXfrm>
        <a:off x="2703344" y="142402"/>
        <a:ext cx="685219" cy="685219"/>
      </dsp:txXfrm>
    </dsp:sp>
    <dsp:sp modelId="{4452A764-182B-0041-BB8C-47F1A3A2B06E}">
      <dsp:nvSpPr>
        <dsp:cNvPr id="0" name=""/>
        <dsp:cNvSpPr/>
      </dsp:nvSpPr>
      <dsp:spPr>
        <a:xfrm>
          <a:off x="3336667" y="489"/>
          <a:ext cx="969045" cy="969045"/>
        </a:xfrm>
        <a:prstGeom prst="ellipse">
          <a:avLst/>
        </a:prstGeom>
        <a:gradFill rotWithShape="0">
          <a:gsLst>
            <a:gs pos="0">
              <a:schemeClr val="accent5">
                <a:alpha val="50000"/>
                <a:hueOff val="-4412007"/>
                <a:satOff val="-6137"/>
                <a:lumOff val="-2353"/>
                <a:alphaOff val="0"/>
                <a:satMod val="103000"/>
                <a:lumMod val="102000"/>
                <a:tint val="94000"/>
              </a:schemeClr>
            </a:gs>
            <a:gs pos="50000">
              <a:schemeClr val="accent5">
                <a:alpha val="50000"/>
                <a:hueOff val="-4412007"/>
                <a:satOff val="-6137"/>
                <a:lumOff val="-2353"/>
                <a:alphaOff val="0"/>
                <a:satMod val="110000"/>
                <a:lumMod val="100000"/>
                <a:shade val="100000"/>
              </a:schemeClr>
            </a:gs>
            <a:gs pos="100000">
              <a:schemeClr val="accent5">
                <a:alpha val="50000"/>
                <a:hueOff val="-4412007"/>
                <a:satOff val="-613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编码阶段</a:t>
          </a:r>
        </a:p>
      </dsp:txBody>
      <dsp:txXfrm>
        <a:off x="3478580" y="142402"/>
        <a:ext cx="685219" cy="685219"/>
      </dsp:txXfrm>
    </dsp:sp>
    <dsp:sp modelId="{83E88F3E-A9ED-0B4D-806F-A10DFC4A4FEF}">
      <dsp:nvSpPr>
        <dsp:cNvPr id="0" name=""/>
        <dsp:cNvSpPr/>
      </dsp:nvSpPr>
      <dsp:spPr>
        <a:xfrm>
          <a:off x="4111903" y="489"/>
          <a:ext cx="969045" cy="969045"/>
        </a:xfrm>
        <a:prstGeom prst="ellipse">
          <a:avLst/>
        </a:prstGeom>
        <a:gradFill rotWithShape="0">
          <a:gsLst>
            <a:gs pos="0">
              <a:schemeClr val="accent5">
                <a:alpha val="50000"/>
                <a:hueOff val="-5882676"/>
                <a:satOff val="-8182"/>
                <a:lumOff val="-3138"/>
                <a:alphaOff val="0"/>
                <a:satMod val="103000"/>
                <a:lumMod val="102000"/>
                <a:tint val="94000"/>
              </a:schemeClr>
            </a:gs>
            <a:gs pos="50000">
              <a:schemeClr val="accent5">
                <a:alpha val="50000"/>
                <a:hueOff val="-5882676"/>
                <a:satOff val="-8182"/>
                <a:lumOff val="-3138"/>
                <a:alphaOff val="0"/>
                <a:satMod val="110000"/>
                <a:lumMod val="100000"/>
                <a:shade val="100000"/>
              </a:schemeClr>
            </a:gs>
            <a:gs pos="100000">
              <a:schemeClr val="accent5">
                <a:alpha val="50000"/>
                <a:hueOff val="-5882676"/>
                <a:satOff val="-8182"/>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en-US" sz="1800" b="0" kern="1200" dirty="0">
              <a:latin typeface="KaiTi" panose="02010609060101010101" pitchFamily="49" charset="-122"/>
              <a:ea typeface="KaiTi" panose="02010609060101010101" pitchFamily="49" charset="-122"/>
            </a:rPr>
            <a:t>测试阶段</a:t>
          </a:r>
        </a:p>
      </dsp:txBody>
      <dsp:txXfrm>
        <a:off x="4253816" y="142402"/>
        <a:ext cx="685219" cy="685219"/>
      </dsp:txXfrm>
    </dsp:sp>
    <dsp:sp modelId="{EE476A54-7819-B940-A2CC-7BE2345FAC12}">
      <dsp:nvSpPr>
        <dsp:cNvPr id="0" name=""/>
        <dsp:cNvSpPr/>
      </dsp:nvSpPr>
      <dsp:spPr>
        <a:xfrm>
          <a:off x="4887139" y="489"/>
          <a:ext cx="969045" cy="969045"/>
        </a:xfrm>
        <a:prstGeom prst="ellipse">
          <a:avLst/>
        </a:prstGeom>
        <a:gradFill rotWithShape="0">
          <a:gsLst>
            <a:gs pos="0">
              <a:schemeClr val="accent5">
                <a:alpha val="50000"/>
                <a:hueOff val="-7353344"/>
                <a:satOff val="-10228"/>
                <a:lumOff val="-3922"/>
                <a:alphaOff val="0"/>
                <a:satMod val="103000"/>
                <a:lumMod val="102000"/>
                <a:tint val="94000"/>
              </a:schemeClr>
            </a:gs>
            <a:gs pos="50000">
              <a:schemeClr val="accent5">
                <a:alpha val="50000"/>
                <a:hueOff val="-7353344"/>
                <a:satOff val="-10228"/>
                <a:lumOff val="-3922"/>
                <a:alphaOff val="0"/>
                <a:satMod val="110000"/>
                <a:lumMod val="100000"/>
                <a:shade val="100000"/>
              </a:schemeClr>
            </a:gs>
            <a:gs pos="100000">
              <a:schemeClr val="accent5">
                <a:alpha val="50000"/>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53330" tIns="22860" rIns="53330" bIns="22860" numCol="1" spcCol="1270" anchor="ctr" anchorCtr="0">
          <a:noAutofit/>
        </a:bodyPr>
        <a:lstStyle/>
        <a:p>
          <a:pPr marL="0" lvl="0" indent="0" algn="ctr" defTabSz="800100">
            <a:lnSpc>
              <a:spcPct val="90000"/>
            </a:lnSpc>
            <a:spcBef>
              <a:spcPct val="0"/>
            </a:spcBef>
            <a:spcAft>
              <a:spcPct val="35000"/>
            </a:spcAft>
            <a:buNone/>
          </a:pPr>
          <a:r>
            <a:rPr lang="zh-CN" altLang="zh-CN" sz="1800" b="0" kern="1200" dirty="0">
              <a:latin typeface="KaiTi" panose="02010609060101010101" pitchFamily="49" charset="-122"/>
              <a:ea typeface="KaiTi" panose="02010609060101010101" pitchFamily="49" charset="-122"/>
            </a:rPr>
            <a:t>运行维护阶段</a:t>
          </a:r>
          <a:endParaRPr lang="en-US" altLang="zh-CN" sz="1800" b="0" kern="1200" dirty="0">
            <a:latin typeface="KaiTi" panose="02010609060101010101" pitchFamily="49" charset="-122"/>
            <a:ea typeface="KaiTi" panose="02010609060101010101" pitchFamily="49" charset="-122"/>
          </a:endParaRPr>
        </a:p>
      </dsp:txBody>
      <dsp:txXfrm>
        <a:off x="5029052" y="142402"/>
        <a:ext cx="685219" cy="6852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318" y="9479"/>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2" panose="05020102010507070707" pitchFamily="18" charset="2"/>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1</a:t>
          </a:r>
          <a:r>
            <a:rPr lang="zh-CN" altLang="en-US" sz="1400" kern="1200">
              <a:latin typeface="KaiTi" panose="02010609060101010101" pitchFamily="49" charset="-122"/>
              <a:ea typeface="KaiTi" panose="02010609060101010101" pitchFamily="49" charset="-122"/>
            </a:rPr>
            <a:t>）项目集成管理</a:t>
          </a:r>
          <a:endParaRPr lang="zh-CN" altLang="en-US" sz="1400" kern="1200" dirty="0">
            <a:latin typeface="KaiTi" panose="02010609060101010101" pitchFamily="49" charset="-122"/>
            <a:ea typeface="KaiTi" panose="02010609060101010101" pitchFamily="49" charset="-122"/>
          </a:endParaRPr>
        </a:p>
      </dsp:txBody>
      <dsp:txXfrm>
        <a:off x="318" y="9479"/>
        <a:ext cx="1240305" cy="744183"/>
      </dsp:txXfrm>
    </dsp:sp>
    <dsp:sp modelId="{F09B1A1C-9728-E24A-9F49-D17EB6F03F3F}">
      <dsp:nvSpPr>
        <dsp:cNvPr id="0" name=""/>
        <dsp:cNvSpPr/>
      </dsp:nvSpPr>
      <dsp:spPr>
        <a:xfrm>
          <a:off x="1364654" y="9479"/>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2</a:t>
          </a:r>
          <a:r>
            <a:rPr lang="zh-CN" altLang="en-US" sz="1400" kern="1200">
              <a:latin typeface="KaiTi" panose="02010609060101010101" pitchFamily="49" charset="-122"/>
              <a:ea typeface="KaiTi" panose="02010609060101010101" pitchFamily="49" charset="-122"/>
            </a:rPr>
            <a:t>）项目范围管理</a:t>
          </a:r>
          <a:endParaRPr lang="zh-CN" altLang="en-US" sz="1400" kern="1200" dirty="0">
            <a:latin typeface="KaiTi" panose="02010609060101010101" pitchFamily="49" charset="-122"/>
            <a:ea typeface="KaiTi" panose="02010609060101010101" pitchFamily="49" charset="-122"/>
          </a:endParaRPr>
        </a:p>
      </dsp:txBody>
      <dsp:txXfrm>
        <a:off x="1364654" y="9479"/>
        <a:ext cx="1240305" cy="744183"/>
      </dsp:txXfrm>
    </dsp:sp>
    <dsp:sp modelId="{CD9E56D5-FC01-0E4E-B497-02063A306FC5}">
      <dsp:nvSpPr>
        <dsp:cNvPr id="0" name=""/>
        <dsp:cNvSpPr/>
      </dsp:nvSpPr>
      <dsp:spPr>
        <a:xfrm>
          <a:off x="318" y="877693"/>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3</a:t>
          </a:r>
          <a:r>
            <a:rPr lang="zh-CN" altLang="en-US" sz="1400" kern="1200">
              <a:latin typeface="KaiTi" panose="02010609060101010101" pitchFamily="49" charset="-122"/>
              <a:ea typeface="KaiTi" panose="02010609060101010101" pitchFamily="49" charset="-122"/>
            </a:rPr>
            <a:t>）项目时间</a:t>
          </a:r>
          <a:r>
            <a:rPr lang="en-US" altLang="zh-CN" sz="1400" kern="1200">
              <a:latin typeface="KaiTi" panose="02010609060101010101" pitchFamily="49" charset="-122"/>
              <a:ea typeface="KaiTi" panose="02010609060101010101" pitchFamily="49" charset="-122"/>
            </a:rPr>
            <a:t>(</a:t>
          </a:r>
          <a:r>
            <a:rPr lang="zh-CN" altLang="en-US" sz="1400" kern="1200">
              <a:latin typeface="KaiTi" panose="02010609060101010101" pitchFamily="49" charset="-122"/>
              <a:ea typeface="KaiTi" panose="02010609060101010101" pitchFamily="49" charset="-122"/>
            </a:rPr>
            <a:t>进度</a:t>
          </a:r>
          <a:r>
            <a:rPr lang="en-US" altLang="zh-CN" sz="1400" kern="1200">
              <a:latin typeface="KaiTi" panose="02010609060101010101" pitchFamily="49" charset="-122"/>
              <a:ea typeface="KaiTi" panose="02010609060101010101" pitchFamily="49" charset="-122"/>
            </a:rPr>
            <a:t>)</a:t>
          </a:r>
          <a:r>
            <a:rPr lang="zh-CN" altLang="en-US" sz="1400" kern="1200">
              <a:latin typeface="KaiTi" panose="02010609060101010101" pitchFamily="49" charset="-122"/>
              <a:ea typeface="KaiTi" panose="02010609060101010101" pitchFamily="49" charset="-122"/>
            </a:rPr>
            <a:t>管理</a:t>
          </a:r>
          <a:endParaRPr lang="zh-CN" altLang="en-US" sz="1400" kern="1200" dirty="0">
            <a:latin typeface="KaiTi" panose="02010609060101010101" pitchFamily="49" charset="-122"/>
            <a:ea typeface="KaiTi" panose="02010609060101010101" pitchFamily="49" charset="-122"/>
          </a:endParaRPr>
        </a:p>
      </dsp:txBody>
      <dsp:txXfrm>
        <a:off x="318" y="877693"/>
        <a:ext cx="1240305" cy="744183"/>
      </dsp:txXfrm>
    </dsp:sp>
    <dsp:sp modelId="{4A24D450-2CA7-624D-B909-97D77CEAC40C}">
      <dsp:nvSpPr>
        <dsp:cNvPr id="0" name=""/>
        <dsp:cNvSpPr/>
      </dsp:nvSpPr>
      <dsp:spPr>
        <a:xfrm>
          <a:off x="1364654" y="877693"/>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4</a:t>
          </a:r>
          <a:r>
            <a:rPr lang="zh-CN" altLang="en-US" sz="1400" kern="1200">
              <a:latin typeface="KaiTi" panose="02010609060101010101" pitchFamily="49" charset="-122"/>
              <a:ea typeface="KaiTi" panose="02010609060101010101" pitchFamily="49" charset="-122"/>
            </a:rPr>
            <a:t>）项目成本管理</a:t>
          </a:r>
          <a:endParaRPr lang="zh-CN" altLang="en-US" sz="1400" kern="1200" dirty="0">
            <a:latin typeface="KaiTi" panose="02010609060101010101" pitchFamily="49" charset="-122"/>
            <a:ea typeface="KaiTi" panose="02010609060101010101" pitchFamily="49" charset="-122"/>
          </a:endParaRPr>
        </a:p>
      </dsp:txBody>
      <dsp:txXfrm>
        <a:off x="1364654" y="877693"/>
        <a:ext cx="1240305" cy="744183"/>
      </dsp:txXfrm>
    </dsp:sp>
    <dsp:sp modelId="{0FD6A4A7-7BDA-C241-BD96-408BD56CFF09}">
      <dsp:nvSpPr>
        <dsp:cNvPr id="0" name=""/>
        <dsp:cNvSpPr/>
      </dsp:nvSpPr>
      <dsp:spPr>
        <a:xfrm>
          <a:off x="318" y="1745907"/>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5</a:t>
          </a:r>
          <a:r>
            <a:rPr lang="zh-CN" altLang="en-US" sz="1400" kern="1200">
              <a:latin typeface="KaiTi" panose="02010609060101010101" pitchFamily="49" charset="-122"/>
              <a:ea typeface="KaiTi" panose="02010609060101010101" pitchFamily="49" charset="-122"/>
            </a:rPr>
            <a:t>）项目质量管理</a:t>
          </a:r>
          <a:endParaRPr lang="zh-CN" altLang="en-US" sz="1400" kern="1200" dirty="0">
            <a:latin typeface="KaiTi" panose="02010609060101010101" pitchFamily="49" charset="-122"/>
            <a:ea typeface="KaiTi" panose="02010609060101010101" pitchFamily="49" charset="-122"/>
          </a:endParaRPr>
        </a:p>
      </dsp:txBody>
      <dsp:txXfrm>
        <a:off x="318" y="1745907"/>
        <a:ext cx="1240305" cy="744183"/>
      </dsp:txXfrm>
    </dsp:sp>
    <dsp:sp modelId="{1F5157AB-51CD-6E4E-B035-06C1E5F0DF93}">
      <dsp:nvSpPr>
        <dsp:cNvPr id="0" name=""/>
        <dsp:cNvSpPr/>
      </dsp:nvSpPr>
      <dsp:spPr>
        <a:xfrm>
          <a:off x="1364654" y="1745907"/>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6</a:t>
          </a:r>
          <a:r>
            <a:rPr lang="zh-CN" altLang="en-US" sz="1400" kern="1200">
              <a:latin typeface="KaiTi" panose="02010609060101010101" pitchFamily="49" charset="-122"/>
              <a:ea typeface="KaiTi" panose="02010609060101010101" pitchFamily="49" charset="-122"/>
            </a:rPr>
            <a:t>）项目人力资源管理</a:t>
          </a:r>
          <a:endParaRPr lang="zh-CN" altLang="en-US" sz="1400" kern="1200" dirty="0">
            <a:latin typeface="KaiTi" panose="02010609060101010101" pitchFamily="49" charset="-122"/>
            <a:ea typeface="KaiTi" panose="02010609060101010101" pitchFamily="49" charset="-122"/>
          </a:endParaRPr>
        </a:p>
      </dsp:txBody>
      <dsp:txXfrm>
        <a:off x="1364654" y="1745907"/>
        <a:ext cx="1240305" cy="744183"/>
      </dsp:txXfrm>
    </dsp:sp>
    <dsp:sp modelId="{10A46238-47BC-7E49-8733-7619EA9D93D9}">
      <dsp:nvSpPr>
        <dsp:cNvPr id="0" name=""/>
        <dsp:cNvSpPr/>
      </dsp:nvSpPr>
      <dsp:spPr>
        <a:xfrm>
          <a:off x="318" y="2614121"/>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7</a:t>
          </a:r>
          <a:r>
            <a:rPr lang="zh-CN" altLang="en-US" sz="1400" kern="1200">
              <a:latin typeface="KaiTi" panose="02010609060101010101" pitchFamily="49" charset="-122"/>
              <a:ea typeface="KaiTi" panose="02010609060101010101" pitchFamily="49" charset="-122"/>
            </a:rPr>
            <a:t>）项目沟通管理</a:t>
          </a:r>
          <a:endParaRPr lang="zh-CN" altLang="en-US" sz="1400" kern="1200" dirty="0">
            <a:latin typeface="KaiTi" panose="02010609060101010101" pitchFamily="49" charset="-122"/>
            <a:ea typeface="KaiTi" panose="02010609060101010101" pitchFamily="49" charset="-122"/>
          </a:endParaRPr>
        </a:p>
      </dsp:txBody>
      <dsp:txXfrm>
        <a:off x="318" y="2614121"/>
        <a:ext cx="1240305" cy="744183"/>
      </dsp:txXfrm>
    </dsp:sp>
    <dsp:sp modelId="{BEBBF8D4-807B-D846-8BD9-5AFADCA0F61D}">
      <dsp:nvSpPr>
        <dsp:cNvPr id="0" name=""/>
        <dsp:cNvSpPr/>
      </dsp:nvSpPr>
      <dsp:spPr>
        <a:xfrm>
          <a:off x="1364654" y="2614121"/>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8</a:t>
          </a:r>
          <a:r>
            <a:rPr lang="zh-CN" altLang="en-US" sz="1400" kern="1200">
              <a:latin typeface="KaiTi" panose="02010609060101010101" pitchFamily="49" charset="-122"/>
              <a:ea typeface="KaiTi" panose="02010609060101010101" pitchFamily="49" charset="-122"/>
            </a:rPr>
            <a:t>）项目风险管理</a:t>
          </a:r>
          <a:endParaRPr lang="zh-CN" altLang="en-US" sz="1400" kern="1200" dirty="0">
            <a:latin typeface="KaiTi" panose="02010609060101010101" pitchFamily="49" charset="-122"/>
            <a:ea typeface="KaiTi" panose="02010609060101010101" pitchFamily="49" charset="-122"/>
          </a:endParaRPr>
        </a:p>
      </dsp:txBody>
      <dsp:txXfrm>
        <a:off x="1364654" y="2614121"/>
        <a:ext cx="1240305" cy="744183"/>
      </dsp:txXfrm>
    </dsp:sp>
    <dsp:sp modelId="{B1235844-5E22-B848-8F22-5F34BC1FF877}">
      <dsp:nvSpPr>
        <dsp:cNvPr id="0" name=""/>
        <dsp:cNvSpPr/>
      </dsp:nvSpPr>
      <dsp:spPr>
        <a:xfrm>
          <a:off x="682486" y="3482335"/>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9</a:t>
          </a:r>
          <a:r>
            <a:rPr lang="zh-CN" altLang="en-US" sz="1400" kern="1200">
              <a:latin typeface="KaiTi" panose="02010609060101010101" pitchFamily="49" charset="-122"/>
              <a:ea typeface="KaiTi" panose="02010609060101010101" pitchFamily="49" charset="-122"/>
            </a:rPr>
            <a:t>）项目采购管理</a:t>
          </a:r>
        </a:p>
      </dsp:txBody>
      <dsp:txXfrm>
        <a:off x="682486" y="3482335"/>
        <a:ext cx="1240305" cy="7441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318" y="9479"/>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Wingdings 2" panose="05020102010507070707" pitchFamily="18" charset="2"/>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1</a:t>
          </a:r>
          <a:r>
            <a:rPr lang="zh-CN" altLang="en-US" sz="1400" kern="1200">
              <a:latin typeface="KaiTi" panose="02010609060101010101" pitchFamily="49" charset="-122"/>
              <a:ea typeface="KaiTi" panose="02010609060101010101" pitchFamily="49" charset="-122"/>
            </a:rPr>
            <a:t>）项目集成管理</a:t>
          </a:r>
          <a:endParaRPr lang="zh-CN" altLang="en-US" sz="1400" kern="1200" dirty="0">
            <a:latin typeface="KaiTi" panose="02010609060101010101" pitchFamily="49" charset="-122"/>
            <a:ea typeface="KaiTi" panose="02010609060101010101" pitchFamily="49" charset="-122"/>
          </a:endParaRPr>
        </a:p>
      </dsp:txBody>
      <dsp:txXfrm>
        <a:off x="318" y="9479"/>
        <a:ext cx="1240305" cy="744183"/>
      </dsp:txXfrm>
    </dsp:sp>
    <dsp:sp modelId="{F09B1A1C-9728-E24A-9F49-D17EB6F03F3F}">
      <dsp:nvSpPr>
        <dsp:cNvPr id="0" name=""/>
        <dsp:cNvSpPr/>
      </dsp:nvSpPr>
      <dsp:spPr>
        <a:xfrm>
          <a:off x="1364654" y="9479"/>
          <a:ext cx="1240305" cy="744183"/>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KaiTi" panose="02010609060101010101" pitchFamily="49" charset="-122"/>
              <a:ea typeface="KaiTi" panose="02010609060101010101" pitchFamily="49" charset="-122"/>
            </a:rPr>
            <a:t>（</a:t>
          </a:r>
          <a:r>
            <a:rPr lang="en-US" altLang="zh-CN" sz="1400" kern="1200" dirty="0">
              <a:latin typeface="KaiTi" panose="02010609060101010101" pitchFamily="49" charset="-122"/>
              <a:ea typeface="KaiTi" panose="02010609060101010101" pitchFamily="49" charset="-122"/>
            </a:rPr>
            <a:t>2</a:t>
          </a:r>
          <a:r>
            <a:rPr lang="zh-CN" altLang="en-US" sz="1400" kern="1200" dirty="0">
              <a:latin typeface="KaiTi" panose="02010609060101010101" pitchFamily="49" charset="-122"/>
              <a:ea typeface="KaiTi" panose="02010609060101010101" pitchFamily="49" charset="-122"/>
            </a:rPr>
            <a:t>）项目范围管理</a:t>
          </a:r>
        </a:p>
      </dsp:txBody>
      <dsp:txXfrm>
        <a:off x="1364654" y="9479"/>
        <a:ext cx="1240305" cy="744183"/>
      </dsp:txXfrm>
    </dsp:sp>
    <dsp:sp modelId="{CD9E56D5-FC01-0E4E-B497-02063A306FC5}">
      <dsp:nvSpPr>
        <dsp:cNvPr id="0" name=""/>
        <dsp:cNvSpPr/>
      </dsp:nvSpPr>
      <dsp:spPr>
        <a:xfrm>
          <a:off x="318" y="877693"/>
          <a:ext cx="1240305" cy="744183"/>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3</a:t>
          </a:r>
          <a:r>
            <a:rPr lang="zh-CN" altLang="en-US" sz="1400" kern="1200">
              <a:latin typeface="KaiTi" panose="02010609060101010101" pitchFamily="49" charset="-122"/>
              <a:ea typeface="KaiTi" panose="02010609060101010101" pitchFamily="49" charset="-122"/>
            </a:rPr>
            <a:t>）项目时间</a:t>
          </a:r>
          <a:r>
            <a:rPr lang="en-US" altLang="zh-CN" sz="1400" kern="1200">
              <a:latin typeface="KaiTi" panose="02010609060101010101" pitchFamily="49" charset="-122"/>
              <a:ea typeface="KaiTi" panose="02010609060101010101" pitchFamily="49" charset="-122"/>
            </a:rPr>
            <a:t>(</a:t>
          </a:r>
          <a:r>
            <a:rPr lang="zh-CN" altLang="en-US" sz="1400" kern="1200">
              <a:latin typeface="KaiTi" panose="02010609060101010101" pitchFamily="49" charset="-122"/>
              <a:ea typeface="KaiTi" panose="02010609060101010101" pitchFamily="49" charset="-122"/>
            </a:rPr>
            <a:t>进度</a:t>
          </a:r>
          <a:r>
            <a:rPr lang="en-US" altLang="zh-CN" sz="1400" kern="1200">
              <a:latin typeface="KaiTi" panose="02010609060101010101" pitchFamily="49" charset="-122"/>
              <a:ea typeface="KaiTi" panose="02010609060101010101" pitchFamily="49" charset="-122"/>
            </a:rPr>
            <a:t>)</a:t>
          </a:r>
          <a:r>
            <a:rPr lang="zh-CN" altLang="en-US" sz="1400" kern="1200">
              <a:latin typeface="KaiTi" panose="02010609060101010101" pitchFamily="49" charset="-122"/>
              <a:ea typeface="KaiTi" panose="02010609060101010101" pitchFamily="49" charset="-122"/>
            </a:rPr>
            <a:t>管理</a:t>
          </a:r>
          <a:endParaRPr lang="zh-CN" altLang="en-US" sz="1400" kern="1200" dirty="0">
            <a:latin typeface="KaiTi" panose="02010609060101010101" pitchFamily="49" charset="-122"/>
            <a:ea typeface="KaiTi" panose="02010609060101010101" pitchFamily="49" charset="-122"/>
          </a:endParaRPr>
        </a:p>
      </dsp:txBody>
      <dsp:txXfrm>
        <a:off x="318" y="877693"/>
        <a:ext cx="1240305" cy="744183"/>
      </dsp:txXfrm>
    </dsp:sp>
    <dsp:sp modelId="{4A24D450-2CA7-624D-B909-97D77CEAC40C}">
      <dsp:nvSpPr>
        <dsp:cNvPr id="0" name=""/>
        <dsp:cNvSpPr/>
      </dsp:nvSpPr>
      <dsp:spPr>
        <a:xfrm>
          <a:off x="1364654" y="877693"/>
          <a:ext cx="1240305" cy="744183"/>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4</a:t>
          </a:r>
          <a:r>
            <a:rPr lang="zh-CN" altLang="en-US" sz="1400" kern="1200">
              <a:latin typeface="KaiTi" panose="02010609060101010101" pitchFamily="49" charset="-122"/>
              <a:ea typeface="KaiTi" panose="02010609060101010101" pitchFamily="49" charset="-122"/>
            </a:rPr>
            <a:t>）项目成本管理</a:t>
          </a:r>
          <a:endParaRPr lang="zh-CN" altLang="en-US" sz="1400" kern="1200" dirty="0">
            <a:latin typeface="KaiTi" panose="02010609060101010101" pitchFamily="49" charset="-122"/>
            <a:ea typeface="KaiTi" panose="02010609060101010101" pitchFamily="49" charset="-122"/>
          </a:endParaRPr>
        </a:p>
      </dsp:txBody>
      <dsp:txXfrm>
        <a:off x="1364654" y="877693"/>
        <a:ext cx="1240305" cy="744183"/>
      </dsp:txXfrm>
    </dsp:sp>
    <dsp:sp modelId="{0FD6A4A7-7BDA-C241-BD96-408BD56CFF09}">
      <dsp:nvSpPr>
        <dsp:cNvPr id="0" name=""/>
        <dsp:cNvSpPr/>
      </dsp:nvSpPr>
      <dsp:spPr>
        <a:xfrm>
          <a:off x="318" y="1745907"/>
          <a:ext cx="1240305" cy="744183"/>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5</a:t>
          </a:r>
          <a:r>
            <a:rPr lang="zh-CN" altLang="en-US" sz="1400" kern="1200">
              <a:latin typeface="KaiTi" panose="02010609060101010101" pitchFamily="49" charset="-122"/>
              <a:ea typeface="KaiTi" panose="02010609060101010101" pitchFamily="49" charset="-122"/>
            </a:rPr>
            <a:t>）项目质量管理</a:t>
          </a:r>
          <a:endParaRPr lang="zh-CN" altLang="en-US" sz="1400" kern="1200" dirty="0">
            <a:latin typeface="KaiTi" panose="02010609060101010101" pitchFamily="49" charset="-122"/>
            <a:ea typeface="KaiTi" panose="02010609060101010101" pitchFamily="49" charset="-122"/>
          </a:endParaRPr>
        </a:p>
      </dsp:txBody>
      <dsp:txXfrm>
        <a:off x="318" y="1745907"/>
        <a:ext cx="1240305" cy="744183"/>
      </dsp:txXfrm>
    </dsp:sp>
    <dsp:sp modelId="{1F5157AB-51CD-6E4E-B035-06C1E5F0DF93}">
      <dsp:nvSpPr>
        <dsp:cNvPr id="0" name=""/>
        <dsp:cNvSpPr/>
      </dsp:nvSpPr>
      <dsp:spPr>
        <a:xfrm>
          <a:off x="1364654" y="1745907"/>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6</a:t>
          </a:r>
          <a:r>
            <a:rPr lang="zh-CN" altLang="en-US" sz="1400" kern="1200">
              <a:latin typeface="KaiTi" panose="02010609060101010101" pitchFamily="49" charset="-122"/>
              <a:ea typeface="KaiTi" panose="02010609060101010101" pitchFamily="49" charset="-122"/>
            </a:rPr>
            <a:t>）项目人力资源管理</a:t>
          </a:r>
          <a:endParaRPr lang="zh-CN" altLang="en-US" sz="1400" kern="1200" dirty="0">
            <a:latin typeface="KaiTi" panose="02010609060101010101" pitchFamily="49" charset="-122"/>
            <a:ea typeface="KaiTi" panose="02010609060101010101" pitchFamily="49" charset="-122"/>
          </a:endParaRPr>
        </a:p>
      </dsp:txBody>
      <dsp:txXfrm>
        <a:off x="1364654" y="1745907"/>
        <a:ext cx="1240305" cy="744183"/>
      </dsp:txXfrm>
    </dsp:sp>
    <dsp:sp modelId="{10A46238-47BC-7E49-8733-7619EA9D93D9}">
      <dsp:nvSpPr>
        <dsp:cNvPr id="0" name=""/>
        <dsp:cNvSpPr/>
      </dsp:nvSpPr>
      <dsp:spPr>
        <a:xfrm>
          <a:off x="318" y="2614121"/>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7</a:t>
          </a:r>
          <a:r>
            <a:rPr lang="zh-CN" altLang="en-US" sz="1400" kern="1200">
              <a:latin typeface="KaiTi" panose="02010609060101010101" pitchFamily="49" charset="-122"/>
              <a:ea typeface="KaiTi" panose="02010609060101010101" pitchFamily="49" charset="-122"/>
            </a:rPr>
            <a:t>）项目沟通管理</a:t>
          </a:r>
          <a:endParaRPr lang="zh-CN" altLang="en-US" sz="1400" kern="1200" dirty="0">
            <a:latin typeface="KaiTi" panose="02010609060101010101" pitchFamily="49" charset="-122"/>
            <a:ea typeface="KaiTi" panose="02010609060101010101" pitchFamily="49" charset="-122"/>
          </a:endParaRPr>
        </a:p>
      </dsp:txBody>
      <dsp:txXfrm>
        <a:off x="318" y="2614121"/>
        <a:ext cx="1240305" cy="744183"/>
      </dsp:txXfrm>
    </dsp:sp>
    <dsp:sp modelId="{BEBBF8D4-807B-D846-8BD9-5AFADCA0F61D}">
      <dsp:nvSpPr>
        <dsp:cNvPr id="0" name=""/>
        <dsp:cNvSpPr/>
      </dsp:nvSpPr>
      <dsp:spPr>
        <a:xfrm>
          <a:off x="1364654" y="2614121"/>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8</a:t>
          </a:r>
          <a:r>
            <a:rPr lang="zh-CN" altLang="en-US" sz="1400" kern="1200">
              <a:latin typeface="KaiTi" panose="02010609060101010101" pitchFamily="49" charset="-122"/>
              <a:ea typeface="KaiTi" panose="02010609060101010101" pitchFamily="49" charset="-122"/>
            </a:rPr>
            <a:t>）项目风险管理</a:t>
          </a:r>
          <a:endParaRPr lang="zh-CN" altLang="en-US" sz="1400" kern="1200" dirty="0">
            <a:latin typeface="KaiTi" panose="02010609060101010101" pitchFamily="49" charset="-122"/>
            <a:ea typeface="KaiTi" panose="02010609060101010101" pitchFamily="49" charset="-122"/>
          </a:endParaRPr>
        </a:p>
      </dsp:txBody>
      <dsp:txXfrm>
        <a:off x="1364654" y="2614121"/>
        <a:ext cx="1240305" cy="744183"/>
      </dsp:txXfrm>
    </dsp:sp>
    <dsp:sp modelId="{B1235844-5E22-B848-8F22-5F34BC1FF877}">
      <dsp:nvSpPr>
        <dsp:cNvPr id="0" name=""/>
        <dsp:cNvSpPr/>
      </dsp:nvSpPr>
      <dsp:spPr>
        <a:xfrm>
          <a:off x="682486" y="3482335"/>
          <a:ext cx="1240305" cy="74418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a:latin typeface="KaiTi" panose="02010609060101010101" pitchFamily="49" charset="-122"/>
              <a:ea typeface="KaiTi" panose="02010609060101010101" pitchFamily="49" charset="-122"/>
            </a:rPr>
            <a:t>（</a:t>
          </a:r>
          <a:r>
            <a:rPr lang="en-US" altLang="zh-CN" sz="1400" kern="1200">
              <a:latin typeface="KaiTi" panose="02010609060101010101" pitchFamily="49" charset="-122"/>
              <a:ea typeface="KaiTi" panose="02010609060101010101" pitchFamily="49" charset="-122"/>
            </a:rPr>
            <a:t>9</a:t>
          </a:r>
          <a:r>
            <a:rPr lang="zh-CN" altLang="en-US" sz="1400" kern="1200">
              <a:latin typeface="KaiTi" panose="02010609060101010101" pitchFamily="49" charset="-122"/>
              <a:ea typeface="KaiTi" panose="02010609060101010101" pitchFamily="49" charset="-122"/>
            </a:rPr>
            <a:t>）项目采购管理</a:t>
          </a:r>
        </a:p>
      </dsp:txBody>
      <dsp:txXfrm>
        <a:off x="682486" y="3482335"/>
        <a:ext cx="1240305" cy="7441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249271" y="149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Wingdings 2" panose="05020102010507070707" pitchFamily="18" charset="2"/>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1</a:t>
          </a:r>
          <a:r>
            <a:rPr lang="zh-CN" altLang="en-US" sz="1600" kern="1200" dirty="0">
              <a:latin typeface="KaiTi" panose="02010609060101010101" pitchFamily="49" charset="-122"/>
              <a:ea typeface="KaiTi" panose="02010609060101010101" pitchFamily="49" charset="-122"/>
            </a:rPr>
            <a:t>）项目集成管理</a:t>
          </a:r>
        </a:p>
      </dsp:txBody>
      <dsp:txXfrm>
        <a:off x="249271" y="1494"/>
        <a:ext cx="1995274" cy="456631"/>
      </dsp:txXfrm>
    </dsp:sp>
    <dsp:sp modelId="{F09B1A1C-9728-E24A-9F49-D17EB6F03F3F}">
      <dsp:nvSpPr>
        <dsp:cNvPr id="0" name=""/>
        <dsp:cNvSpPr/>
      </dsp:nvSpPr>
      <dsp:spPr>
        <a:xfrm>
          <a:off x="166251" y="534231"/>
          <a:ext cx="2161313"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KaiTi" panose="02010609060101010101" pitchFamily="49" charset="-122"/>
              <a:ea typeface="KaiTi" panose="02010609060101010101" pitchFamily="49" charset="-122"/>
            </a:rPr>
            <a:t>（</a:t>
          </a:r>
          <a:r>
            <a:rPr lang="en-US" altLang="zh-CN" sz="1800" b="1" kern="1200" dirty="0">
              <a:latin typeface="KaiTi" panose="02010609060101010101" pitchFamily="49" charset="-122"/>
              <a:ea typeface="KaiTi" panose="02010609060101010101" pitchFamily="49" charset="-122"/>
            </a:rPr>
            <a:t>2</a:t>
          </a:r>
          <a:r>
            <a:rPr lang="zh-CN" altLang="en-US" sz="1800" b="1" kern="1200" dirty="0">
              <a:latin typeface="KaiTi" panose="02010609060101010101" pitchFamily="49" charset="-122"/>
              <a:ea typeface="KaiTi" panose="02010609060101010101" pitchFamily="49" charset="-122"/>
            </a:rPr>
            <a:t>）项目范围管理</a:t>
          </a:r>
        </a:p>
      </dsp:txBody>
      <dsp:txXfrm>
        <a:off x="166251" y="534231"/>
        <a:ext cx="2161313" cy="456631"/>
      </dsp:txXfrm>
    </dsp:sp>
    <dsp:sp modelId="{CD9E56D5-FC01-0E4E-B497-02063A306FC5}">
      <dsp:nvSpPr>
        <dsp:cNvPr id="0" name=""/>
        <dsp:cNvSpPr/>
      </dsp:nvSpPr>
      <dsp:spPr>
        <a:xfrm>
          <a:off x="249271" y="106696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3</a:t>
          </a:r>
          <a:r>
            <a:rPr lang="zh-CN" altLang="en-US" sz="1600" kern="1200" dirty="0">
              <a:latin typeface="KaiTi" panose="02010609060101010101" pitchFamily="49" charset="-122"/>
              <a:ea typeface="KaiTi" panose="02010609060101010101" pitchFamily="49" charset="-122"/>
            </a:rPr>
            <a:t>）项目时间</a:t>
          </a:r>
          <a:r>
            <a:rPr lang="en-US" altLang="zh-CN" sz="1600" kern="1200" dirty="0">
              <a:latin typeface="KaiTi" panose="02010609060101010101" pitchFamily="49" charset="-122"/>
              <a:ea typeface="KaiTi" panose="02010609060101010101" pitchFamily="49" charset="-122"/>
            </a:rPr>
            <a:t>(</a:t>
          </a:r>
          <a:r>
            <a:rPr lang="zh-CN" altLang="en-US" sz="1600" kern="1200" dirty="0">
              <a:latin typeface="KaiTi" panose="02010609060101010101" pitchFamily="49" charset="-122"/>
              <a:ea typeface="KaiTi" panose="02010609060101010101" pitchFamily="49" charset="-122"/>
            </a:rPr>
            <a:t>进度</a:t>
          </a:r>
          <a:r>
            <a:rPr lang="en-US" altLang="zh-CN" sz="1600" kern="1200" dirty="0">
              <a:latin typeface="KaiTi" panose="02010609060101010101" pitchFamily="49" charset="-122"/>
              <a:ea typeface="KaiTi" panose="02010609060101010101" pitchFamily="49" charset="-122"/>
            </a:rPr>
            <a:t>)</a:t>
          </a:r>
          <a:r>
            <a:rPr lang="zh-CN" altLang="en-US" sz="1600" kern="1200" dirty="0">
              <a:latin typeface="KaiTi" panose="02010609060101010101" pitchFamily="49" charset="-122"/>
              <a:ea typeface="KaiTi" panose="02010609060101010101" pitchFamily="49" charset="-122"/>
            </a:rPr>
            <a:t>管理</a:t>
          </a:r>
        </a:p>
      </dsp:txBody>
      <dsp:txXfrm>
        <a:off x="249271" y="1066968"/>
        <a:ext cx="1995274" cy="456631"/>
      </dsp:txXfrm>
    </dsp:sp>
    <dsp:sp modelId="{4A24D450-2CA7-624D-B909-97D77CEAC40C}">
      <dsp:nvSpPr>
        <dsp:cNvPr id="0" name=""/>
        <dsp:cNvSpPr/>
      </dsp:nvSpPr>
      <dsp:spPr>
        <a:xfrm>
          <a:off x="290781" y="159970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4</a:t>
          </a:r>
          <a:r>
            <a:rPr lang="zh-CN" altLang="en-US" sz="1600" kern="1200" dirty="0">
              <a:latin typeface="KaiTi" panose="02010609060101010101" pitchFamily="49" charset="-122"/>
              <a:ea typeface="KaiTi" panose="02010609060101010101" pitchFamily="49" charset="-122"/>
            </a:rPr>
            <a:t>）项目成本管理</a:t>
          </a:r>
        </a:p>
      </dsp:txBody>
      <dsp:txXfrm>
        <a:off x="290781" y="1599704"/>
        <a:ext cx="1995274" cy="456631"/>
      </dsp:txXfrm>
    </dsp:sp>
    <dsp:sp modelId="{0FD6A4A7-7BDA-C241-BD96-408BD56CFF09}">
      <dsp:nvSpPr>
        <dsp:cNvPr id="0" name=""/>
        <dsp:cNvSpPr/>
      </dsp:nvSpPr>
      <dsp:spPr>
        <a:xfrm>
          <a:off x="290781" y="213244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5</a:t>
          </a:r>
          <a:r>
            <a:rPr lang="zh-CN" altLang="en-US" sz="1600" kern="1200">
              <a:latin typeface="KaiTi" panose="02010609060101010101" pitchFamily="49" charset="-122"/>
              <a:ea typeface="KaiTi" panose="02010609060101010101" pitchFamily="49" charset="-122"/>
            </a:rPr>
            <a:t>）项目质量管理</a:t>
          </a:r>
          <a:endParaRPr lang="zh-CN" altLang="en-US" sz="1600" kern="1200" dirty="0">
            <a:latin typeface="KaiTi" panose="02010609060101010101" pitchFamily="49" charset="-122"/>
            <a:ea typeface="KaiTi" panose="02010609060101010101" pitchFamily="49" charset="-122"/>
          </a:endParaRPr>
        </a:p>
      </dsp:txBody>
      <dsp:txXfrm>
        <a:off x="290781" y="2132441"/>
        <a:ext cx="1995274" cy="456631"/>
      </dsp:txXfrm>
    </dsp:sp>
    <dsp:sp modelId="{1F5157AB-51CD-6E4E-B035-06C1E5F0DF93}">
      <dsp:nvSpPr>
        <dsp:cNvPr id="0" name=""/>
        <dsp:cNvSpPr/>
      </dsp:nvSpPr>
      <dsp:spPr>
        <a:xfrm>
          <a:off x="290781" y="266517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6</a:t>
          </a:r>
          <a:r>
            <a:rPr lang="zh-CN" altLang="en-US" sz="1600" kern="1200">
              <a:latin typeface="KaiTi" panose="02010609060101010101" pitchFamily="49" charset="-122"/>
              <a:ea typeface="KaiTi" panose="02010609060101010101" pitchFamily="49" charset="-122"/>
            </a:rPr>
            <a:t>）项目人力资源管理</a:t>
          </a:r>
          <a:endParaRPr lang="zh-CN" altLang="en-US" sz="1600" kern="1200" dirty="0">
            <a:latin typeface="KaiTi" panose="02010609060101010101" pitchFamily="49" charset="-122"/>
            <a:ea typeface="KaiTi" panose="02010609060101010101" pitchFamily="49" charset="-122"/>
          </a:endParaRPr>
        </a:p>
      </dsp:txBody>
      <dsp:txXfrm>
        <a:off x="290781" y="2665178"/>
        <a:ext cx="1995274" cy="456631"/>
      </dsp:txXfrm>
    </dsp:sp>
    <dsp:sp modelId="{10A46238-47BC-7E49-8733-7619EA9D93D9}">
      <dsp:nvSpPr>
        <dsp:cNvPr id="0" name=""/>
        <dsp:cNvSpPr/>
      </dsp:nvSpPr>
      <dsp:spPr>
        <a:xfrm>
          <a:off x="290781" y="3197915"/>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7</a:t>
          </a:r>
          <a:r>
            <a:rPr lang="zh-CN" altLang="en-US" sz="1600" kern="1200">
              <a:latin typeface="KaiTi" panose="02010609060101010101" pitchFamily="49" charset="-122"/>
              <a:ea typeface="KaiTi" panose="02010609060101010101" pitchFamily="49" charset="-122"/>
            </a:rPr>
            <a:t>）项目沟通管理</a:t>
          </a:r>
          <a:endParaRPr lang="zh-CN" altLang="en-US" sz="1600" kern="1200" dirty="0">
            <a:latin typeface="KaiTi" panose="02010609060101010101" pitchFamily="49" charset="-122"/>
            <a:ea typeface="KaiTi" panose="02010609060101010101" pitchFamily="49" charset="-122"/>
          </a:endParaRPr>
        </a:p>
      </dsp:txBody>
      <dsp:txXfrm>
        <a:off x="290781" y="3197915"/>
        <a:ext cx="1995274" cy="456631"/>
      </dsp:txXfrm>
    </dsp:sp>
    <dsp:sp modelId="{BEBBF8D4-807B-D846-8BD9-5AFADCA0F61D}">
      <dsp:nvSpPr>
        <dsp:cNvPr id="0" name=""/>
        <dsp:cNvSpPr/>
      </dsp:nvSpPr>
      <dsp:spPr>
        <a:xfrm>
          <a:off x="290781" y="3730652"/>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8</a:t>
          </a:r>
          <a:r>
            <a:rPr lang="zh-CN" altLang="en-US" sz="1600" kern="1200">
              <a:latin typeface="KaiTi" panose="02010609060101010101" pitchFamily="49" charset="-122"/>
              <a:ea typeface="KaiTi" panose="02010609060101010101" pitchFamily="49" charset="-122"/>
            </a:rPr>
            <a:t>）项目风险管理</a:t>
          </a:r>
          <a:endParaRPr lang="zh-CN" altLang="en-US" sz="1600" kern="1200" dirty="0">
            <a:latin typeface="KaiTi" panose="02010609060101010101" pitchFamily="49" charset="-122"/>
            <a:ea typeface="KaiTi" panose="02010609060101010101" pitchFamily="49" charset="-122"/>
          </a:endParaRPr>
        </a:p>
      </dsp:txBody>
      <dsp:txXfrm>
        <a:off x="290781" y="3730652"/>
        <a:ext cx="1995274" cy="456631"/>
      </dsp:txXfrm>
    </dsp:sp>
    <dsp:sp modelId="{B1235844-5E22-B848-8F22-5F34BC1FF877}">
      <dsp:nvSpPr>
        <dsp:cNvPr id="0" name=""/>
        <dsp:cNvSpPr/>
      </dsp:nvSpPr>
      <dsp:spPr>
        <a:xfrm>
          <a:off x="290781" y="426338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9</a:t>
          </a:r>
          <a:r>
            <a:rPr lang="zh-CN" altLang="en-US" sz="1600" kern="1200">
              <a:latin typeface="KaiTi" panose="02010609060101010101" pitchFamily="49" charset="-122"/>
              <a:ea typeface="KaiTi" panose="02010609060101010101" pitchFamily="49" charset="-122"/>
            </a:rPr>
            <a:t>）项目采购管理</a:t>
          </a:r>
        </a:p>
      </dsp:txBody>
      <dsp:txXfrm>
        <a:off x="290781" y="4263388"/>
        <a:ext cx="1995274" cy="45663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249271" y="149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Wingdings 2" panose="05020102010507070707" pitchFamily="18" charset="2"/>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1</a:t>
          </a:r>
          <a:r>
            <a:rPr lang="zh-CN" altLang="en-US" sz="1600" kern="1200" dirty="0">
              <a:latin typeface="KaiTi" panose="02010609060101010101" pitchFamily="49" charset="-122"/>
              <a:ea typeface="KaiTi" panose="02010609060101010101" pitchFamily="49" charset="-122"/>
            </a:rPr>
            <a:t>）项目集成管理</a:t>
          </a:r>
        </a:p>
      </dsp:txBody>
      <dsp:txXfrm>
        <a:off x="249271" y="1494"/>
        <a:ext cx="1995274" cy="456631"/>
      </dsp:txXfrm>
    </dsp:sp>
    <dsp:sp modelId="{F09B1A1C-9728-E24A-9F49-D17EB6F03F3F}">
      <dsp:nvSpPr>
        <dsp:cNvPr id="0" name=""/>
        <dsp:cNvSpPr/>
      </dsp:nvSpPr>
      <dsp:spPr>
        <a:xfrm>
          <a:off x="175491" y="534231"/>
          <a:ext cx="2142834"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KaiTi" panose="02010609060101010101" pitchFamily="49" charset="-122"/>
              <a:ea typeface="KaiTi" panose="02010609060101010101" pitchFamily="49" charset="-122"/>
            </a:rPr>
            <a:t>（</a:t>
          </a:r>
          <a:r>
            <a:rPr lang="en-US" altLang="zh-CN" sz="1800" b="1" kern="1200" dirty="0">
              <a:latin typeface="KaiTi" panose="02010609060101010101" pitchFamily="49" charset="-122"/>
              <a:ea typeface="KaiTi" panose="02010609060101010101" pitchFamily="49" charset="-122"/>
            </a:rPr>
            <a:t>2</a:t>
          </a:r>
          <a:r>
            <a:rPr lang="zh-CN" altLang="en-US" sz="1800" b="1" kern="1200" dirty="0">
              <a:latin typeface="KaiTi" panose="02010609060101010101" pitchFamily="49" charset="-122"/>
              <a:ea typeface="KaiTi" panose="02010609060101010101" pitchFamily="49" charset="-122"/>
            </a:rPr>
            <a:t>）项目范围管理</a:t>
          </a:r>
        </a:p>
      </dsp:txBody>
      <dsp:txXfrm>
        <a:off x="175491" y="534231"/>
        <a:ext cx="2142834" cy="456631"/>
      </dsp:txXfrm>
    </dsp:sp>
    <dsp:sp modelId="{CD9E56D5-FC01-0E4E-B497-02063A306FC5}">
      <dsp:nvSpPr>
        <dsp:cNvPr id="0" name=""/>
        <dsp:cNvSpPr/>
      </dsp:nvSpPr>
      <dsp:spPr>
        <a:xfrm>
          <a:off x="249271" y="106696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3</a:t>
          </a:r>
          <a:r>
            <a:rPr lang="zh-CN" altLang="en-US" sz="1600" kern="1200">
              <a:latin typeface="KaiTi" panose="02010609060101010101" pitchFamily="49" charset="-122"/>
              <a:ea typeface="KaiTi" panose="02010609060101010101" pitchFamily="49" charset="-122"/>
            </a:rPr>
            <a:t>）项目时间</a:t>
          </a:r>
          <a:r>
            <a:rPr lang="en-US" altLang="zh-CN" sz="1600" kern="1200">
              <a:latin typeface="KaiTi" panose="02010609060101010101" pitchFamily="49" charset="-122"/>
              <a:ea typeface="KaiTi" panose="02010609060101010101" pitchFamily="49" charset="-122"/>
            </a:rPr>
            <a:t>(</a:t>
          </a:r>
          <a:r>
            <a:rPr lang="zh-CN" altLang="en-US" sz="1600" kern="1200">
              <a:latin typeface="KaiTi" panose="02010609060101010101" pitchFamily="49" charset="-122"/>
              <a:ea typeface="KaiTi" panose="02010609060101010101" pitchFamily="49" charset="-122"/>
            </a:rPr>
            <a:t>进度</a:t>
          </a:r>
          <a:r>
            <a:rPr lang="en-US" altLang="zh-CN" sz="1600" kern="1200">
              <a:latin typeface="KaiTi" panose="02010609060101010101" pitchFamily="49" charset="-122"/>
              <a:ea typeface="KaiTi" panose="02010609060101010101" pitchFamily="49" charset="-122"/>
            </a:rPr>
            <a:t>)</a:t>
          </a:r>
          <a:r>
            <a:rPr lang="zh-CN" altLang="en-US" sz="1600" kern="1200">
              <a:latin typeface="KaiTi" panose="02010609060101010101" pitchFamily="49" charset="-122"/>
              <a:ea typeface="KaiTi" panose="02010609060101010101" pitchFamily="49" charset="-122"/>
            </a:rPr>
            <a:t>管理</a:t>
          </a:r>
          <a:endParaRPr lang="zh-CN" altLang="en-US" sz="1600" kern="1200" dirty="0">
            <a:latin typeface="KaiTi" panose="02010609060101010101" pitchFamily="49" charset="-122"/>
            <a:ea typeface="KaiTi" panose="02010609060101010101" pitchFamily="49" charset="-122"/>
          </a:endParaRPr>
        </a:p>
      </dsp:txBody>
      <dsp:txXfrm>
        <a:off x="249271" y="1066968"/>
        <a:ext cx="1995274" cy="456631"/>
      </dsp:txXfrm>
    </dsp:sp>
    <dsp:sp modelId="{4A24D450-2CA7-624D-B909-97D77CEAC40C}">
      <dsp:nvSpPr>
        <dsp:cNvPr id="0" name=""/>
        <dsp:cNvSpPr/>
      </dsp:nvSpPr>
      <dsp:spPr>
        <a:xfrm>
          <a:off x="286161" y="159970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4</a:t>
          </a:r>
          <a:r>
            <a:rPr lang="zh-CN" altLang="en-US" sz="1600" kern="1200" dirty="0">
              <a:latin typeface="KaiTi" panose="02010609060101010101" pitchFamily="49" charset="-122"/>
              <a:ea typeface="KaiTi" panose="02010609060101010101" pitchFamily="49" charset="-122"/>
            </a:rPr>
            <a:t>）项目成本管理</a:t>
          </a:r>
        </a:p>
      </dsp:txBody>
      <dsp:txXfrm>
        <a:off x="286161" y="1599704"/>
        <a:ext cx="1995274" cy="456631"/>
      </dsp:txXfrm>
    </dsp:sp>
    <dsp:sp modelId="{0FD6A4A7-7BDA-C241-BD96-408BD56CFF09}">
      <dsp:nvSpPr>
        <dsp:cNvPr id="0" name=""/>
        <dsp:cNvSpPr/>
      </dsp:nvSpPr>
      <dsp:spPr>
        <a:xfrm>
          <a:off x="286161" y="213244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5</a:t>
          </a:r>
          <a:r>
            <a:rPr lang="zh-CN" altLang="en-US" sz="1600" kern="1200">
              <a:latin typeface="KaiTi" panose="02010609060101010101" pitchFamily="49" charset="-122"/>
              <a:ea typeface="KaiTi" panose="02010609060101010101" pitchFamily="49" charset="-122"/>
            </a:rPr>
            <a:t>）项目质量管理</a:t>
          </a:r>
          <a:endParaRPr lang="zh-CN" altLang="en-US" sz="1600" kern="1200" dirty="0">
            <a:latin typeface="KaiTi" panose="02010609060101010101" pitchFamily="49" charset="-122"/>
            <a:ea typeface="KaiTi" panose="02010609060101010101" pitchFamily="49" charset="-122"/>
          </a:endParaRPr>
        </a:p>
      </dsp:txBody>
      <dsp:txXfrm>
        <a:off x="286161" y="2132441"/>
        <a:ext cx="1995274" cy="456631"/>
      </dsp:txXfrm>
    </dsp:sp>
    <dsp:sp modelId="{1F5157AB-51CD-6E4E-B035-06C1E5F0DF93}">
      <dsp:nvSpPr>
        <dsp:cNvPr id="0" name=""/>
        <dsp:cNvSpPr/>
      </dsp:nvSpPr>
      <dsp:spPr>
        <a:xfrm>
          <a:off x="286161" y="266517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6</a:t>
          </a:r>
          <a:r>
            <a:rPr lang="zh-CN" altLang="en-US" sz="1600" kern="1200">
              <a:latin typeface="KaiTi" panose="02010609060101010101" pitchFamily="49" charset="-122"/>
              <a:ea typeface="KaiTi" panose="02010609060101010101" pitchFamily="49" charset="-122"/>
            </a:rPr>
            <a:t>）项目人力资源管理</a:t>
          </a:r>
          <a:endParaRPr lang="zh-CN" altLang="en-US" sz="1600" kern="1200" dirty="0">
            <a:latin typeface="KaiTi" panose="02010609060101010101" pitchFamily="49" charset="-122"/>
            <a:ea typeface="KaiTi" panose="02010609060101010101" pitchFamily="49" charset="-122"/>
          </a:endParaRPr>
        </a:p>
      </dsp:txBody>
      <dsp:txXfrm>
        <a:off x="286161" y="2665178"/>
        <a:ext cx="1995274" cy="456631"/>
      </dsp:txXfrm>
    </dsp:sp>
    <dsp:sp modelId="{10A46238-47BC-7E49-8733-7619EA9D93D9}">
      <dsp:nvSpPr>
        <dsp:cNvPr id="0" name=""/>
        <dsp:cNvSpPr/>
      </dsp:nvSpPr>
      <dsp:spPr>
        <a:xfrm>
          <a:off x="286161" y="3197915"/>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7</a:t>
          </a:r>
          <a:r>
            <a:rPr lang="zh-CN" altLang="en-US" sz="1600" kern="1200">
              <a:latin typeface="KaiTi" panose="02010609060101010101" pitchFamily="49" charset="-122"/>
              <a:ea typeface="KaiTi" panose="02010609060101010101" pitchFamily="49" charset="-122"/>
            </a:rPr>
            <a:t>）项目沟通管理</a:t>
          </a:r>
          <a:endParaRPr lang="zh-CN" altLang="en-US" sz="1600" kern="1200" dirty="0">
            <a:latin typeface="KaiTi" panose="02010609060101010101" pitchFamily="49" charset="-122"/>
            <a:ea typeface="KaiTi" panose="02010609060101010101" pitchFamily="49" charset="-122"/>
          </a:endParaRPr>
        </a:p>
      </dsp:txBody>
      <dsp:txXfrm>
        <a:off x="286161" y="3197915"/>
        <a:ext cx="1995274" cy="456631"/>
      </dsp:txXfrm>
    </dsp:sp>
    <dsp:sp modelId="{BEBBF8D4-807B-D846-8BD9-5AFADCA0F61D}">
      <dsp:nvSpPr>
        <dsp:cNvPr id="0" name=""/>
        <dsp:cNvSpPr/>
      </dsp:nvSpPr>
      <dsp:spPr>
        <a:xfrm>
          <a:off x="286161" y="3730652"/>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8</a:t>
          </a:r>
          <a:r>
            <a:rPr lang="zh-CN" altLang="en-US" sz="1600" kern="1200">
              <a:latin typeface="KaiTi" panose="02010609060101010101" pitchFamily="49" charset="-122"/>
              <a:ea typeface="KaiTi" panose="02010609060101010101" pitchFamily="49" charset="-122"/>
            </a:rPr>
            <a:t>）项目风险管理</a:t>
          </a:r>
          <a:endParaRPr lang="zh-CN" altLang="en-US" sz="1600" kern="1200" dirty="0">
            <a:latin typeface="KaiTi" panose="02010609060101010101" pitchFamily="49" charset="-122"/>
            <a:ea typeface="KaiTi" panose="02010609060101010101" pitchFamily="49" charset="-122"/>
          </a:endParaRPr>
        </a:p>
      </dsp:txBody>
      <dsp:txXfrm>
        <a:off x="286161" y="3730652"/>
        <a:ext cx="1995274" cy="456631"/>
      </dsp:txXfrm>
    </dsp:sp>
    <dsp:sp modelId="{B1235844-5E22-B848-8F22-5F34BC1FF877}">
      <dsp:nvSpPr>
        <dsp:cNvPr id="0" name=""/>
        <dsp:cNvSpPr/>
      </dsp:nvSpPr>
      <dsp:spPr>
        <a:xfrm>
          <a:off x="286161" y="426338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9</a:t>
          </a:r>
          <a:r>
            <a:rPr lang="zh-CN" altLang="en-US" sz="1600" kern="1200">
              <a:latin typeface="KaiTi" panose="02010609060101010101" pitchFamily="49" charset="-122"/>
              <a:ea typeface="KaiTi" panose="02010609060101010101" pitchFamily="49" charset="-122"/>
            </a:rPr>
            <a:t>）项目采购管理</a:t>
          </a:r>
        </a:p>
      </dsp:txBody>
      <dsp:txXfrm>
        <a:off x="286161" y="4263388"/>
        <a:ext cx="1995274" cy="4566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249271" y="149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Wingdings 2" panose="05020102010507070707" pitchFamily="18" charset="2"/>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1</a:t>
          </a:r>
          <a:r>
            <a:rPr lang="zh-CN" altLang="en-US" sz="1600" kern="1200" dirty="0">
              <a:latin typeface="KaiTi" panose="02010609060101010101" pitchFamily="49" charset="-122"/>
              <a:ea typeface="KaiTi" panose="02010609060101010101" pitchFamily="49" charset="-122"/>
            </a:rPr>
            <a:t>）项目集成管理</a:t>
          </a:r>
        </a:p>
      </dsp:txBody>
      <dsp:txXfrm>
        <a:off x="249271" y="1494"/>
        <a:ext cx="1995274" cy="456631"/>
      </dsp:txXfrm>
    </dsp:sp>
    <dsp:sp modelId="{F09B1A1C-9728-E24A-9F49-D17EB6F03F3F}">
      <dsp:nvSpPr>
        <dsp:cNvPr id="0" name=""/>
        <dsp:cNvSpPr/>
      </dsp:nvSpPr>
      <dsp:spPr>
        <a:xfrm>
          <a:off x="175491" y="534231"/>
          <a:ext cx="2142834"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KaiTi" panose="02010609060101010101" pitchFamily="49" charset="-122"/>
              <a:ea typeface="KaiTi" panose="02010609060101010101" pitchFamily="49" charset="-122"/>
            </a:rPr>
            <a:t>（</a:t>
          </a:r>
          <a:r>
            <a:rPr lang="en-US" altLang="zh-CN" sz="1800" b="1" kern="1200" dirty="0">
              <a:latin typeface="KaiTi" panose="02010609060101010101" pitchFamily="49" charset="-122"/>
              <a:ea typeface="KaiTi" panose="02010609060101010101" pitchFamily="49" charset="-122"/>
            </a:rPr>
            <a:t>2</a:t>
          </a:r>
          <a:r>
            <a:rPr lang="zh-CN" altLang="en-US" sz="1800" b="1" kern="1200" dirty="0">
              <a:latin typeface="KaiTi" panose="02010609060101010101" pitchFamily="49" charset="-122"/>
              <a:ea typeface="KaiTi" panose="02010609060101010101" pitchFamily="49" charset="-122"/>
            </a:rPr>
            <a:t>）项目范围管理</a:t>
          </a:r>
        </a:p>
      </dsp:txBody>
      <dsp:txXfrm>
        <a:off x="175491" y="534231"/>
        <a:ext cx="2142834" cy="456631"/>
      </dsp:txXfrm>
    </dsp:sp>
    <dsp:sp modelId="{CD9E56D5-FC01-0E4E-B497-02063A306FC5}">
      <dsp:nvSpPr>
        <dsp:cNvPr id="0" name=""/>
        <dsp:cNvSpPr/>
      </dsp:nvSpPr>
      <dsp:spPr>
        <a:xfrm>
          <a:off x="249271" y="106696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3</a:t>
          </a:r>
          <a:r>
            <a:rPr lang="zh-CN" altLang="en-US" sz="1600" kern="1200">
              <a:latin typeface="KaiTi" panose="02010609060101010101" pitchFamily="49" charset="-122"/>
              <a:ea typeface="KaiTi" panose="02010609060101010101" pitchFamily="49" charset="-122"/>
            </a:rPr>
            <a:t>）项目时间</a:t>
          </a:r>
          <a:r>
            <a:rPr lang="en-US" altLang="zh-CN" sz="1600" kern="1200">
              <a:latin typeface="KaiTi" panose="02010609060101010101" pitchFamily="49" charset="-122"/>
              <a:ea typeface="KaiTi" panose="02010609060101010101" pitchFamily="49" charset="-122"/>
            </a:rPr>
            <a:t>(</a:t>
          </a:r>
          <a:r>
            <a:rPr lang="zh-CN" altLang="en-US" sz="1600" kern="1200">
              <a:latin typeface="KaiTi" panose="02010609060101010101" pitchFamily="49" charset="-122"/>
              <a:ea typeface="KaiTi" panose="02010609060101010101" pitchFamily="49" charset="-122"/>
            </a:rPr>
            <a:t>进度</a:t>
          </a:r>
          <a:r>
            <a:rPr lang="en-US" altLang="zh-CN" sz="1600" kern="1200">
              <a:latin typeface="KaiTi" panose="02010609060101010101" pitchFamily="49" charset="-122"/>
              <a:ea typeface="KaiTi" panose="02010609060101010101" pitchFamily="49" charset="-122"/>
            </a:rPr>
            <a:t>)</a:t>
          </a:r>
          <a:r>
            <a:rPr lang="zh-CN" altLang="en-US" sz="1600" kern="1200">
              <a:latin typeface="KaiTi" panose="02010609060101010101" pitchFamily="49" charset="-122"/>
              <a:ea typeface="KaiTi" panose="02010609060101010101" pitchFamily="49" charset="-122"/>
            </a:rPr>
            <a:t>管理</a:t>
          </a:r>
          <a:endParaRPr lang="zh-CN" altLang="en-US" sz="1600" kern="1200" dirty="0">
            <a:latin typeface="KaiTi" panose="02010609060101010101" pitchFamily="49" charset="-122"/>
            <a:ea typeface="KaiTi" panose="02010609060101010101" pitchFamily="49" charset="-122"/>
          </a:endParaRPr>
        </a:p>
      </dsp:txBody>
      <dsp:txXfrm>
        <a:off x="249271" y="1066968"/>
        <a:ext cx="1995274" cy="456631"/>
      </dsp:txXfrm>
    </dsp:sp>
    <dsp:sp modelId="{4A24D450-2CA7-624D-B909-97D77CEAC40C}">
      <dsp:nvSpPr>
        <dsp:cNvPr id="0" name=""/>
        <dsp:cNvSpPr/>
      </dsp:nvSpPr>
      <dsp:spPr>
        <a:xfrm>
          <a:off x="286161" y="159970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4</a:t>
          </a:r>
          <a:r>
            <a:rPr lang="zh-CN" altLang="en-US" sz="1600" kern="1200" dirty="0">
              <a:latin typeface="KaiTi" panose="02010609060101010101" pitchFamily="49" charset="-122"/>
              <a:ea typeface="KaiTi" panose="02010609060101010101" pitchFamily="49" charset="-122"/>
            </a:rPr>
            <a:t>）项目成本管理</a:t>
          </a:r>
        </a:p>
      </dsp:txBody>
      <dsp:txXfrm>
        <a:off x="286161" y="1599704"/>
        <a:ext cx="1995274" cy="456631"/>
      </dsp:txXfrm>
    </dsp:sp>
    <dsp:sp modelId="{0FD6A4A7-7BDA-C241-BD96-408BD56CFF09}">
      <dsp:nvSpPr>
        <dsp:cNvPr id="0" name=""/>
        <dsp:cNvSpPr/>
      </dsp:nvSpPr>
      <dsp:spPr>
        <a:xfrm>
          <a:off x="286161" y="213244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5</a:t>
          </a:r>
          <a:r>
            <a:rPr lang="zh-CN" altLang="en-US" sz="1600" kern="1200">
              <a:latin typeface="KaiTi" panose="02010609060101010101" pitchFamily="49" charset="-122"/>
              <a:ea typeface="KaiTi" panose="02010609060101010101" pitchFamily="49" charset="-122"/>
            </a:rPr>
            <a:t>）项目质量管理</a:t>
          </a:r>
          <a:endParaRPr lang="zh-CN" altLang="en-US" sz="1600" kern="1200" dirty="0">
            <a:latin typeface="KaiTi" panose="02010609060101010101" pitchFamily="49" charset="-122"/>
            <a:ea typeface="KaiTi" panose="02010609060101010101" pitchFamily="49" charset="-122"/>
          </a:endParaRPr>
        </a:p>
      </dsp:txBody>
      <dsp:txXfrm>
        <a:off x="286161" y="2132441"/>
        <a:ext cx="1995274" cy="456631"/>
      </dsp:txXfrm>
    </dsp:sp>
    <dsp:sp modelId="{1F5157AB-51CD-6E4E-B035-06C1E5F0DF93}">
      <dsp:nvSpPr>
        <dsp:cNvPr id="0" name=""/>
        <dsp:cNvSpPr/>
      </dsp:nvSpPr>
      <dsp:spPr>
        <a:xfrm>
          <a:off x="286161" y="266517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6</a:t>
          </a:r>
          <a:r>
            <a:rPr lang="zh-CN" altLang="en-US" sz="1600" kern="1200">
              <a:latin typeface="KaiTi" panose="02010609060101010101" pitchFamily="49" charset="-122"/>
              <a:ea typeface="KaiTi" panose="02010609060101010101" pitchFamily="49" charset="-122"/>
            </a:rPr>
            <a:t>）项目人力资源管理</a:t>
          </a:r>
          <a:endParaRPr lang="zh-CN" altLang="en-US" sz="1600" kern="1200" dirty="0">
            <a:latin typeface="KaiTi" panose="02010609060101010101" pitchFamily="49" charset="-122"/>
            <a:ea typeface="KaiTi" panose="02010609060101010101" pitchFamily="49" charset="-122"/>
          </a:endParaRPr>
        </a:p>
      </dsp:txBody>
      <dsp:txXfrm>
        <a:off x="286161" y="2665178"/>
        <a:ext cx="1995274" cy="456631"/>
      </dsp:txXfrm>
    </dsp:sp>
    <dsp:sp modelId="{10A46238-47BC-7E49-8733-7619EA9D93D9}">
      <dsp:nvSpPr>
        <dsp:cNvPr id="0" name=""/>
        <dsp:cNvSpPr/>
      </dsp:nvSpPr>
      <dsp:spPr>
        <a:xfrm>
          <a:off x="286161" y="3197915"/>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7</a:t>
          </a:r>
          <a:r>
            <a:rPr lang="zh-CN" altLang="en-US" sz="1600" kern="1200">
              <a:latin typeface="KaiTi" panose="02010609060101010101" pitchFamily="49" charset="-122"/>
              <a:ea typeface="KaiTi" panose="02010609060101010101" pitchFamily="49" charset="-122"/>
            </a:rPr>
            <a:t>）项目沟通管理</a:t>
          </a:r>
          <a:endParaRPr lang="zh-CN" altLang="en-US" sz="1600" kern="1200" dirty="0">
            <a:latin typeface="KaiTi" panose="02010609060101010101" pitchFamily="49" charset="-122"/>
            <a:ea typeface="KaiTi" panose="02010609060101010101" pitchFamily="49" charset="-122"/>
          </a:endParaRPr>
        </a:p>
      </dsp:txBody>
      <dsp:txXfrm>
        <a:off x="286161" y="3197915"/>
        <a:ext cx="1995274" cy="456631"/>
      </dsp:txXfrm>
    </dsp:sp>
    <dsp:sp modelId="{BEBBF8D4-807B-D846-8BD9-5AFADCA0F61D}">
      <dsp:nvSpPr>
        <dsp:cNvPr id="0" name=""/>
        <dsp:cNvSpPr/>
      </dsp:nvSpPr>
      <dsp:spPr>
        <a:xfrm>
          <a:off x="286161" y="3730652"/>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8</a:t>
          </a:r>
          <a:r>
            <a:rPr lang="zh-CN" altLang="en-US" sz="1600" kern="1200">
              <a:latin typeface="KaiTi" panose="02010609060101010101" pitchFamily="49" charset="-122"/>
              <a:ea typeface="KaiTi" panose="02010609060101010101" pitchFamily="49" charset="-122"/>
            </a:rPr>
            <a:t>）项目风险管理</a:t>
          </a:r>
          <a:endParaRPr lang="zh-CN" altLang="en-US" sz="1600" kern="1200" dirty="0">
            <a:latin typeface="KaiTi" panose="02010609060101010101" pitchFamily="49" charset="-122"/>
            <a:ea typeface="KaiTi" panose="02010609060101010101" pitchFamily="49" charset="-122"/>
          </a:endParaRPr>
        </a:p>
      </dsp:txBody>
      <dsp:txXfrm>
        <a:off x="286161" y="3730652"/>
        <a:ext cx="1995274" cy="456631"/>
      </dsp:txXfrm>
    </dsp:sp>
    <dsp:sp modelId="{B1235844-5E22-B848-8F22-5F34BC1FF877}">
      <dsp:nvSpPr>
        <dsp:cNvPr id="0" name=""/>
        <dsp:cNvSpPr/>
      </dsp:nvSpPr>
      <dsp:spPr>
        <a:xfrm>
          <a:off x="286161" y="426338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9</a:t>
          </a:r>
          <a:r>
            <a:rPr lang="zh-CN" altLang="en-US" sz="1600" kern="1200">
              <a:latin typeface="KaiTi" panose="02010609060101010101" pitchFamily="49" charset="-122"/>
              <a:ea typeface="KaiTi" panose="02010609060101010101" pitchFamily="49" charset="-122"/>
            </a:rPr>
            <a:t>）项目采购管理</a:t>
          </a:r>
        </a:p>
      </dsp:txBody>
      <dsp:txXfrm>
        <a:off x="286161" y="4263388"/>
        <a:ext cx="1995274" cy="45663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249271" y="149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Wingdings 2" panose="05020102010507070707" pitchFamily="18" charset="2"/>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1</a:t>
          </a:r>
          <a:r>
            <a:rPr lang="zh-CN" altLang="en-US" sz="1600" kern="1200" dirty="0">
              <a:latin typeface="KaiTi" panose="02010609060101010101" pitchFamily="49" charset="-122"/>
              <a:ea typeface="KaiTi" panose="02010609060101010101" pitchFamily="49" charset="-122"/>
            </a:rPr>
            <a:t>）项目集成管理</a:t>
          </a:r>
        </a:p>
      </dsp:txBody>
      <dsp:txXfrm>
        <a:off x="249271" y="1494"/>
        <a:ext cx="1995274" cy="456631"/>
      </dsp:txXfrm>
    </dsp:sp>
    <dsp:sp modelId="{F09B1A1C-9728-E24A-9F49-D17EB6F03F3F}">
      <dsp:nvSpPr>
        <dsp:cNvPr id="0" name=""/>
        <dsp:cNvSpPr/>
      </dsp:nvSpPr>
      <dsp:spPr>
        <a:xfrm>
          <a:off x="249271" y="53423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KaiTi" panose="02010609060101010101" pitchFamily="49" charset="-122"/>
              <a:ea typeface="KaiTi" panose="02010609060101010101" pitchFamily="49" charset="-122"/>
            </a:rPr>
            <a:t>（</a:t>
          </a:r>
          <a:r>
            <a:rPr lang="en-US" altLang="zh-CN" sz="1600" b="0" kern="1200" dirty="0">
              <a:latin typeface="KaiTi" panose="02010609060101010101" pitchFamily="49" charset="-122"/>
              <a:ea typeface="KaiTi" panose="02010609060101010101" pitchFamily="49" charset="-122"/>
            </a:rPr>
            <a:t>2</a:t>
          </a:r>
          <a:r>
            <a:rPr lang="zh-CN" altLang="en-US" sz="1600" b="0" kern="1200" dirty="0">
              <a:latin typeface="KaiTi" panose="02010609060101010101" pitchFamily="49" charset="-122"/>
              <a:ea typeface="KaiTi" panose="02010609060101010101" pitchFamily="49" charset="-122"/>
            </a:rPr>
            <a:t>）项目范围管理</a:t>
          </a:r>
        </a:p>
      </dsp:txBody>
      <dsp:txXfrm>
        <a:off x="249271" y="534231"/>
        <a:ext cx="1995274" cy="456631"/>
      </dsp:txXfrm>
    </dsp:sp>
    <dsp:sp modelId="{CD9E56D5-FC01-0E4E-B497-02063A306FC5}">
      <dsp:nvSpPr>
        <dsp:cNvPr id="0" name=""/>
        <dsp:cNvSpPr/>
      </dsp:nvSpPr>
      <dsp:spPr>
        <a:xfrm>
          <a:off x="166251" y="1066968"/>
          <a:ext cx="2161313"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KaiTi" panose="02010609060101010101" pitchFamily="49" charset="-122"/>
              <a:ea typeface="KaiTi" panose="02010609060101010101" pitchFamily="49" charset="-122"/>
            </a:rPr>
            <a:t>（</a:t>
          </a:r>
          <a:r>
            <a:rPr lang="en-US" altLang="zh-CN" sz="1600" b="1" kern="1200" dirty="0">
              <a:latin typeface="KaiTi" panose="02010609060101010101" pitchFamily="49" charset="-122"/>
              <a:ea typeface="KaiTi" panose="02010609060101010101" pitchFamily="49" charset="-122"/>
            </a:rPr>
            <a:t>3</a:t>
          </a:r>
          <a:r>
            <a:rPr lang="zh-CN" altLang="en-US" sz="1600" b="1" kern="1200" dirty="0">
              <a:latin typeface="KaiTi" panose="02010609060101010101" pitchFamily="49" charset="-122"/>
              <a:ea typeface="KaiTi" panose="02010609060101010101" pitchFamily="49" charset="-122"/>
            </a:rPr>
            <a:t>）项目时间</a:t>
          </a:r>
          <a:r>
            <a:rPr lang="en-US" altLang="zh-CN" sz="1600" b="1" kern="1200" dirty="0">
              <a:latin typeface="KaiTi" panose="02010609060101010101" pitchFamily="49" charset="-122"/>
              <a:ea typeface="KaiTi" panose="02010609060101010101" pitchFamily="49" charset="-122"/>
            </a:rPr>
            <a:t>(</a:t>
          </a:r>
          <a:r>
            <a:rPr lang="zh-CN" altLang="en-US" sz="1600" b="1" kern="1200" dirty="0">
              <a:latin typeface="KaiTi" panose="02010609060101010101" pitchFamily="49" charset="-122"/>
              <a:ea typeface="KaiTi" panose="02010609060101010101" pitchFamily="49" charset="-122"/>
            </a:rPr>
            <a:t>进度</a:t>
          </a:r>
          <a:r>
            <a:rPr lang="en-US" altLang="zh-CN" sz="1600" b="1" kern="1200" dirty="0">
              <a:latin typeface="KaiTi" panose="02010609060101010101" pitchFamily="49" charset="-122"/>
              <a:ea typeface="KaiTi" panose="02010609060101010101" pitchFamily="49" charset="-122"/>
            </a:rPr>
            <a:t>)</a:t>
          </a:r>
          <a:r>
            <a:rPr lang="zh-CN" altLang="en-US" sz="1600" b="1" kern="1200" dirty="0">
              <a:latin typeface="KaiTi" panose="02010609060101010101" pitchFamily="49" charset="-122"/>
              <a:ea typeface="KaiTi" panose="02010609060101010101" pitchFamily="49" charset="-122"/>
            </a:rPr>
            <a:t>管理</a:t>
          </a:r>
        </a:p>
      </dsp:txBody>
      <dsp:txXfrm>
        <a:off x="166251" y="1066968"/>
        <a:ext cx="2161313" cy="456631"/>
      </dsp:txXfrm>
    </dsp:sp>
    <dsp:sp modelId="{4A24D450-2CA7-624D-B909-97D77CEAC40C}">
      <dsp:nvSpPr>
        <dsp:cNvPr id="0" name=""/>
        <dsp:cNvSpPr/>
      </dsp:nvSpPr>
      <dsp:spPr>
        <a:xfrm>
          <a:off x="166251" y="1599704"/>
          <a:ext cx="2161313"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KaiTi" panose="02010609060101010101" pitchFamily="49" charset="-122"/>
              <a:ea typeface="KaiTi" panose="02010609060101010101" pitchFamily="49" charset="-122"/>
            </a:rPr>
            <a:t>（</a:t>
          </a:r>
          <a:r>
            <a:rPr lang="en-US" altLang="zh-CN" sz="1800" b="1" kern="1200" dirty="0">
              <a:latin typeface="KaiTi" panose="02010609060101010101" pitchFamily="49" charset="-122"/>
              <a:ea typeface="KaiTi" panose="02010609060101010101" pitchFamily="49" charset="-122"/>
            </a:rPr>
            <a:t>4</a:t>
          </a:r>
          <a:r>
            <a:rPr lang="zh-CN" altLang="en-US" sz="1800" b="1" kern="1200" dirty="0">
              <a:latin typeface="KaiTi" panose="02010609060101010101" pitchFamily="49" charset="-122"/>
              <a:ea typeface="KaiTi" panose="02010609060101010101" pitchFamily="49" charset="-122"/>
            </a:rPr>
            <a:t>）项目成本管理</a:t>
          </a:r>
        </a:p>
      </dsp:txBody>
      <dsp:txXfrm>
        <a:off x="166251" y="1599704"/>
        <a:ext cx="2161313" cy="456631"/>
      </dsp:txXfrm>
    </dsp:sp>
    <dsp:sp modelId="{0FD6A4A7-7BDA-C241-BD96-408BD56CFF09}">
      <dsp:nvSpPr>
        <dsp:cNvPr id="0" name=""/>
        <dsp:cNvSpPr/>
      </dsp:nvSpPr>
      <dsp:spPr>
        <a:xfrm>
          <a:off x="290781" y="213244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5</a:t>
          </a:r>
          <a:r>
            <a:rPr lang="zh-CN" altLang="en-US" sz="1600" kern="1200">
              <a:latin typeface="KaiTi" panose="02010609060101010101" pitchFamily="49" charset="-122"/>
              <a:ea typeface="KaiTi" panose="02010609060101010101" pitchFamily="49" charset="-122"/>
            </a:rPr>
            <a:t>）项目质量管理</a:t>
          </a:r>
          <a:endParaRPr lang="zh-CN" altLang="en-US" sz="1600" kern="1200" dirty="0">
            <a:latin typeface="KaiTi" panose="02010609060101010101" pitchFamily="49" charset="-122"/>
            <a:ea typeface="KaiTi" panose="02010609060101010101" pitchFamily="49" charset="-122"/>
          </a:endParaRPr>
        </a:p>
      </dsp:txBody>
      <dsp:txXfrm>
        <a:off x="290781" y="2132441"/>
        <a:ext cx="1995274" cy="456631"/>
      </dsp:txXfrm>
    </dsp:sp>
    <dsp:sp modelId="{1F5157AB-51CD-6E4E-B035-06C1E5F0DF93}">
      <dsp:nvSpPr>
        <dsp:cNvPr id="0" name=""/>
        <dsp:cNvSpPr/>
      </dsp:nvSpPr>
      <dsp:spPr>
        <a:xfrm>
          <a:off x="290781" y="266517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6</a:t>
          </a:r>
          <a:r>
            <a:rPr lang="zh-CN" altLang="en-US" sz="1600" kern="1200">
              <a:latin typeface="KaiTi" panose="02010609060101010101" pitchFamily="49" charset="-122"/>
              <a:ea typeface="KaiTi" panose="02010609060101010101" pitchFamily="49" charset="-122"/>
            </a:rPr>
            <a:t>）项目人力资源管理</a:t>
          </a:r>
          <a:endParaRPr lang="zh-CN" altLang="en-US" sz="1600" kern="1200" dirty="0">
            <a:latin typeface="KaiTi" panose="02010609060101010101" pitchFamily="49" charset="-122"/>
            <a:ea typeface="KaiTi" panose="02010609060101010101" pitchFamily="49" charset="-122"/>
          </a:endParaRPr>
        </a:p>
      </dsp:txBody>
      <dsp:txXfrm>
        <a:off x="290781" y="2665178"/>
        <a:ext cx="1995274" cy="456631"/>
      </dsp:txXfrm>
    </dsp:sp>
    <dsp:sp modelId="{10A46238-47BC-7E49-8733-7619EA9D93D9}">
      <dsp:nvSpPr>
        <dsp:cNvPr id="0" name=""/>
        <dsp:cNvSpPr/>
      </dsp:nvSpPr>
      <dsp:spPr>
        <a:xfrm>
          <a:off x="290781" y="3197915"/>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7</a:t>
          </a:r>
          <a:r>
            <a:rPr lang="zh-CN" altLang="en-US" sz="1600" kern="1200">
              <a:latin typeface="KaiTi" panose="02010609060101010101" pitchFamily="49" charset="-122"/>
              <a:ea typeface="KaiTi" panose="02010609060101010101" pitchFamily="49" charset="-122"/>
            </a:rPr>
            <a:t>）项目沟通管理</a:t>
          </a:r>
          <a:endParaRPr lang="zh-CN" altLang="en-US" sz="1600" kern="1200" dirty="0">
            <a:latin typeface="KaiTi" panose="02010609060101010101" pitchFamily="49" charset="-122"/>
            <a:ea typeface="KaiTi" panose="02010609060101010101" pitchFamily="49" charset="-122"/>
          </a:endParaRPr>
        </a:p>
      </dsp:txBody>
      <dsp:txXfrm>
        <a:off x="290781" y="3197915"/>
        <a:ext cx="1995274" cy="456631"/>
      </dsp:txXfrm>
    </dsp:sp>
    <dsp:sp modelId="{BEBBF8D4-807B-D846-8BD9-5AFADCA0F61D}">
      <dsp:nvSpPr>
        <dsp:cNvPr id="0" name=""/>
        <dsp:cNvSpPr/>
      </dsp:nvSpPr>
      <dsp:spPr>
        <a:xfrm>
          <a:off x="290781" y="3730652"/>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8</a:t>
          </a:r>
          <a:r>
            <a:rPr lang="zh-CN" altLang="en-US" sz="1600" kern="1200">
              <a:latin typeface="KaiTi" panose="02010609060101010101" pitchFamily="49" charset="-122"/>
              <a:ea typeface="KaiTi" panose="02010609060101010101" pitchFamily="49" charset="-122"/>
            </a:rPr>
            <a:t>）项目风险管理</a:t>
          </a:r>
          <a:endParaRPr lang="zh-CN" altLang="en-US" sz="1600" kern="1200" dirty="0">
            <a:latin typeface="KaiTi" panose="02010609060101010101" pitchFamily="49" charset="-122"/>
            <a:ea typeface="KaiTi" panose="02010609060101010101" pitchFamily="49" charset="-122"/>
          </a:endParaRPr>
        </a:p>
      </dsp:txBody>
      <dsp:txXfrm>
        <a:off x="290781" y="3730652"/>
        <a:ext cx="1995274" cy="456631"/>
      </dsp:txXfrm>
    </dsp:sp>
    <dsp:sp modelId="{B1235844-5E22-B848-8F22-5F34BC1FF877}">
      <dsp:nvSpPr>
        <dsp:cNvPr id="0" name=""/>
        <dsp:cNvSpPr/>
      </dsp:nvSpPr>
      <dsp:spPr>
        <a:xfrm>
          <a:off x="290781" y="426338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9</a:t>
          </a:r>
          <a:r>
            <a:rPr lang="zh-CN" altLang="en-US" sz="1600" kern="1200">
              <a:latin typeface="KaiTi" panose="02010609060101010101" pitchFamily="49" charset="-122"/>
              <a:ea typeface="KaiTi" panose="02010609060101010101" pitchFamily="49" charset="-122"/>
            </a:rPr>
            <a:t>）项目采购管理</a:t>
          </a:r>
        </a:p>
      </dsp:txBody>
      <dsp:txXfrm>
        <a:off x="290781" y="4263388"/>
        <a:ext cx="1995274" cy="45663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41D58-5779-974D-96E4-97FCBDAC8816}">
      <dsp:nvSpPr>
        <dsp:cNvPr id="0" name=""/>
        <dsp:cNvSpPr/>
      </dsp:nvSpPr>
      <dsp:spPr>
        <a:xfrm>
          <a:off x="249271" y="1494"/>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Wingdings 2" panose="05020102010507070707" pitchFamily="18" charset="2"/>
            <a:buNone/>
          </a:pPr>
          <a:r>
            <a:rPr lang="zh-CN" altLang="en-US" sz="1600" kern="1200" dirty="0">
              <a:latin typeface="KaiTi" panose="02010609060101010101" pitchFamily="49" charset="-122"/>
              <a:ea typeface="KaiTi" panose="02010609060101010101" pitchFamily="49" charset="-122"/>
            </a:rPr>
            <a:t>（</a:t>
          </a:r>
          <a:r>
            <a:rPr lang="en-US" altLang="zh-CN" sz="1600" kern="1200" dirty="0">
              <a:latin typeface="KaiTi" panose="02010609060101010101" pitchFamily="49" charset="-122"/>
              <a:ea typeface="KaiTi" panose="02010609060101010101" pitchFamily="49" charset="-122"/>
            </a:rPr>
            <a:t>1</a:t>
          </a:r>
          <a:r>
            <a:rPr lang="zh-CN" altLang="en-US" sz="1600" kern="1200" dirty="0">
              <a:latin typeface="KaiTi" panose="02010609060101010101" pitchFamily="49" charset="-122"/>
              <a:ea typeface="KaiTi" panose="02010609060101010101" pitchFamily="49" charset="-122"/>
            </a:rPr>
            <a:t>）项目集成管理</a:t>
          </a:r>
        </a:p>
      </dsp:txBody>
      <dsp:txXfrm>
        <a:off x="249271" y="1494"/>
        <a:ext cx="1995274" cy="456631"/>
      </dsp:txXfrm>
    </dsp:sp>
    <dsp:sp modelId="{F09B1A1C-9728-E24A-9F49-D17EB6F03F3F}">
      <dsp:nvSpPr>
        <dsp:cNvPr id="0" name=""/>
        <dsp:cNvSpPr/>
      </dsp:nvSpPr>
      <dsp:spPr>
        <a:xfrm>
          <a:off x="249271" y="53423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KaiTi" panose="02010609060101010101" pitchFamily="49" charset="-122"/>
              <a:ea typeface="KaiTi" panose="02010609060101010101" pitchFamily="49" charset="-122"/>
            </a:rPr>
            <a:t>（</a:t>
          </a:r>
          <a:r>
            <a:rPr lang="en-US" altLang="zh-CN" sz="1600" b="0" kern="1200" dirty="0">
              <a:latin typeface="KaiTi" panose="02010609060101010101" pitchFamily="49" charset="-122"/>
              <a:ea typeface="KaiTi" panose="02010609060101010101" pitchFamily="49" charset="-122"/>
            </a:rPr>
            <a:t>2</a:t>
          </a:r>
          <a:r>
            <a:rPr lang="zh-CN" altLang="en-US" sz="1600" b="0" kern="1200" dirty="0">
              <a:latin typeface="KaiTi" panose="02010609060101010101" pitchFamily="49" charset="-122"/>
              <a:ea typeface="KaiTi" panose="02010609060101010101" pitchFamily="49" charset="-122"/>
            </a:rPr>
            <a:t>）项目范围管理</a:t>
          </a:r>
        </a:p>
      </dsp:txBody>
      <dsp:txXfrm>
        <a:off x="249271" y="534231"/>
        <a:ext cx="1995274" cy="456631"/>
      </dsp:txXfrm>
    </dsp:sp>
    <dsp:sp modelId="{CD9E56D5-FC01-0E4E-B497-02063A306FC5}">
      <dsp:nvSpPr>
        <dsp:cNvPr id="0" name=""/>
        <dsp:cNvSpPr/>
      </dsp:nvSpPr>
      <dsp:spPr>
        <a:xfrm>
          <a:off x="166251" y="1066968"/>
          <a:ext cx="2161313"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KaiTi" panose="02010609060101010101" pitchFamily="49" charset="-122"/>
              <a:ea typeface="KaiTi" panose="02010609060101010101" pitchFamily="49" charset="-122"/>
            </a:rPr>
            <a:t>（</a:t>
          </a:r>
          <a:r>
            <a:rPr lang="en-US" altLang="zh-CN" sz="1600" b="1" kern="1200" dirty="0">
              <a:latin typeface="KaiTi" panose="02010609060101010101" pitchFamily="49" charset="-122"/>
              <a:ea typeface="KaiTi" panose="02010609060101010101" pitchFamily="49" charset="-122"/>
            </a:rPr>
            <a:t>3</a:t>
          </a:r>
          <a:r>
            <a:rPr lang="zh-CN" altLang="en-US" sz="1600" b="1" kern="1200" dirty="0">
              <a:latin typeface="KaiTi" panose="02010609060101010101" pitchFamily="49" charset="-122"/>
              <a:ea typeface="KaiTi" panose="02010609060101010101" pitchFamily="49" charset="-122"/>
            </a:rPr>
            <a:t>）项目时间</a:t>
          </a:r>
          <a:r>
            <a:rPr lang="en-US" altLang="zh-CN" sz="1600" b="1" kern="1200" dirty="0">
              <a:latin typeface="KaiTi" panose="02010609060101010101" pitchFamily="49" charset="-122"/>
              <a:ea typeface="KaiTi" panose="02010609060101010101" pitchFamily="49" charset="-122"/>
            </a:rPr>
            <a:t>(</a:t>
          </a:r>
          <a:r>
            <a:rPr lang="zh-CN" altLang="en-US" sz="1600" b="1" kern="1200" dirty="0">
              <a:latin typeface="KaiTi" panose="02010609060101010101" pitchFamily="49" charset="-122"/>
              <a:ea typeface="KaiTi" panose="02010609060101010101" pitchFamily="49" charset="-122"/>
            </a:rPr>
            <a:t>进度</a:t>
          </a:r>
          <a:r>
            <a:rPr lang="en-US" altLang="zh-CN" sz="1600" b="1" kern="1200" dirty="0">
              <a:latin typeface="KaiTi" panose="02010609060101010101" pitchFamily="49" charset="-122"/>
              <a:ea typeface="KaiTi" panose="02010609060101010101" pitchFamily="49" charset="-122"/>
            </a:rPr>
            <a:t>)</a:t>
          </a:r>
          <a:r>
            <a:rPr lang="zh-CN" altLang="en-US" sz="1600" b="1" kern="1200" dirty="0">
              <a:latin typeface="KaiTi" panose="02010609060101010101" pitchFamily="49" charset="-122"/>
              <a:ea typeface="KaiTi" panose="02010609060101010101" pitchFamily="49" charset="-122"/>
            </a:rPr>
            <a:t>管理</a:t>
          </a:r>
        </a:p>
      </dsp:txBody>
      <dsp:txXfrm>
        <a:off x="166251" y="1066968"/>
        <a:ext cx="2161313" cy="456631"/>
      </dsp:txXfrm>
    </dsp:sp>
    <dsp:sp modelId="{4A24D450-2CA7-624D-B909-97D77CEAC40C}">
      <dsp:nvSpPr>
        <dsp:cNvPr id="0" name=""/>
        <dsp:cNvSpPr/>
      </dsp:nvSpPr>
      <dsp:spPr>
        <a:xfrm>
          <a:off x="166251" y="1599704"/>
          <a:ext cx="2161313" cy="456631"/>
        </a:xfrm>
        <a:prstGeom prst="rect">
          <a:avLst/>
        </a:prstGeom>
        <a:solidFill>
          <a:schemeClr val="accent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KaiTi" panose="02010609060101010101" pitchFamily="49" charset="-122"/>
              <a:ea typeface="KaiTi" panose="02010609060101010101" pitchFamily="49" charset="-122"/>
            </a:rPr>
            <a:t>（</a:t>
          </a:r>
          <a:r>
            <a:rPr lang="en-US" altLang="zh-CN" sz="1800" b="1" kern="1200" dirty="0">
              <a:latin typeface="KaiTi" panose="02010609060101010101" pitchFamily="49" charset="-122"/>
              <a:ea typeface="KaiTi" panose="02010609060101010101" pitchFamily="49" charset="-122"/>
            </a:rPr>
            <a:t>4</a:t>
          </a:r>
          <a:r>
            <a:rPr lang="zh-CN" altLang="en-US" sz="1800" b="1" kern="1200" dirty="0">
              <a:latin typeface="KaiTi" panose="02010609060101010101" pitchFamily="49" charset="-122"/>
              <a:ea typeface="KaiTi" panose="02010609060101010101" pitchFamily="49" charset="-122"/>
            </a:rPr>
            <a:t>）项目成本管理</a:t>
          </a:r>
        </a:p>
      </dsp:txBody>
      <dsp:txXfrm>
        <a:off x="166251" y="1599704"/>
        <a:ext cx="2161313" cy="456631"/>
      </dsp:txXfrm>
    </dsp:sp>
    <dsp:sp modelId="{0FD6A4A7-7BDA-C241-BD96-408BD56CFF09}">
      <dsp:nvSpPr>
        <dsp:cNvPr id="0" name=""/>
        <dsp:cNvSpPr/>
      </dsp:nvSpPr>
      <dsp:spPr>
        <a:xfrm>
          <a:off x="290781" y="2132441"/>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5</a:t>
          </a:r>
          <a:r>
            <a:rPr lang="zh-CN" altLang="en-US" sz="1600" kern="1200">
              <a:latin typeface="KaiTi" panose="02010609060101010101" pitchFamily="49" charset="-122"/>
              <a:ea typeface="KaiTi" panose="02010609060101010101" pitchFamily="49" charset="-122"/>
            </a:rPr>
            <a:t>）项目质量管理</a:t>
          </a:r>
          <a:endParaRPr lang="zh-CN" altLang="en-US" sz="1600" kern="1200" dirty="0">
            <a:latin typeface="KaiTi" panose="02010609060101010101" pitchFamily="49" charset="-122"/>
            <a:ea typeface="KaiTi" panose="02010609060101010101" pitchFamily="49" charset="-122"/>
          </a:endParaRPr>
        </a:p>
      </dsp:txBody>
      <dsp:txXfrm>
        <a:off x="290781" y="2132441"/>
        <a:ext cx="1995274" cy="456631"/>
      </dsp:txXfrm>
    </dsp:sp>
    <dsp:sp modelId="{1F5157AB-51CD-6E4E-B035-06C1E5F0DF93}">
      <dsp:nvSpPr>
        <dsp:cNvPr id="0" name=""/>
        <dsp:cNvSpPr/>
      </dsp:nvSpPr>
      <dsp:spPr>
        <a:xfrm>
          <a:off x="290781" y="266517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6</a:t>
          </a:r>
          <a:r>
            <a:rPr lang="zh-CN" altLang="en-US" sz="1600" kern="1200">
              <a:latin typeface="KaiTi" panose="02010609060101010101" pitchFamily="49" charset="-122"/>
              <a:ea typeface="KaiTi" panose="02010609060101010101" pitchFamily="49" charset="-122"/>
            </a:rPr>
            <a:t>）项目人力资源管理</a:t>
          </a:r>
          <a:endParaRPr lang="zh-CN" altLang="en-US" sz="1600" kern="1200" dirty="0">
            <a:latin typeface="KaiTi" panose="02010609060101010101" pitchFamily="49" charset="-122"/>
            <a:ea typeface="KaiTi" panose="02010609060101010101" pitchFamily="49" charset="-122"/>
          </a:endParaRPr>
        </a:p>
      </dsp:txBody>
      <dsp:txXfrm>
        <a:off x="290781" y="2665178"/>
        <a:ext cx="1995274" cy="456631"/>
      </dsp:txXfrm>
    </dsp:sp>
    <dsp:sp modelId="{10A46238-47BC-7E49-8733-7619EA9D93D9}">
      <dsp:nvSpPr>
        <dsp:cNvPr id="0" name=""/>
        <dsp:cNvSpPr/>
      </dsp:nvSpPr>
      <dsp:spPr>
        <a:xfrm>
          <a:off x="290781" y="3197915"/>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7</a:t>
          </a:r>
          <a:r>
            <a:rPr lang="zh-CN" altLang="en-US" sz="1600" kern="1200">
              <a:latin typeface="KaiTi" panose="02010609060101010101" pitchFamily="49" charset="-122"/>
              <a:ea typeface="KaiTi" panose="02010609060101010101" pitchFamily="49" charset="-122"/>
            </a:rPr>
            <a:t>）项目沟通管理</a:t>
          </a:r>
          <a:endParaRPr lang="zh-CN" altLang="en-US" sz="1600" kern="1200" dirty="0">
            <a:latin typeface="KaiTi" panose="02010609060101010101" pitchFamily="49" charset="-122"/>
            <a:ea typeface="KaiTi" panose="02010609060101010101" pitchFamily="49" charset="-122"/>
          </a:endParaRPr>
        </a:p>
      </dsp:txBody>
      <dsp:txXfrm>
        <a:off x="290781" y="3197915"/>
        <a:ext cx="1995274" cy="456631"/>
      </dsp:txXfrm>
    </dsp:sp>
    <dsp:sp modelId="{BEBBF8D4-807B-D846-8BD9-5AFADCA0F61D}">
      <dsp:nvSpPr>
        <dsp:cNvPr id="0" name=""/>
        <dsp:cNvSpPr/>
      </dsp:nvSpPr>
      <dsp:spPr>
        <a:xfrm>
          <a:off x="290781" y="3730652"/>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8</a:t>
          </a:r>
          <a:r>
            <a:rPr lang="zh-CN" altLang="en-US" sz="1600" kern="1200">
              <a:latin typeface="KaiTi" panose="02010609060101010101" pitchFamily="49" charset="-122"/>
              <a:ea typeface="KaiTi" panose="02010609060101010101" pitchFamily="49" charset="-122"/>
            </a:rPr>
            <a:t>）项目风险管理</a:t>
          </a:r>
          <a:endParaRPr lang="zh-CN" altLang="en-US" sz="1600" kern="1200" dirty="0">
            <a:latin typeface="KaiTi" panose="02010609060101010101" pitchFamily="49" charset="-122"/>
            <a:ea typeface="KaiTi" panose="02010609060101010101" pitchFamily="49" charset="-122"/>
          </a:endParaRPr>
        </a:p>
      </dsp:txBody>
      <dsp:txXfrm>
        <a:off x="290781" y="3730652"/>
        <a:ext cx="1995274" cy="456631"/>
      </dsp:txXfrm>
    </dsp:sp>
    <dsp:sp modelId="{B1235844-5E22-B848-8F22-5F34BC1FF877}">
      <dsp:nvSpPr>
        <dsp:cNvPr id="0" name=""/>
        <dsp:cNvSpPr/>
      </dsp:nvSpPr>
      <dsp:spPr>
        <a:xfrm>
          <a:off x="290781" y="4263388"/>
          <a:ext cx="1995274" cy="45663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KaiTi" panose="02010609060101010101" pitchFamily="49" charset="-122"/>
              <a:ea typeface="KaiTi" panose="02010609060101010101" pitchFamily="49" charset="-122"/>
            </a:rPr>
            <a:t>（</a:t>
          </a:r>
          <a:r>
            <a:rPr lang="en-US" altLang="zh-CN" sz="1600" kern="1200">
              <a:latin typeface="KaiTi" panose="02010609060101010101" pitchFamily="49" charset="-122"/>
              <a:ea typeface="KaiTi" panose="02010609060101010101" pitchFamily="49" charset="-122"/>
            </a:rPr>
            <a:t>9</a:t>
          </a:r>
          <a:r>
            <a:rPr lang="zh-CN" altLang="en-US" sz="1600" kern="1200">
              <a:latin typeface="KaiTi" panose="02010609060101010101" pitchFamily="49" charset="-122"/>
              <a:ea typeface="KaiTi" panose="02010609060101010101" pitchFamily="49" charset="-122"/>
            </a:rPr>
            <a:t>）项目采购管理</a:t>
          </a:r>
        </a:p>
      </dsp:txBody>
      <dsp:txXfrm>
        <a:off x="290781" y="4263388"/>
        <a:ext cx="1995274" cy="45663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1655" y="49017"/>
          <a:ext cx="1847870" cy="766150"/>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启动过程组</a:t>
          </a:r>
        </a:p>
      </dsp:txBody>
      <dsp:txXfrm>
        <a:off x="384730" y="49017"/>
        <a:ext cx="1081720" cy="766150"/>
      </dsp:txXfrm>
    </dsp:sp>
    <dsp:sp modelId="{1A7F7CF3-7B90-C042-AB93-C97E643F13AA}">
      <dsp:nvSpPr>
        <dsp:cNvPr id="0" name=""/>
        <dsp:cNvSpPr/>
      </dsp:nvSpPr>
      <dsp:spPr>
        <a:xfrm>
          <a:off x="1688796" y="110634"/>
          <a:ext cx="1607290" cy="642916"/>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计划过程组</a:t>
          </a:r>
        </a:p>
      </dsp:txBody>
      <dsp:txXfrm>
        <a:off x="2010254" y="110634"/>
        <a:ext cx="964374" cy="642916"/>
      </dsp:txXfrm>
    </dsp:sp>
    <dsp:sp modelId="{AAADD112-A1C8-A14B-9906-417DDFE3EEBA}">
      <dsp:nvSpPr>
        <dsp:cNvPr id="0" name=""/>
        <dsp:cNvSpPr/>
      </dsp:nvSpPr>
      <dsp:spPr>
        <a:xfrm>
          <a:off x="3135358" y="110634"/>
          <a:ext cx="1607290" cy="642916"/>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执行过程组</a:t>
          </a:r>
        </a:p>
      </dsp:txBody>
      <dsp:txXfrm>
        <a:off x="3456816" y="110634"/>
        <a:ext cx="964374" cy="642916"/>
      </dsp:txXfrm>
    </dsp:sp>
    <dsp:sp modelId="{9C925EFE-F167-FB42-BD79-77BE125B1BBC}">
      <dsp:nvSpPr>
        <dsp:cNvPr id="0" name=""/>
        <dsp:cNvSpPr/>
      </dsp:nvSpPr>
      <dsp:spPr>
        <a:xfrm>
          <a:off x="4581920" y="110634"/>
          <a:ext cx="1607290" cy="642916"/>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控制过程组</a:t>
          </a:r>
        </a:p>
      </dsp:txBody>
      <dsp:txXfrm>
        <a:off x="4903378" y="110634"/>
        <a:ext cx="964374" cy="642916"/>
      </dsp:txXfrm>
    </dsp:sp>
    <dsp:sp modelId="{188513CA-D061-9345-BBBC-6BC545EA417E}">
      <dsp:nvSpPr>
        <dsp:cNvPr id="0" name=""/>
        <dsp:cNvSpPr/>
      </dsp:nvSpPr>
      <dsp:spPr>
        <a:xfrm>
          <a:off x="6028482" y="110634"/>
          <a:ext cx="1607290" cy="642916"/>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收尾过程组</a:t>
          </a:r>
        </a:p>
      </dsp:txBody>
      <dsp:txXfrm>
        <a:off x="6349940" y="110634"/>
        <a:ext cx="964374" cy="64291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1717" y="114364"/>
          <a:ext cx="1588644" cy="635457"/>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启动过程组</a:t>
          </a:r>
        </a:p>
      </dsp:txBody>
      <dsp:txXfrm>
        <a:off x="319446" y="114364"/>
        <a:ext cx="953187" cy="635457"/>
      </dsp:txXfrm>
    </dsp:sp>
    <dsp:sp modelId="{1A7F7CF3-7B90-C042-AB93-C97E643F13AA}">
      <dsp:nvSpPr>
        <dsp:cNvPr id="0" name=""/>
        <dsp:cNvSpPr/>
      </dsp:nvSpPr>
      <dsp:spPr>
        <a:xfrm>
          <a:off x="1431497" y="70968"/>
          <a:ext cx="1914873" cy="722248"/>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计划过程组</a:t>
          </a:r>
        </a:p>
      </dsp:txBody>
      <dsp:txXfrm>
        <a:off x="1792621" y="70968"/>
        <a:ext cx="1192625" cy="722248"/>
      </dsp:txXfrm>
    </dsp:sp>
    <dsp:sp modelId="{AAADD112-A1C8-A14B-9906-417DDFE3EEBA}">
      <dsp:nvSpPr>
        <dsp:cNvPr id="0" name=""/>
        <dsp:cNvSpPr/>
      </dsp:nvSpPr>
      <dsp:spPr>
        <a:xfrm>
          <a:off x="3187506" y="114364"/>
          <a:ext cx="1588644" cy="635457"/>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执行过程组</a:t>
          </a:r>
        </a:p>
      </dsp:txBody>
      <dsp:txXfrm>
        <a:off x="3505235" y="114364"/>
        <a:ext cx="953187" cy="635457"/>
      </dsp:txXfrm>
    </dsp:sp>
    <dsp:sp modelId="{9C925EFE-F167-FB42-BD79-77BE125B1BBC}">
      <dsp:nvSpPr>
        <dsp:cNvPr id="0" name=""/>
        <dsp:cNvSpPr/>
      </dsp:nvSpPr>
      <dsp:spPr>
        <a:xfrm>
          <a:off x="4617286" y="114364"/>
          <a:ext cx="1588644" cy="635457"/>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控制过程组</a:t>
          </a:r>
        </a:p>
      </dsp:txBody>
      <dsp:txXfrm>
        <a:off x="4935015" y="114364"/>
        <a:ext cx="953187" cy="635457"/>
      </dsp:txXfrm>
    </dsp:sp>
    <dsp:sp modelId="{188513CA-D061-9345-BBBC-6BC545EA417E}">
      <dsp:nvSpPr>
        <dsp:cNvPr id="0" name=""/>
        <dsp:cNvSpPr/>
      </dsp:nvSpPr>
      <dsp:spPr>
        <a:xfrm>
          <a:off x="6047066" y="114364"/>
          <a:ext cx="1588644" cy="635457"/>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收尾过程组</a:t>
          </a:r>
        </a:p>
      </dsp:txBody>
      <dsp:txXfrm>
        <a:off x="6364795" y="114364"/>
        <a:ext cx="953187" cy="6354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1350" y="110634"/>
          <a:ext cx="1607290" cy="642916"/>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启动过程组</a:t>
          </a:r>
        </a:p>
      </dsp:txBody>
      <dsp:txXfrm>
        <a:off x="322808" y="110634"/>
        <a:ext cx="964374" cy="642916"/>
      </dsp:txXfrm>
    </dsp:sp>
    <dsp:sp modelId="{1A7F7CF3-7B90-C042-AB93-C97E643F13AA}">
      <dsp:nvSpPr>
        <dsp:cNvPr id="0" name=""/>
        <dsp:cNvSpPr/>
      </dsp:nvSpPr>
      <dsp:spPr>
        <a:xfrm>
          <a:off x="1447912" y="110634"/>
          <a:ext cx="1607290" cy="642916"/>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计划过程组</a:t>
          </a:r>
        </a:p>
      </dsp:txBody>
      <dsp:txXfrm>
        <a:off x="1769370" y="110634"/>
        <a:ext cx="964374" cy="642916"/>
      </dsp:txXfrm>
    </dsp:sp>
    <dsp:sp modelId="{AAADD112-A1C8-A14B-9906-417DDFE3EEBA}">
      <dsp:nvSpPr>
        <dsp:cNvPr id="0" name=""/>
        <dsp:cNvSpPr/>
      </dsp:nvSpPr>
      <dsp:spPr>
        <a:xfrm>
          <a:off x="2894473" y="68118"/>
          <a:ext cx="1848481" cy="727948"/>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执行过程组</a:t>
          </a:r>
        </a:p>
      </dsp:txBody>
      <dsp:txXfrm>
        <a:off x="3258447" y="68118"/>
        <a:ext cx="1120533" cy="727948"/>
      </dsp:txXfrm>
    </dsp:sp>
    <dsp:sp modelId="{9C925EFE-F167-FB42-BD79-77BE125B1BBC}">
      <dsp:nvSpPr>
        <dsp:cNvPr id="0" name=""/>
        <dsp:cNvSpPr/>
      </dsp:nvSpPr>
      <dsp:spPr>
        <a:xfrm>
          <a:off x="4582225" y="110634"/>
          <a:ext cx="1607290" cy="642916"/>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控制过程组</a:t>
          </a:r>
        </a:p>
      </dsp:txBody>
      <dsp:txXfrm>
        <a:off x="4903683" y="110634"/>
        <a:ext cx="964374" cy="642916"/>
      </dsp:txXfrm>
    </dsp:sp>
    <dsp:sp modelId="{188513CA-D061-9345-BBBC-6BC545EA417E}">
      <dsp:nvSpPr>
        <dsp:cNvPr id="0" name=""/>
        <dsp:cNvSpPr/>
      </dsp:nvSpPr>
      <dsp:spPr>
        <a:xfrm>
          <a:off x="6028787" y="110634"/>
          <a:ext cx="1607290" cy="642916"/>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收尾过程组</a:t>
          </a:r>
        </a:p>
      </dsp:txBody>
      <dsp:txXfrm>
        <a:off x="6350245" y="110634"/>
        <a:ext cx="964374" cy="64291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2213" y="115109"/>
          <a:ext cx="1584915" cy="633966"/>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启动过程组</a:t>
          </a:r>
        </a:p>
      </dsp:txBody>
      <dsp:txXfrm>
        <a:off x="319196" y="115109"/>
        <a:ext cx="950949" cy="633966"/>
      </dsp:txXfrm>
    </dsp:sp>
    <dsp:sp modelId="{1A7F7CF3-7B90-C042-AB93-C97E643F13AA}">
      <dsp:nvSpPr>
        <dsp:cNvPr id="0" name=""/>
        <dsp:cNvSpPr/>
      </dsp:nvSpPr>
      <dsp:spPr>
        <a:xfrm>
          <a:off x="1428637" y="115109"/>
          <a:ext cx="1584915" cy="633966"/>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计划过程组</a:t>
          </a:r>
        </a:p>
      </dsp:txBody>
      <dsp:txXfrm>
        <a:off x="1745620" y="115109"/>
        <a:ext cx="950949" cy="633966"/>
      </dsp:txXfrm>
    </dsp:sp>
    <dsp:sp modelId="{AAADD112-A1C8-A14B-9906-417DDFE3EEBA}">
      <dsp:nvSpPr>
        <dsp:cNvPr id="0" name=""/>
        <dsp:cNvSpPr/>
      </dsp:nvSpPr>
      <dsp:spPr>
        <a:xfrm>
          <a:off x="2855061" y="115109"/>
          <a:ext cx="1584915" cy="633966"/>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执行过程组</a:t>
          </a:r>
        </a:p>
      </dsp:txBody>
      <dsp:txXfrm>
        <a:off x="3172044" y="115109"/>
        <a:ext cx="950949" cy="633966"/>
      </dsp:txXfrm>
    </dsp:sp>
    <dsp:sp modelId="{9C925EFE-F167-FB42-BD79-77BE125B1BBC}">
      <dsp:nvSpPr>
        <dsp:cNvPr id="0" name=""/>
        <dsp:cNvSpPr/>
      </dsp:nvSpPr>
      <dsp:spPr>
        <a:xfrm>
          <a:off x="4281486" y="71806"/>
          <a:ext cx="1927305" cy="720572"/>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控制过程组</a:t>
          </a:r>
        </a:p>
      </dsp:txBody>
      <dsp:txXfrm>
        <a:off x="4641772" y="71806"/>
        <a:ext cx="1206733" cy="720572"/>
      </dsp:txXfrm>
    </dsp:sp>
    <dsp:sp modelId="{188513CA-D061-9345-BBBC-6BC545EA417E}">
      <dsp:nvSpPr>
        <dsp:cNvPr id="0" name=""/>
        <dsp:cNvSpPr/>
      </dsp:nvSpPr>
      <dsp:spPr>
        <a:xfrm>
          <a:off x="6050299" y="115109"/>
          <a:ext cx="1584915" cy="633966"/>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收尾过程组</a:t>
          </a:r>
        </a:p>
      </dsp:txBody>
      <dsp:txXfrm>
        <a:off x="6367282" y="115109"/>
        <a:ext cx="950949" cy="63396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2389" y="108770"/>
          <a:ext cx="1616613" cy="646645"/>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启动过程组</a:t>
          </a:r>
        </a:p>
      </dsp:txBody>
      <dsp:txXfrm>
        <a:off x="325712" y="108770"/>
        <a:ext cx="969968" cy="646645"/>
      </dsp:txXfrm>
    </dsp:sp>
    <dsp:sp modelId="{1A7F7CF3-7B90-C042-AB93-C97E643F13AA}">
      <dsp:nvSpPr>
        <dsp:cNvPr id="0" name=""/>
        <dsp:cNvSpPr/>
      </dsp:nvSpPr>
      <dsp:spPr>
        <a:xfrm>
          <a:off x="1457342" y="108770"/>
          <a:ext cx="1616613" cy="646645"/>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计划过程组</a:t>
          </a:r>
        </a:p>
      </dsp:txBody>
      <dsp:txXfrm>
        <a:off x="1780665" y="108770"/>
        <a:ext cx="969968" cy="646645"/>
      </dsp:txXfrm>
    </dsp:sp>
    <dsp:sp modelId="{AAADD112-A1C8-A14B-9906-417DDFE3EEBA}">
      <dsp:nvSpPr>
        <dsp:cNvPr id="0" name=""/>
        <dsp:cNvSpPr/>
      </dsp:nvSpPr>
      <dsp:spPr>
        <a:xfrm>
          <a:off x="2912295" y="108770"/>
          <a:ext cx="1616613" cy="646645"/>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执行过程组</a:t>
          </a:r>
        </a:p>
      </dsp:txBody>
      <dsp:txXfrm>
        <a:off x="3235618" y="108770"/>
        <a:ext cx="969968" cy="646645"/>
      </dsp:txXfrm>
    </dsp:sp>
    <dsp:sp modelId="{9C925EFE-F167-FB42-BD79-77BE125B1BBC}">
      <dsp:nvSpPr>
        <dsp:cNvPr id="0" name=""/>
        <dsp:cNvSpPr/>
      </dsp:nvSpPr>
      <dsp:spPr>
        <a:xfrm>
          <a:off x="4367247" y="108770"/>
          <a:ext cx="1616613" cy="646645"/>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控制过程组</a:t>
          </a:r>
        </a:p>
      </dsp:txBody>
      <dsp:txXfrm>
        <a:off x="4690570" y="108770"/>
        <a:ext cx="969968" cy="646645"/>
      </dsp:txXfrm>
    </dsp:sp>
    <dsp:sp modelId="{188513CA-D061-9345-BBBC-6BC545EA417E}">
      <dsp:nvSpPr>
        <dsp:cNvPr id="0" name=""/>
        <dsp:cNvSpPr/>
      </dsp:nvSpPr>
      <dsp:spPr>
        <a:xfrm>
          <a:off x="5822200" y="57274"/>
          <a:ext cx="1812838" cy="749636"/>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zh-CN" altLang="en-US" sz="1900" b="0" kern="1200" dirty="0">
              <a:latin typeface="KaiTi" panose="02010609060101010101" pitchFamily="49" charset="-122"/>
              <a:ea typeface="KaiTi" panose="02010609060101010101" pitchFamily="49" charset="-122"/>
            </a:rPr>
            <a:t>收尾过程组</a:t>
          </a:r>
        </a:p>
      </dsp:txBody>
      <dsp:txXfrm>
        <a:off x="6197018" y="57274"/>
        <a:ext cx="1063202" cy="74963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A7960-FF16-B645-AA81-2A0DFFB88711}">
      <dsp:nvSpPr>
        <dsp:cNvPr id="0" name=""/>
        <dsp:cNvSpPr/>
      </dsp:nvSpPr>
      <dsp:spPr>
        <a:xfrm>
          <a:off x="2486" y="0"/>
          <a:ext cx="1239814" cy="382505"/>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KaiTi" panose="02010609060101010101" pitchFamily="49" charset="-122"/>
              <a:ea typeface="KaiTi" panose="02010609060101010101" pitchFamily="49" charset="-122"/>
            </a:rPr>
            <a:t>启动过程组</a:t>
          </a:r>
        </a:p>
      </dsp:txBody>
      <dsp:txXfrm>
        <a:off x="193739" y="0"/>
        <a:ext cx="857309" cy="382505"/>
      </dsp:txXfrm>
    </dsp:sp>
    <dsp:sp modelId="{1A7F7CF3-7B90-C042-AB93-C97E643F13AA}">
      <dsp:nvSpPr>
        <dsp:cNvPr id="0" name=""/>
        <dsp:cNvSpPr/>
      </dsp:nvSpPr>
      <dsp:spPr>
        <a:xfrm>
          <a:off x="1118320" y="0"/>
          <a:ext cx="1239814" cy="382505"/>
        </a:xfrm>
        <a:prstGeom prst="chevron">
          <a:avLst/>
        </a:prstGeom>
        <a:gradFill rotWithShape="0">
          <a:gsLst>
            <a:gs pos="0">
              <a:schemeClr val="accent5">
                <a:hueOff val="-1838336"/>
                <a:satOff val="-2557"/>
                <a:lumOff val="-981"/>
                <a:alphaOff val="0"/>
                <a:satMod val="103000"/>
                <a:lumMod val="102000"/>
                <a:tint val="94000"/>
              </a:schemeClr>
            </a:gs>
            <a:gs pos="50000">
              <a:schemeClr val="accent5">
                <a:hueOff val="-1838336"/>
                <a:satOff val="-2557"/>
                <a:lumOff val="-981"/>
                <a:alphaOff val="0"/>
                <a:satMod val="110000"/>
                <a:lumMod val="100000"/>
                <a:shade val="100000"/>
              </a:schemeClr>
            </a:gs>
            <a:gs pos="100000">
              <a:schemeClr val="accent5">
                <a:hueOff val="-1838336"/>
                <a:satOff val="-2557"/>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KaiTi" panose="02010609060101010101" pitchFamily="49" charset="-122"/>
              <a:ea typeface="KaiTi" panose="02010609060101010101" pitchFamily="49" charset="-122"/>
            </a:rPr>
            <a:t>计划过程组</a:t>
          </a:r>
        </a:p>
      </dsp:txBody>
      <dsp:txXfrm>
        <a:off x="1309573" y="0"/>
        <a:ext cx="857309" cy="382505"/>
      </dsp:txXfrm>
    </dsp:sp>
    <dsp:sp modelId="{AAADD112-A1C8-A14B-9906-417DDFE3EEBA}">
      <dsp:nvSpPr>
        <dsp:cNvPr id="0" name=""/>
        <dsp:cNvSpPr/>
      </dsp:nvSpPr>
      <dsp:spPr>
        <a:xfrm>
          <a:off x="2234153" y="0"/>
          <a:ext cx="1239814" cy="382505"/>
        </a:xfrm>
        <a:prstGeom prst="chevron">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KaiTi" panose="02010609060101010101" pitchFamily="49" charset="-122"/>
              <a:ea typeface="KaiTi" panose="02010609060101010101" pitchFamily="49" charset="-122"/>
            </a:rPr>
            <a:t>执行过程组</a:t>
          </a:r>
        </a:p>
      </dsp:txBody>
      <dsp:txXfrm>
        <a:off x="2425406" y="0"/>
        <a:ext cx="857309" cy="382505"/>
      </dsp:txXfrm>
    </dsp:sp>
    <dsp:sp modelId="{9C925EFE-F167-FB42-BD79-77BE125B1BBC}">
      <dsp:nvSpPr>
        <dsp:cNvPr id="0" name=""/>
        <dsp:cNvSpPr/>
      </dsp:nvSpPr>
      <dsp:spPr>
        <a:xfrm>
          <a:off x="3349986" y="0"/>
          <a:ext cx="1239814" cy="382505"/>
        </a:xfrm>
        <a:prstGeom prst="chevron">
          <a:avLst/>
        </a:prstGeom>
        <a:gradFill rotWithShape="0">
          <a:gsLst>
            <a:gs pos="0">
              <a:schemeClr val="accent5">
                <a:hueOff val="-5515009"/>
                <a:satOff val="-7671"/>
                <a:lumOff val="-2942"/>
                <a:alphaOff val="0"/>
                <a:satMod val="103000"/>
                <a:lumMod val="102000"/>
                <a:tint val="94000"/>
              </a:schemeClr>
            </a:gs>
            <a:gs pos="50000">
              <a:schemeClr val="accent5">
                <a:hueOff val="-5515009"/>
                <a:satOff val="-7671"/>
                <a:lumOff val="-2942"/>
                <a:alphaOff val="0"/>
                <a:satMod val="110000"/>
                <a:lumMod val="100000"/>
                <a:shade val="100000"/>
              </a:schemeClr>
            </a:gs>
            <a:gs pos="100000">
              <a:schemeClr val="accent5">
                <a:hueOff val="-5515009"/>
                <a:satOff val="-7671"/>
                <a:lumOff val="-29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KaiTi" panose="02010609060101010101" pitchFamily="49" charset="-122"/>
              <a:ea typeface="KaiTi" panose="02010609060101010101" pitchFamily="49" charset="-122"/>
            </a:rPr>
            <a:t>控制过程组</a:t>
          </a:r>
        </a:p>
      </dsp:txBody>
      <dsp:txXfrm>
        <a:off x="3541239" y="0"/>
        <a:ext cx="857309" cy="382505"/>
      </dsp:txXfrm>
    </dsp:sp>
    <dsp:sp modelId="{188513CA-D061-9345-BBBC-6BC545EA417E}">
      <dsp:nvSpPr>
        <dsp:cNvPr id="0" name=""/>
        <dsp:cNvSpPr/>
      </dsp:nvSpPr>
      <dsp:spPr>
        <a:xfrm>
          <a:off x="4465820" y="-10157"/>
          <a:ext cx="1282861" cy="402819"/>
        </a:xfrm>
        <a:prstGeom prst="chevron">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zh-CN" altLang="en-US" sz="1200" b="0" kern="1200" dirty="0">
              <a:latin typeface="KaiTi" panose="02010609060101010101" pitchFamily="49" charset="-122"/>
              <a:ea typeface="KaiTi" panose="02010609060101010101" pitchFamily="49" charset="-122"/>
            </a:rPr>
            <a:t>收尾过程组</a:t>
          </a:r>
        </a:p>
      </dsp:txBody>
      <dsp:txXfrm>
        <a:off x="4667230" y="-10157"/>
        <a:ext cx="880042" cy="40281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0BD684-826A-4998-9D4F-5EC88B8585D2}">
      <dsp:nvSpPr>
        <dsp:cNvPr id="0" name=""/>
        <dsp:cNvSpPr/>
      </dsp:nvSpPr>
      <dsp:spPr>
        <a:xfrm>
          <a:off x="5398923" y="3077654"/>
          <a:ext cx="4161385" cy="1448308"/>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40000" tIns="0" rIns="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勇于去创新，勇于去改变，勇于接受改变</a:t>
          </a:r>
        </a:p>
      </dsp:txBody>
      <dsp:txXfrm>
        <a:off x="6679154" y="3471546"/>
        <a:ext cx="2849340" cy="1022601"/>
      </dsp:txXfrm>
    </dsp:sp>
    <dsp:sp modelId="{D22904BD-080A-4A09-9C20-5FE3EB27ADB7}">
      <dsp:nvSpPr>
        <dsp:cNvPr id="0" name=""/>
        <dsp:cNvSpPr/>
      </dsp:nvSpPr>
      <dsp:spPr>
        <a:xfrm>
          <a:off x="444995" y="3077654"/>
          <a:ext cx="6773389" cy="1448308"/>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0" rIns="54000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对于我们产品、对于我们的开发过程的每一步开发的进度，每一步测试的结果，对任何人而言都是透明的。</a:t>
          </a:r>
        </a:p>
        <a:p>
          <a:pPr marL="171450" lvl="1" indent="-171450" algn="l" defTabSz="711200">
            <a:lnSpc>
              <a:spcPct val="90000"/>
            </a:lnSpc>
            <a:spcBef>
              <a:spcPct val="0"/>
            </a:spcBef>
            <a:spcAft>
              <a:spcPct val="15000"/>
            </a:spcAft>
            <a:buChar char="•"/>
          </a:pPr>
          <a:r>
            <a:rPr lang="zh-CN" altLang="en-US" sz="1600" kern="1200" dirty="0"/>
            <a:t>不断反馈的过程就是不断建立信心的过程。</a:t>
          </a:r>
        </a:p>
      </dsp:txBody>
      <dsp:txXfrm>
        <a:off x="476810" y="3471546"/>
        <a:ext cx="4677742" cy="1022601"/>
      </dsp:txXfrm>
    </dsp:sp>
    <dsp:sp modelId="{9841397D-9D13-4614-9A4D-34F9A9EA4D57}">
      <dsp:nvSpPr>
        <dsp:cNvPr id="0" name=""/>
        <dsp:cNvSpPr/>
      </dsp:nvSpPr>
      <dsp:spPr>
        <a:xfrm>
          <a:off x="5812037" y="0"/>
          <a:ext cx="3335158" cy="1448308"/>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40000" tIns="60960" rIns="0" bIns="60960" numCol="1" spcCol="1270" anchor="t" anchorCtr="0">
          <a:noAutofit/>
        </a:bodyPr>
        <a:lstStyle/>
        <a:p>
          <a:pPr marL="171450" lvl="1" indent="-171450" algn="l" defTabSz="711200">
            <a:lnSpc>
              <a:spcPct val="90000"/>
            </a:lnSpc>
            <a:spcBef>
              <a:spcPct val="0"/>
            </a:spcBef>
            <a:spcAft>
              <a:spcPct val="15000"/>
            </a:spcAft>
            <a:buChar char="•"/>
          </a:pPr>
          <a:r>
            <a:rPr lang="en-US" altLang="zh-CN" sz="1600" kern="1200" dirty="0"/>
            <a:t>PD</a:t>
          </a:r>
          <a:r>
            <a:rPr lang="zh-CN" altLang="en-US" sz="1600" kern="1200" dirty="0"/>
            <a:t>和开发、测试之间</a:t>
          </a:r>
        </a:p>
        <a:p>
          <a:pPr marL="171450" lvl="1" indent="-171450" algn="l" defTabSz="711200">
            <a:lnSpc>
              <a:spcPct val="90000"/>
            </a:lnSpc>
            <a:spcBef>
              <a:spcPct val="0"/>
            </a:spcBef>
            <a:spcAft>
              <a:spcPct val="15000"/>
            </a:spcAft>
            <a:buChar char="•"/>
          </a:pPr>
          <a:r>
            <a:rPr lang="zh-CN" altLang="en-US" sz="1600" kern="1200" dirty="0"/>
            <a:t>用户和</a:t>
          </a:r>
          <a:r>
            <a:rPr lang="en-US" altLang="zh-CN" sz="1600" kern="1200" dirty="0"/>
            <a:t>PD</a:t>
          </a:r>
          <a:r>
            <a:rPr lang="zh-CN" altLang="en-US" sz="1600" kern="1200" dirty="0"/>
            <a:t>之间</a:t>
          </a:r>
        </a:p>
        <a:p>
          <a:pPr marL="171450" lvl="1" indent="-171450" algn="l" defTabSz="711200">
            <a:lnSpc>
              <a:spcPct val="90000"/>
            </a:lnSpc>
            <a:spcBef>
              <a:spcPct val="0"/>
            </a:spcBef>
            <a:spcAft>
              <a:spcPct val="15000"/>
            </a:spcAft>
            <a:buChar char="•"/>
          </a:pPr>
          <a:r>
            <a:rPr lang="zh-CN" altLang="en-US" sz="1600" kern="1200" dirty="0"/>
            <a:t>开发和开发之间</a:t>
          </a:r>
        </a:p>
        <a:p>
          <a:pPr marL="171450" lvl="1" indent="-171450" algn="l" defTabSz="711200">
            <a:lnSpc>
              <a:spcPct val="90000"/>
            </a:lnSpc>
            <a:spcBef>
              <a:spcPct val="0"/>
            </a:spcBef>
            <a:spcAft>
              <a:spcPct val="15000"/>
            </a:spcAft>
            <a:buChar char="•"/>
          </a:pPr>
          <a:r>
            <a:rPr lang="en-US" altLang="zh-CN" sz="1600" kern="1200" dirty="0"/>
            <a:t>PD</a:t>
          </a:r>
          <a:r>
            <a:rPr lang="zh-CN" altLang="en-US" sz="1600" kern="1200" dirty="0"/>
            <a:t>和用户之间</a:t>
          </a:r>
        </a:p>
      </dsp:txBody>
      <dsp:txXfrm>
        <a:off x="6844399" y="31815"/>
        <a:ext cx="2270981" cy="1022601"/>
      </dsp:txXfrm>
    </dsp:sp>
    <dsp:sp modelId="{181BB215-6859-4006-BA4A-83DD7812553F}">
      <dsp:nvSpPr>
        <dsp:cNvPr id="0" name=""/>
        <dsp:cNvSpPr/>
      </dsp:nvSpPr>
      <dsp:spPr>
        <a:xfrm>
          <a:off x="1264459" y="0"/>
          <a:ext cx="5134461" cy="1448308"/>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60960" rIns="54000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我们要用最简单的方式做我们的事情，无论是设计、开发实现还是测试</a:t>
          </a:r>
        </a:p>
      </dsp:txBody>
      <dsp:txXfrm>
        <a:off x="1296274" y="31815"/>
        <a:ext cx="3530493" cy="1022601"/>
      </dsp:txXfrm>
    </dsp:sp>
    <dsp:sp modelId="{747F9AAB-6788-4A5F-95A6-8B9865B81D0B}">
      <dsp:nvSpPr>
        <dsp:cNvPr id="0" name=""/>
        <dsp:cNvSpPr/>
      </dsp:nvSpPr>
      <dsp:spPr>
        <a:xfrm>
          <a:off x="2997650" y="257979"/>
          <a:ext cx="1959741" cy="1959741"/>
        </a:xfrm>
        <a:prstGeom prst="pieWedge">
          <a:avLst/>
        </a:prstGeom>
        <a:solidFill>
          <a:srgbClr val="92D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t>简单</a:t>
          </a:r>
        </a:p>
      </dsp:txBody>
      <dsp:txXfrm>
        <a:off x="3571645" y="831974"/>
        <a:ext cx="1385746" cy="1385746"/>
      </dsp:txXfrm>
    </dsp:sp>
    <dsp:sp modelId="{A06F5447-3017-440E-884B-8BFE870C2A65}">
      <dsp:nvSpPr>
        <dsp:cNvPr id="0" name=""/>
        <dsp:cNvSpPr/>
      </dsp:nvSpPr>
      <dsp:spPr>
        <a:xfrm rot="5400000">
          <a:off x="5047912" y="257979"/>
          <a:ext cx="1959741" cy="1959741"/>
        </a:xfrm>
        <a:prstGeom prst="pieWedge">
          <a:avLst/>
        </a:prstGeom>
        <a:solidFill>
          <a:srgbClr val="92D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t>沟通</a:t>
          </a:r>
        </a:p>
      </dsp:txBody>
      <dsp:txXfrm rot="-5400000">
        <a:off x="5047912" y="831974"/>
        <a:ext cx="1385746" cy="1385746"/>
      </dsp:txXfrm>
    </dsp:sp>
    <dsp:sp modelId="{E21DB0A8-EAE8-40FA-9347-6FAF72E7F15D}">
      <dsp:nvSpPr>
        <dsp:cNvPr id="0" name=""/>
        <dsp:cNvSpPr/>
      </dsp:nvSpPr>
      <dsp:spPr>
        <a:xfrm rot="10800000">
          <a:off x="5047912" y="2308241"/>
          <a:ext cx="1959741" cy="1959741"/>
        </a:xfrm>
        <a:prstGeom prst="pieWedge">
          <a:avLst/>
        </a:prstGeom>
        <a:solidFill>
          <a:srgbClr val="92D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t>勇气</a:t>
          </a:r>
        </a:p>
      </dsp:txBody>
      <dsp:txXfrm rot="10800000">
        <a:off x="5047912" y="2308241"/>
        <a:ext cx="1385746" cy="1385746"/>
      </dsp:txXfrm>
    </dsp:sp>
    <dsp:sp modelId="{5112A28A-4C65-4B95-BF4F-B8F58B7A8F4B}">
      <dsp:nvSpPr>
        <dsp:cNvPr id="0" name=""/>
        <dsp:cNvSpPr/>
      </dsp:nvSpPr>
      <dsp:spPr>
        <a:xfrm rot="16200000">
          <a:off x="2997650" y="2308241"/>
          <a:ext cx="1959741" cy="1959741"/>
        </a:xfrm>
        <a:prstGeom prst="pieWedge">
          <a:avLst/>
        </a:prstGeom>
        <a:solidFill>
          <a:srgbClr val="92D05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t>反馈</a:t>
          </a:r>
        </a:p>
      </dsp:txBody>
      <dsp:txXfrm rot="5400000">
        <a:off x="3571645" y="2308241"/>
        <a:ext cx="1385746" cy="1385746"/>
      </dsp:txXfrm>
    </dsp:sp>
    <dsp:sp modelId="{9BA66408-1A35-420C-82D6-7A3E5FFBBBDF}">
      <dsp:nvSpPr>
        <dsp:cNvPr id="0" name=""/>
        <dsp:cNvSpPr/>
      </dsp:nvSpPr>
      <dsp:spPr>
        <a:xfrm>
          <a:off x="4664336" y="1855644"/>
          <a:ext cx="676631" cy="588375"/>
        </a:xfrm>
        <a:prstGeom prst="circularArrow">
          <a:avLst/>
        </a:prstGeom>
        <a:solidFill>
          <a:schemeClr val="dk2">
            <a:tint val="60000"/>
            <a:hueOff val="0"/>
            <a:satOff val="0"/>
            <a:lumOff val="0"/>
            <a:alphaOff val="0"/>
          </a:schemeClr>
        </a:solidFill>
        <a:ln>
          <a:noFill/>
        </a:ln>
        <a:effectLst>
          <a:outerShdw blurRad="57150" dist="19050" dir="5400000" algn="ctr" rotWithShape="0">
            <a:srgbClr val="000000">
              <a:alpha val="63000"/>
            </a:srgbClr>
          </a:outerShdw>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sp>
    <dsp:sp modelId="{5FCC8B66-BE8A-4B81-9460-BE072098B755}">
      <dsp:nvSpPr>
        <dsp:cNvPr id="0" name=""/>
        <dsp:cNvSpPr/>
      </dsp:nvSpPr>
      <dsp:spPr>
        <a:xfrm rot="10800000">
          <a:off x="4664336" y="2081942"/>
          <a:ext cx="676631" cy="588375"/>
        </a:xfrm>
        <a:prstGeom prst="circularArrow">
          <a:avLst/>
        </a:prstGeom>
        <a:solidFill>
          <a:schemeClr val="dk2">
            <a:tint val="60000"/>
            <a:hueOff val="0"/>
            <a:satOff val="0"/>
            <a:lumOff val="0"/>
            <a:alphaOff val="0"/>
          </a:schemeClr>
        </a:solidFill>
        <a:ln>
          <a:noFill/>
        </a:ln>
        <a:effectLst>
          <a:outerShdw blurRad="57150" dist="19050" dir="5400000" algn="ctr" rotWithShape="0">
            <a:srgbClr val="000000">
              <a:alpha val="63000"/>
            </a:srgbClr>
          </a:outerShdw>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A911A-14E1-4531-97B4-635A5A47D17E}">
      <dsp:nvSpPr>
        <dsp:cNvPr id="0" name=""/>
        <dsp:cNvSpPr/>
      </dsp:nvSpPr>
      <dsp:spPr>
        <a:xfrm>
          <a:off x="0" y="434185"/>
          <a:ext cx="8153400" cy="6804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7B7DA4-2E79-4599-A60F-EAF2CF6D8766}">
      <dsp:nvSpPr>
        <dsp:cNvPr id="0" name=""/>
        <dsp:cNvSpPr/>
      </dsp:nvSpPr>
      <dsp:spPr>
        <a:xfrm>
          <a:off x="407670" y="35665"/>
          <a:ext cx="5707380" cy="797040"/>
        </a:xfrm>
        <a:prstGeom prst="roundRect">
          <a:avLst/>
        </a:prstGeom>
        <a:solidFill>
          <a:srgbClr val="92D05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marL="0" lvl="0" indent="0" algn="l" defTabSz="1200150">
            <a:lnSpc>
              <a:spcPct val="90000"/>
            </a:lnSpc>
            <a:spcBef>
              <a:spcPct val="0"/>
            </a:spcBef>
            <a:spcAft>
              <a:spcPct val="35000"/>
            </a:spcAft>
            <a:buNone/>
          </a:pPr>
          <a:r>
            <a:rPr lang="zh-CN" altLang="en-US" sz="2700" kern="1200" dirty="0"/>
            <a:t>结对编程（</a:t>
          </a:r>
          <a:r>
            <a:rPr lang="en-US" altLang="zh-CN" sz="2700" kern="1200" dirty="0" err="1"/>
            <a:t>codereview</a:t>
          </a:r>
          <a:r>
            <a:rPr lang="zh-CN" altLang="en-US" sz="2700" kern="1200" dirty="0"/>
            <a:t>等）</a:t>
          </a:r>
        </a:p>
      </dsp:txBody>
      <dsp:txXfrm>
        <a:off x="446578" y="74573"/>
        <a:ext cx="5629564" cy="719224"/>
      </dsp:txXfrm>
    </dsp:sp>
    <dsp:sp modelId="{496E3E5A-CD4B-465C-9A70-F19E45348480}">
      <dsp:nvSpPr>
        <dsp:cNvPr id="0" name=""/>
        <dsp:cNvSpPr/>
      </dsp:nvSpPr>
      <dsp:spPr>
        <a:xfrm>
          <a:off x="0" y="1658905"/>
          <a:ext cx="8153400" cy="6804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D7A0D3-90DB-48A3-90A5-CCC83B9CDE01}">
      <dsp:nvSpPr>
        <dsp:cNvPr id="0" name=""/>
        <dsp:cNvSpPr/>
      </dsp:nvSpPr>
      <dsp:spPr>
        <a:xfrm>
          <a:off x="407670" y="1260385"/>
          <a:ext cx="5707380" cy="797040"/>
        </a:xfrm>
        <a:prstGeom prst="roundRect">
          <a:avLst/>
        </a:prstGeom>
        <a:solidFill>
          <a:srgbClr val="92D05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marL="0" lvl="0" indent="0" algn="l" defTabSz="1200150">
            <a:lnSpc>
              <a:spcPct val="90000"/>
            </a:lnSpc>
            <a:spcBef>
              <a:spcPct val="0"/>
            </a:spcBef>
            <a:spcAft>
              <a:spcPct val="35000"/>
            </a:spcAft>
            <a:buNone/>
          </a:pPr>
          <a:r>
            <a:rPr lang="zh-CN" altLang="en-US" sz="2700" kern="1200" dirty="0"/>
            <a:t>持续集成</a:t>
          </a:r>
        </a:p>
      </dsp:txBody>
      <dsp:txXfrm>
        <a:off x="446578" y="1299293"/>
        <a:ext cx="5629564" cy="719224"/>
      </dsp:txXfrm>
    </dsp:sp>
    <dsp:sp modelId="{17D8E0C0-EE9F-45A5-932D-95377BE6C727}">
      <dsp:nvSpPr>
        <dsp:cNvPr id="0" name=""/>
        <dsp:cNvSpPr/>
      </dsp:nvSpPr>
      <dsp:spPr>
        <a:xfrm>
          <a:off x="0" y="2883625"/>
          <a:ext cx="8153400" cy="6804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BCA405-EA0A-4A1F-9C06-C21DBC201256}">
      <dsp:nvSpPr>
        <dsp:cNvPr id="0" name=""/>
        <dsp:cNvSpPr/>
      </dsp:nvSpPr>
      <dsp:spPr>
        <a:xfrm>
          <a:off x="407670" y="2485105"/>
          <a:ext cx="5707380" cy="797040"/>
        </a:xfrm>
        <a:prstGeom prst="roundRect">
          <a:avLst/>
        </a:prstGeom>
        <a:solidFill>
          <a:srgbClr val="92D05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marL="0" lvl="0" indent="0" algn="l" defTabSz="1200150">
            <a:lnSpc>
              <a:spcPct val="90000"/>
            </a:lnSpc>
            <a:spcBef>
              <a:spcPct val="0"/>
            </a:spcBef>
            <a:spcAft>
              <a:spcPct val="35000"/>
            </a:spcAft>
            <a:buNone/>
          </a:pPr>
          <a:r>
            <a:rPr lang="zh-CN" altLang="en-US" sz="2700" kern="1200" dirty="0"/>
            <a:t>重构</a:t>
          </a:r>
        </a:p>
      </dsp:txBody>
      <dsp:txXfrm>
        <a:off x="446578" y="2524013"/>
        <a:ext cx="5629564" cy="719224"/>
      </dsp:txXfrm>
    </dsp:sp>
    <dsp:sp modelId="{04ACEF9E-FEEF-499C-9047-4BA457C8A883}">
      <dsp:nvSpPr>
        <dsp:cNvPr id="0" name=""/>
        <dsp:cNvSpPr/>
      </dsp:nvSpPr>
      <dsp:spPr>
        <a:xfrm>
          <a:off x="0" y="4108346"/>
          <a:ext cx="8153400" cy="6804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CA249A-9EDB-4A2B-92C2-DF13CC974082}">
      <dsp:nvSpPr>
        <dsp:cNvPr id="0" name=""/>
        <dsp:cNvSpPr/>
      </dsp:nvSpPr>
      <dsp:spPr>
        <a:xfrm>
          <a:off x="407670" y="3709826"/>
          <a:ext cx="5707380" cy="797040"/>
        </a:xfrm>
        <a:prstGeom prst="roundRect">
          <a:avLst/>
        </a:prstGeom>
        <a:solidFill>
          <a:srgbClr val="92D050"/>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725" tIns="0" rIns="215725" bIns="0" numCol="1" spcCol="1270" anchor="ctr" anchorCtr="0">
          <a:noAutofit/>
        </a:bodyPr>
        <a:lstStyle/>
        <a:p>
          <a:pPr marL="0" lvl="0" indent="0" algn="l" defTabSz="1200150">
            <a:lnSpc>
              <a:spcPct val="90000"/>
            </a:lnSpc>
            <a:spcBef>
              <a:spcPct val="0"/>
            </a:spcBef>
            <a:spcAft>
              <a:spcPct val="35000"/>
            </a:spcAft>
            <a:buNone/>
          </a:pPr>
          <a:r>
            <a:rPr lang="zh-CN" altLang="en-US" sz="2700" kern="1200" dirty="0"/>
            <a:t>迭代总结</a:t>
          </a:r>
        </a:p>
      </dsp:txBody>
      <dsp:txXfrm>
        <a:off x="446578" y="3748734"/>
        <a:ext cx="5629564"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928511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062509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479322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295212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40688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475091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22154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75863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3002366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2983803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736691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39A293-D832-476E-9709-23C41C0E91C8}" type="datetimeFigureOut">
              <a:rPr lang="zh-CN" altLang="en-US" smtClean="0"/>
              <a:t>2020/10/9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A57620-2C3E-4A3B-971B-4C5CCA0095F9}" type="slidenum">
              <a:rPr lang="zh-CN" altLang="en-US" smtClean="0"/>
              <a:t>‹#›</a:t>
            </a:fld>
            <a:endParaRPr lang="zh-CN" altLang="en-US"/>
          </a:p>
        </p:txBody>
      </p:sp>
    </p:spTree>
    <p:extLst>
      <p:ext uri="{BB962C8B-B14F-4D97-AF65-F5344CB8AC3E}">
        <p14:creationId xmlns:p14="http://schemas.microsoft.com/office/powerpoint/2010/main" val="143227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2.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1.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0.jpeg"/><Relationship Id="rId5" Type="http://schemas.openxmlformats.org/officeDocument/2006/relationships/tags" Target="../tags/tag5.xml"/><Relationship Id="rId15" Type="http://schemas.openxmlformats.org/officeDocument/2006/relationships/image" Target="../media/image14.png"/><Relationship Id="rId10" Type="http://schemas.openxmlformats.org/officeDocument/2006/relationships/image" Target="../media/image1.jpeg"/><Relationship Id="rId4" Type="http://schemas.openxmlformats.org/officeDocument/2006/relationships/tags" Target="../tags/tag4.xml"/><Relationship Id="rId9" Type="http://schemas.openxmlformats.org/officeDocument/2006/relationships/slideLayout" Target="../slideLayouts/slideLayout2.xml"/><Relationship Id="rId14" Type="http://schemas.openxmlformats.org/officeDocument/2006/relationships/image" Target="../media/image13.jp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27.e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27.emf"/></Relationships>
</file>

<file path=ppt/slides/_rels/slide7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8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png"/></Relationships>
</file>

<file path=ppt/slides/_rels/slide8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1"/>
          <p:cNvSpPr txBox="1">
            <a:spLocks/>
          </p:cNvSpPr>
          <p:nvPr/>
        </p:nvSpPr>
        <p:spPr>
          <a:xfrm>
            <a:off x="1896898" y="1388914"/>
            <a:ext cx="8572500" cy="17161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软件工程学科导论</a:t>
            </a:r>
            <a:br>
              <a:rPr lang="en-US" altLang="zh-CN"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br>
            <a:r>
              <a:rPr lang="en-US" altLang="zh-CN" sz="3600"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Introduction to Software Engineering</a:t>
            </a:r>
            <a:endParaRPr lang="zh-CN" altLang="en-US" sz="3600" b="1" dirty="0">
              <a:solidFill>
                <a:schemeClr val="accent5">
                  <a:lumMod val="50000"/>
                </a:schemeClr>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pic>
        <p:nvPicPr>
          <p:cNvPr id="32" name="图片 31" descr="hrbeu.jpg"/>
          <p:cNvPicPr>
            <a:picLocks noChangeAspect="1"/>
          </p:cNvPicPr>
          <p:nvPr/>
        </p:nvPicPr>
        <p:blipFill>
          <a:blip r:embed="rId2"/>
          <a:stretch>
            <a:fillRect/>
          </a:stretch>
        </p:blipFill>
        <p:spPr>
          <a:xfrm>
            <a:off x="457907" y="397869"/>
            <a:ext cx="2257425" cy="514350"/>
          </a:xfrm>
          <a:prstGeom prst="rect">
            <a:avLst/>
          </a:prstGeom>
        </p:spPr>
      </p:pic>
      <p:sp>
        <p:nvSpPr>
          <p:cNvPr id="33" name="矩形 32"/>
          <p:cNvSpPr/>
          <p:nvPr/>
        </p:nvSpPr>
        <p:spPr>
          <a:xfrm>
            <a:off x="2862907" y="3105014"/>
            <a:ext cx="6782626" cy="830997"/>
          </a:xfrm>
          <a:prstGeom prst="rect">
            <a:avLst/>
          </a:prstGeom>
        </p:spPr>
        <p:txBody>
          <a:bodyPr wrap="none">
            <a:spAutoFit/>
          </a:bodyPr>
          <a:lstStyle/>
          <a:p>
            <a:r>
              <a:rPr lang="zh-CN" altLang="en-US" sz="4800" b="1" dirty="0">
                <a:solidFill>
                  <a:srgbClr val="C00000"/>
                </a:solidFill>
                <a:latin typeface="华文楷体" panose="02010600040101010101" pitchFamily="2" charset="-122"/>
                <a:ea typeface="华文楷体" panose="02010600040101010101" pitchFamily="2" charset="-122"/>
              </a:rPr>
              <a:t>第</a:t>
            </a:r>
            <a:r>
              <a:rPr lang="en-US" altLang="zh-CN" sz="4800" b="1" dirty="0">
                <a:solidFill>
                  <a:srgbClr val="C00000"/>
                </a:solidFill>
                <a:latin typeface="华文楷体" panose="02010600040101010101" pitchFamily="2" charset="-122"/>
                <a:ea typeface="华文楷体" panose="02010600040101010101" pitchFamily="2" charset="-122"/>
              </a:rPr>
              <a:t>1</a:t>
            </a:r>
            <a:r>
              <a:rPr lang="zh-CN" altLang="en-US" sz="4800" b="1" dirty="0">
                <a:solidFill>
                  <a:srgbClr val="C00000"/>
                </a:solidFill>
                <a:latin typeface="华文楷体" panose="02010600040101010101" pitchFamily="2" charset="-122"/>
                <a:ea typeface="华文楷体" panose="02010600040101010101" pitchFamily="2" charset="-122"/>
              </a:rPr>
              <a:t>课 软件工程学科概要</a:t>
            </a:r>
          </a:p>
        </p:txBody>
      </p:sp>
      <p:pic>
        <p:nvPicPr>
          <p:cNvPr id="34" name="图片 33" descr="cover.jpg"/>
          <p:cNvPicPr>
            <a:picLocks noChangeAspect="1"/>
          </p:cNvPicPr>
          <p:nvPr/>
        </p:nvPicPr>
        <p:blipFill>
          <a:blip r:embed="rId3"/>
          <a:stretch>
            <a:fillRect/>
          </a:stretch>
        </p:blipFill>
        <p:spPr>
          <a:xfrm>
            <a:off x="0" y="3936011"/>
            <a:ext cx="12192000" cy="2321719"/>
          </a:xfrm>
          <a:prstGeom prst="rect">
            <a:avLst/>
          </a:prstGeom>
        </p:spPr>
      </p:pic>
      <p:sp>
        <p:nvSpPr>
          <p:cNvPr id="35" name="副标题 2"/>
          <p:cNvSpPr txBox="1">
            <a:spLocks/>
          </p:cNvSpPr>
          <p:nvPr/>
        </p:nvSpPr>
        <p:spPr>
          <a:xfrm>
            <a:off x="1253481" y="4435444"/>
            <a:ext cx="6029325"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800" dirty="0">
                <a:solidFill>
                  <a:srgbClr val="7030A0"/>
                </a:solidFill>
                <a:latin typeface="华文新魏" panose="02010800040101010101" pitchFamily="2" charset="-122"/>
                <a:ea typeface="华文新魏" panose="02010800040101010101" pitchFamily="2" charset="-122"/>
              </a:rPr>
              <a:t>王念滨</a:t>
            </a:r>
            <a:endParaRPr lang="en-US" altLang="zh-CN" sz="2800" dirty="0">
              <a:solidFill>
                <a:srgbClr val="7030A0"/>
              </a:solidFill>
              <a:latin typeface="华文新魏" panose="02010800040101010101" pitchFamily="2" charset="-122"/>
              <a:ea typeface="华文新魏" panose="02010800040101010101" pitchFamily="2" charset="-122"/>
            </a:endParaRPr>
          </a:p>
          <a:p>
            <a:r>
              <a:rPr lang="zh-CN" altLang="en-US" sz="2800" dirty="0">
                <a:solidFill>
                  <a:srgbClr val="7030A0"/>
                </a:solidFill>
                <a:latin typeface="华文新魏" panose="02010800040101010101" pitchFamily="2" charset="-122"/>
                <a:ea typeface="华文新魏" panose="02010800040101010101" pitchFamily="2" charset="-122"/>
              </a:rPr>
              <a:t>软件学院 大数据与智能计算课题组</a:t>
            </a:r>
            <a:endParaRPr lang="en-US" altLang="zh-CN" sz="2800" dirty="0">
              <a:solidFill>
                <a:srgbClr val="7030A0"/>
              </a:solidFill>
              <a:latin typeface="华文新魏" panose="02010800040101010101" pitchFamily="2" charset="-122"/>
              <a:ea typeface="华文新魏" panose="02010800040101010101" pitchFamily="2" charset="-122"/>
            </a:endParaRPr>
          </a:p>
          <a:p>
            <a:r>
              <a:rPr lang="en-US" altLang="zh-CN" sz="2800" dirty="0">
                <a:solidFill>
                  <a:srgbClr val="7030A0"/>
                </a:solidFill>
                <a:latin typeface="华文新魏" panose="02010800040101010101" pitchFamily="2" charset="-122"/>
                <a:ea typeface="华文新魏" panose="02010800040101010101" pitchFamily="2" charset="-122"/>
              </a:rPr>
              <a:t>2020</a:t>
            </a:r>
            <a:r>
              <a:rPr lang="zh-CN" altLang="en-US" sz="2800" dirty="0">
                <a:solidFill>
                  <a:srgbClr val="7030A0"/>
                </a:solidFill>
                <a:latin typeface="华文新魏" panose="02010800040101010101" pitchFamily="2" charset="-122"/>
                <a:ea typeface="华文新魏" panose="02010800040101010101" pitchFamily="2" charset="-122"/>
              </a:rPr>
              <a:t>年</a:t>
            </a:r>
            <a:r>
              <a:rPr lang="en-US" altLang="zh-CN" sz="2800" dirty="0">
                <a:solidFill>
                  <a:srgbClr val="7030A0"/>
                </a:solidFill>
                <a:latin typeface="华文新魏" panose="02010800040101010101" pitchFamily="2" charset="-122"/>
                <a:ea typeface="华文新魏" panose="02010800040101010101" pitchFamily="2" charset="-122"/>
              </a:rPr>
              <a:t>3</a:t>
            </a:r>
            <a:r>
              <a:rPr lang="zh-CN" altLang="en-US" sz="2800" dirty="0">
                <a:solidFill>
                  <a:srgbClr val="7030A0"/>
                </a:solidFill>
                <a:latin typeface="华文新魏" panose="02010800040101010101" pitchFamily="2" charset="-122"/>
                <a:ea typeface="华文新魏" panose="02010800040101010101" pitchFamily="2" charset="-122"/>
              </a:rPr>
              <a:t>月</a:t>
            </a:r>
          </a:p>
        </p:txBody>
      </p:sp>
    </p:spTree>
    <p:extLst>
      <p:ext uri="{BB962C8B-B14F-4D97-AF65-F5344CB8AC3E}">
        <p14:creationId xmlns:p14="http://schemas.microsoft.com/office/powerpoint/2010/main" val="20380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9466908" y="175635"/>
            <a:ext cx="2236510" cy="707886"/>
          </a:xfrm>
          <a:prstGeom prst="rect">
            <a:avLst/>
          </a:prstGeom>
          <a:noFill/>
        </p:spPr>
        <p:txBody>
          <a:bodyPr wrap="none" rtlCol="0">
            <a:spAutoFit/>
          </a:bodyPr>
          <a:lstStyle/>
          <a:p>
            <a:r>
              <a:rPr lang="zh-CN" altLang="en-US" sz="4000" b="1" dirty="0">
                <a:latin typeface="仿宋" panose="02010609060101010101" pitchFamily="49" charset="-122"/>
                <a:ea typeface="仿宋" panose="02010609060101010101" pitchFamily="49" charset="-122"/>
              </a:rPr>
              <a:t>课程概要</a:t>
            </a:r>
          </a:p>
        </p:txBody>
      </p:sp>
      <p:sp>
        <p:nvSpPr>
          <p:cNvPr id="32" name="文本框 31"/>
          <p:cNvSpPr txBox="1"/>
          <p:nvPr/>
        </p:nvSpPr>
        <p:spPr>
          <a:xfrm>
            <a:off x="457480" y="500687"/>
            <a:ext cx="11695593" cy="4832092"/>
          </a:xfrm>
          <a:prstGeom prst="rect">
            <a:avLst/>
          </a:prstGeom>
          <a:noFill/>
        </p:spPr>
        <p:txBody>
          <a:bodyPr wrap="square" rtlCol="0">
            <a:spAutoFit/>
          </a:bodyPr>
          <a:lstStyle/>
          <a:p>
            <a:r>
              <a:rPr lang="zh-CN" altLang="en-US" sz="2800" dirty="0">
                <a:latin typeface="黑体" panose="02010609060101010101" pitchFamily="49" charset="-122"/>
                <a:ea typeface="黑体" panose="02010609060101010101" pitchFamily="49" charset="-122"/>
              </a:rPr>
              <a:t>一、课程目标</a:t>
            </a:r>
            <a:endParaRPr lang="en-US" altLang="zh-CN" sz="2800" dirty="0">
              <a:latin typeface="黑体" panose="02010609060101010101" pitchFamily="49" charset="-122"/>
              <a:ea typeface="黑体" panose="02010609060101010101" pitchFamily="49" charset="-122"/>
            </a:endParaRPr>
          </a:p>
          <a:p>
            <a:endParaRPr lang="en-US" altLang="zh-CN" sz="2800" dirty="0">
              <a:latin typeface="黑体" panose="02010609060101010101" pitchFamily="49" charset="-122"/>
              <a:ea typeface="黑体" panose="02010609060101010101" pitchFamily="49" charset="-122"/>
            </a:endParaRPr>
          </a:p>
          <a:p>
            <a:r>
              <a:rPr lang="en-US" altLang="zh-CN" sz="2800" dirty="0">
                <a:latin typeface="仿宋" panose="02010609060101010101" pitchFamily="49" charset="-122"/>
                <a:ea typeface="仿宋" panose="02010609060101010101" pitchFamily="49" charset="-122"/>
              </a:rPr>
              <a:t>    </a:t>
            </a:r>
            <a:r>
              <a:rPr lang="zh-CN" altLang="zh-CN" sz="2800" dirty="0">
                <a:latin typeface="华文楷体" panose="02010600040101010101" pitchFamily="2" charset="-122"/>
                <a:ea typeface="华文楷体" panose="02010600040101010101" pitchFamily="2" charset="-122"/>
              </a:rPr>
              <a:t>本课程是研究生软件工程学科导引课程。课程目标在于培养学生进一步了解软件工程学科的发展历程，体会随着软件的规模越来越大，在软件的结构越来越复杂，软件开发与维护的难度也越来越高的情况下，为保证软件的质量、确保软件开发的进度、控制软件开发的成本而采用的系统化的、规范化的、可量化的方法，以及对这些方法的研究手段和策略。体会软件工程作为一种指导软件开发和维护的工程学科的重要意义，通过本课程的学习，使学生进一步掌握软件工程的概念、原理和技术，掌握软件开发的基本方法和常用工具，建立软件开发和维护的工程化意识，培养独立思考的能力和团队合作的精神</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p:txBody>
      </p:sp>
      <p:sp>
        <p:nvSpPr>
          <p:cNvPr id="2" name="矩形 1"/>
          <p:cNvSpPr/>
          <p:nvPr/>
        </p:nvSpPr>
        <p:spPr>
          <a:xfrm>
            <a:off x="5184923" y="5332779"/>
            <a:ext cx="6602689" cy="1200329"/>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教师信息  王念滨 教  授 博士生导师</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           办公室：</a:t>
            </a:r>
            <a:r>
              <a:rPr lang="en-US" altLang="zh-CN" sz="2400" dirty="0">
                <a:latin typeface="楷体" panose="02010609060101010101" pitchFamily="49" charset="-122"/>
                <a:ea typeface="楷体" panose="02010609060101010101" pitchFamily="49" charset="-122"/>
              </a:rPr>
              <a:t>21</a:t>
            </a:r>
            <a:r>
              <a:rPr lang="zh-CN" altLang="en-US" sz="2400" dirty="0">
                <a:latin typeface="楷体" panose="02010609060101010101" pitchFamily="49" charset="-122"/>
                <a:ea typeface="楷体" panose="02010609060101010101" pitchFamily="49" charset="-122"/>
              </a:rPr>
              <a:t>号楼</a:t>
            </a:r>
            <a:r>
              <a:rPr lang="en-US" altLang="zh-CN" sz="2400" dirty="0">
                <a:latin typeface="楷体" panose="02010609060101010101" pitchFamily="49" charset="-122"/>
                <a:ea typeface="楷体" panose="02010609060101010101" pitchFamily="49" charset="-122"/>
              </a:rPr>
              <a:t>319</a:t>
            </a:r>
            <a:r>
              <a:rPr lang="zh-CN" altLang="en-US" sz="2400" dirty="0">
                <a:latin typeface="楷体" panose="02010609060101010101" pitchFamily="49" charset="-122"/>
                <a:ea typeface="楷体" panose="02010609060101010101" pitchFamily="49" charset="-122"/>
              </a:rPr>
              <a:t>房间</a:t>
            </a:r>
            <a:endParaRPr lang="en-US"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en-US" altLang="zh-CN" sz="2400" dirty="0" err="1">
                <a:latin typeface="楷体" panose="02010609060101010101" pitchFamily="49" charset="-122"/>
                <a:ea typeface="楷体" panose="02010609060101010101" pitchFamily="49" charset="-122"/>
              </a:rPr>
              <a:t>email:wangnianbin@hrbeu.edu.cn</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2320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602344" y="464520"/>
            <a:ext cx="2339102" cy="523220"/>
          </a:xfrm>
          <a:prstGeom prst="rect">
            <a:avLst/>
          </a:prstGeom>
          <a:noFill/>
        </p:spPr>
        <p:txBody>
          <a:bodyPr wrap="none" rtlCol="0">
            <a:spAutoFit/>
          </a:bodyPr>
          <a:lstStyle/>
          <a:p>
            <a:r>
              <a:rPr lang="zh-CN" altLang="en-US" sz="2800" dirty="0">
                <a:latin typeface="黑体" panose="02010609060101010101" pitchFamily="49" charset="-122"/>
                <a:ea typeface="黑体" panose="02010609060101010101" pitchFamily="49" charset="-122"/>
              </a:rPr>
              <a:t>二、课程安排</a:t>
            </a:r>
          </a:p>
        </p:txBody>
      </p:sp>
      <p:graphicFrame>
        <p:nvGraphicFramePr>
          <p:cNvPr id="32" name="图表 31">
            <a:extLst>
              <a:ext uri="{FF2B5EF4-FFF2-40B4-BE49-F238E27FC236}">
                <a16:creationId xmlns:a16="http://schemas.microsoft.com/office/drawing/2014/main" id="{1B7DE6C4-0BF3-0447-8B22-66F8013F52B8}"/>
              </a:ext>
            </a:extLst>
          </p:cNvPr>
          <p:cNvGraphicFramePr/>
          <p:nvPr>
            <p:extLst>
              <p:ext uri="{D42A27DB-BD31-4B8C-83A1-F6EECF244321}">
                <p14:modId xmlns:p14="http://schemas.microsoft.com/office/powerpoint/2010/main" val="3505217361"/>
              </p:ext>
            </p:extLst>
          </p:nvPr>
        </p:nvGraphicFramePr>
        <p:xfrm>
          <a:off x="4396442" y="4336020"/>
          <a:ext cx="5625343" cy="2174047"/>
        </p:xfrm>
        <a:graphic>
          <a:graphicData uri="http://schemas.openxmlformats.org/drawingml/2006/chart">
            <c:chart xmlns:c="http://schemas.openxmlformats.org/drawingml/2006/chart" xmlns:r="http://schemas.openxmlformats.org/officeDocument/2006/relationships" r:id="rId2"/>
          </a:graphicData>
        </a:graphic>
      </p:graphicFrame>
      <p:sp>
        <p:nvSpPr>
          <p:cNvPr id="33" name="文本框 32"/>
          <p:cNvSpPr txBox="1"/>
          <p:nvPr/>
        </p:nvSpPr>
        <p:spPr>
          <a:xfrm>
            <a:off x="5224366" y="987740"/>
            <a:ext cx="1415772" cy="461665"/>
          </a:xfrm>
          <a:prstGeom prst="rect">
            <a:avLst/>
          </a:prstGeom>
          <a:noFill/>
        </p:spPr>
        <p:txBody>
          <a:bodyPr wrap="none" rtlCol="0">
            <a:spAutoFit/>
          </a:bodyPr>
          <a:lstStyle/>
          <a:p>
            <a:r>
              <a:rPr lang="zh-CN" altLang="en-US" sz="2400" dirty="0">
                <a:latin typeface="仿宋" panose="02010609060101010101" pitchFamily="49" charset="-122"/>
                <a:ea typeface="仿宋" panose="02010609060101010101" pitchFamily="49" charset="-122"/>
              </a:rPr>
              <a:t>学习内容</a:t>
            </a:r>
          </a:p>
        </p:txBody>
      </p:sp>
      <p:sp>
        <p:nvSpPr>
          <p:cNvPr id="34" name="矩形: 圆角 47">
            <a:extLst>
              <a:ext uri="{FF2B5EF4-FFF2-40B4-BE49-F238E27FC236}">
                <a16:creationId xmlns:a16="http://schemas.microsoft.com/office/drawing/2014/main" id="{12635A29-DC77-904F-AEFB-02C21FF52D45}"/>
              </a:ext>
            </a:extLst>
          </p:cNvPr>
          <p:cNvSpPr/>
          <p:nvPr/>
        </p:nvSpPr>
        <p:spPr>
          <a:xfrm>
            <a:off x="1308514" y="2299283"/>
            <a:ext cx="1161604" cy="1792883"/>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工程学科概述</a:t>
            </a:r>
          </a:p>
        </p:txBody>
      </p:sp>
      <p:sp>
        <p:nvSpPr>
          <p:cNvPr id="35" name="矩形: 圆角 47">
            <a:extLst>
              <a:ext uri="{FF2B5EF4-FFF2-40B4-BE49-F238E27FC236}">
                <a16:creationId xmlns:a16="http://schemas.microsoft.com/office/drawing/2014/main" id="{12635A29-DC77-904F-AEFB-02C21FF52D45}"/>
              </a:ext>
            </a:extLst>
          </p:cNvPr>
          <p:cNvSpPr/>
          <p:nvPr/>
        </p:nvSpPr>
        <p:spPr>
          <a:xfrm>
            <a:off x="2612848" y="2337080"/>
            <a:ext cx="1133806" cy="1755086"/>
          </a:xfrm>
          <a:prstGeom prst="roundRect">
            <a:avLst/>
          </a:prstGeom>
          <a:solidFill>
            <a:schemeClr val="accent1">
              <a:lumMod val="7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软件开发与软件开发管理</a:t>
            </a:r>
          </a:p>
        </p:txBody>
      </p:sp>
      <p:sp>
        <p:nvSpPr>
          <p:cNvPr id="36" name="矩形: 圆角 47">
            <a:extLst>
              <a:ext uri="{FF2B5EF4-FFF2-40B4-BE49-F238E27FC236}">
                <a16:creationId xmlns:a16="http://schemas.microsoft.com/office/drawing/2014/main" id="{12635A29-DC77-904F-AEFB-02C21FF52D45}"/>
              </a:ext>
            </a:extLst>
          </p:cNvPr>
          <p:cNvSpPr/>
          <p:nvPr/>
        </p:nvSpPr>
        <p:spPr>
          <a:xfrm>
            <a:off x="3889383" y="2327555"/>
            <a:ext cx="1133807" cy="1764611"/>
          </a:xfrm>
          <a:prstGeom prst="roundRect">
            <a:avLst/>
          </a:prstGeom>
          <a:solidFill>
            <a:schemeClr val="accent2"/>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chemeClr val="bg1"/>
                </a:solidFill>
                <a:latin typeface="楷体" panose="02010609060101010101" pitchFamily="49" charset="-122"/>
                <a:ea typeface="楷体" panose="02010609060101010101" pitchFamily="49" charset="-122"/>
              </a:rPr>
              <a:t>软件项目管理概要</a:t>
            </a:r>
          </a:p>
        </p:txBody>
      </p:sp>
      <p:sp>
        <p:nvSpPr>
          <p:cNvPr id="37" name="矩形: 圆角 47">
            <a:extLst>
              <a:ext uri="{FF2B5EF4-FFF2-40B4-BE49-F238E27FC236}">
                <a16:creationId xmlns:a16="http://schemas.microsoft.com/office/drawing/2014/main" id="{12635A29-DC77-904F-AEFB-02C21FF52D45}"/>
              </a:ext>
            </a:extLst>
          </p:cNvPr>
          <p:cNvSpPr/>
          <p:nvPr/>
        </p:nvSpPr>
        <p:spPr>
          <a:xfrm>
            <a:off x="6405757" y="2337080"/>
            <a:ext cx="1124548" cy="1755086"/>
          </a:xfrm>
          <a:prstGeom prst="roundRect">
            <a:avLst/>
          </a:prstGeom>
          <a:solidFill>
            <a:schemeClr val="accent2">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系统架构概要</a:t>
            </a:r>
          </a:p>
        </p:txBody>
      </p:sp>
      <p:sp>
        <p:nvSpPr>
          <p:cNvPr id="38" name="矩形: 圆角 47">
            <a:extLst>
              <a:ext uri="{FF2B5EF4-FFF2-40B4-BE49-F238E27FC236}">
                <a16:creationId xmlns:a16="http://schemas.microsoft.com/office/drawing/2014/main" id="{12635A29-DC77-904F-AEFB-02C21FF52D45}"/>
              </a:ext>
            </a:extLst>
          </p:cNvPr>
          <p:cNvSpPr/>
          <p:nvPr/>
        </p:nvSpPr>
        <p:spPr>
          <a:xfrm>
            <a:off x="7675443" y="2337080"/>
            <a:ext cx="1115460" cy="1755086"/>
          </a:xfrm>
          <a:prstGeom prst="roundRect">
            <a:avLst/>
          </a:prstGeom>
          <a:solidFill>
            <a:schemeClr val="accent4">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设计原则与设计模式概要</a:t>
            </a:r>
          </a:p>
        </p:txBody>
      </p:sp>
      <p:sp>
        <p:nvSpPr>
          <p:cNvPr id="39" name="矩形: 圆角 47">
            <a:extLst>
              <a:ext uri="{FF2B5EF4-FFF2-40B4-BE49-F238E27FC236}">
                <a16:creationId xmlns:a16="http://schemas.microsoft.com/office/drawing/2014/main" id="{12635A29-DC77-904F-AEFB-02C21FF52D45}"/>
              </a:ext>
            </a:extLst>
          </p:cNvPr>
          <p:cNvSpPr/>
          <p:nvPr/>
        </p:nvSpPr>
        <p:spPr>
          <a:xfrm>
            <a:off x="8936041" y="2299282"/>
            <a:ext cx="1149505" cy="1792883"/>
          </a:xfrm>
          <a:prstGeom prst="roundRect">
            <a:avLst/>
          </a:prstGeom>
          <a:solidFill>
            <a:schemeClr val="accent5"/>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测试与维护要点</a:t>
            </a:r>
          </a:p>
        </p:txBody>
      </p:sp>
      <p:sp>
        <p:nvSpPr>
          <p:cNvPr id="40" name="矩形: 圆角 47">
            <a:extLst>
              <a:ext uri="{FF2B5EF4-FFF2-40B4-BE49-F238E27FC236}">
                <a16:creationId xmlns:a16="http://schemas.microsoft.com/office/drawing/2014/main" id="{12635A29-DC77-904F-AEFB-02C21FF52D45}"/>
              </a:ext>
            </a:extLst>
          </p:cNvPr>
          <p:cNvSpPr/>
          <p:nvPr/>
        </p:nvSpPr>
        <p:spPr>
          <a:xfrm>
            <a:off x="5175178" y="2337080"/>
            <a:ext cx="1078591" cy="1755086"/>
          </a:xfrm>
          <a:prstGeom prst="roundRect">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软件需求工程概要</a:t>
            </a:r>
          </a:p>
        </p:txBody>
      </p:sp>
      <p:sp>
        <p:nvSpPr>
          <p:cNvPr id="41" name="矩形: 圆角 47">
            <a:extLst>
              <a:ext uri="{FF2B5EF4-FFF2-40B4-BE49-F238E27FC236}">
                <a16:creationId xmlns:a16="http://schemas.microsoft.com/office/drawing/2014/main" id="{12635A29-DC77-904F-AEFB-02C21FF52D45}"/>
              </a:ext>
            </a:extLst>
          </p:cNvPr>
          <p:cNvSpPr/>
          <p:nvPr/>
        </p:nvSpPr>
        <p:spPr>
          <a:xfrm>
            <a:off x="10230684" y="2337079"/>
            <a:ext cx="1167207" cy="1755085"/>
          </a:xfrm>
          <a:prstGeom prst="roundRect">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工程教育与职业发展</a:t>
            </a:r>
          </a:p>
        </p:txBody>
      </p:sp>
    </p:spTree>
    <p:extLst>
      <p:ext uri="{BB962C8B-B14F-4D97-AF65-F5344CB8AC3E}">
        <p14:creationId xmlns:p14="http://schemas.microsoft.com/office/powerpoint/2010/main" val="1208575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358633" y="862866"/>
            <a:ext cx="3467616" cy="584775"/>
          </a:xfrm>
          <a:prstGeom prst="rect">
            <a:avLst/>
          </a:prstGeom>
          <a:noFill/>
        </p:spPr>
        <p:txBody>
          <a:bodyPr wrap="none" rtlCol="0">
            <a:spAutoFit/>
          </a:bodyPr>
          <a:lstStyle/>
          <a:p>
            <a:r>
              <a:rPr lang="zh-CN" altLang="en-US" sz="3200" dirty="0">
                <a:latin typeface="黑体" panose="02010609060101010101" pitchFamily="49" charset="-122"/>
                <a:ea typeface="黑体" panose="02010609060101010101" pitchFamily="49" charset="-122"/>
              </a:rPr>
              <a:t>三、主要参考资料</a:t>
            </a:r>
          </a:p>
        </p:txBody>
      </p:sp>
      <p:sp>
        <p:nvSpPr>
          <p:cNvPr id="32" name="矩形 31"/>
          <p:cNvSpPr/>
          <p:nvPr/>
        </p:nvSpPr>
        <p:spPr>
          <a:xfrm>
            <a:off x="442905" y="1801792"/>
            <a:ext cx="11471455" cy="4081117"/>
          </a:xfrm>
          <a:prstGeom prst="rect">
            <a:avLst/>
          </a:prstGeom>
        </p:spPr>
        <p:txBody>
          <a:bodyPr wrap="square">
            <a:spAutoFit/>
          </a:bodyPr>
          <a:lstStyle/>
          <a:p>
            <a:pPr>
              <a:lnSpc>
                <a:spcPct val="120000"/>
              </a:lnSpc>
            </a:pPr>
            <a:r>
              <a:rPr lang="en-US" altLang="zh-CN" sz="2400" dirty="0">
                <a:latin typeface="华文楷体" panose="02010600040101010101" pitchFamily="2" charset="-122"/>
                <a:ea typeface="华文楷体" panose="02010600040101010101" pitchFamily="2" charset="-122"/>
              </a:rPr>
              <a:t>1  </a:t>
            </a:r>
            <a:r>
              <a:rPr lang="zh-CN" altLang="en-US" sz="2400" dirty="0">
                <a:latin typeface="华文楷体" panose="02010600040101010101" pitchFamily="2" charset="-122"/>
                <a:ea typeface="华文楷体" panose="02010600040101010101" pitchFamily="2" charset="-122"/>
              </a:rPr>
              <a:t>韩万江，姜立新</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软件项目管理案例教程（第</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版）</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机械工业出版社</a:t>
            </a:r>
            <a:r>
              <a:rPr lang="en-US" altLang="zh-CN" sz="2400" dirty="0">
                <a:latin typeface="华文楷体" panose="02010600040101010101" pitchFamily="2" charset="-122"/>
                <a:ea typeface="华文楷体" panose="02010600040101010101" pitchFamily="2" charset="-122"/>
              </a:rPr>
              <a:t>.  2015.06</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a:lnSpc>
                <a:spcPct val="120000"/>
              </a:lnSpc>
            </a:pPr>
            <a:r>
              <a:rPr lang="en-US" altLang="zh-CN" sz="2400" dirty="0">
                <a:latin typeface="华文楷体" panose="02010600040101010101" pitchFamily="2" charset="-122"/>
                <a:ea typeface="华文楷体" panose="02010600040101010101" pitchFamily="2" charset="-122"/>
              </a:rPr>
              <a:t>2  </a:t>
            </a:r>
            <a:r>
              <a:rPr lang="zh-CN" altLang="en-US" sz="2400" dirty="0">
                <a:latin typeface="华文楷体" panose="02010600040101010101" pitchFamily="2" charset="-122"/>
                <a:ea typeface="华文楷体" panose="02010600040101010101" pitchFamily="2" charset="-122"/>
              </a:rPr>
              <a:t>覃征、徐文华、韩毅、唐晶</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软件项目管理</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清华大学出版社</a:t>
            </a:r>
            <a:r>
              <a:rPr lang="en-US" altLang="zh-CN" sz="2400" dirty="0">
                <a:latin typeface="华文楷体" panose="02010600040101010101" pitchFamily="2" charset="-122"/>
                <a:ea typeface="华文楷体" panose="02010600040101010101" pitchFamily="2" charset="-122"/>
              </a:rPr>
              <a:t>. 2010.06</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a:lnSpc>
                <a:spcPct val="120000"/>
              </a:lnSpc>
            </a:pPr>
            <a:r>
              <a:rPr lang="en-US" altLang="zh-CN" sz="2400" dirty="0">
                <a:latin typeface="华文楷体" panose="02010600040101010101" pitchFamily="2" charset="-122"/>
                <a:ea typeface="华文楷体" panose="02010600040101010101" pitchFamily="2" charset="-122"/>
              </a:rPr>
              <a:t>3  </a:t>
            </a:r>
            <a:r>
              <a:rPr lang="zh-CN" altLang="en-US" sz="2400" dirty="0">
                <a:latin typeface="华文楷体" panose="02010600040101010101" pitchFamily="2" charset="-122"/>
                <a:ea typeface="华文楷体" panose="02010600040101010101" pitchFamily="2" charset="-122"/>
              </a:rPr>
              <a:t>徐锋</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软件需求最佳实践</a:t>
            </a:r>
            <a:r>
              <a:rPr lang="en-US" altLang="zh-CN" sz="2400" dirty="0">
                <a:latin typeface="华文楷体" panose="02010600040101010101" pitchFamily="2" charset="-122"/>
                <a:ea typeface="华文楷体" panose="02010600040101010101" pitchFamily="2" charset="-122"/>
              </a:rPr>
              <a:t>:SERU</a:t>
            </a:r>
            <a:r>
              <a:rPr lang="zh-CN" altLang="en-US" sz="2400" dirty="0">
                <a:latin typeface="华文楷体" panose="02010600040101010101" pitchFamily="2" charset="-122"/>
                <a:ea typeface="华文楷体" panose="02010600040101010101" pitchFamily="2" charset="-122"/>
              </a:rPr>
              <a:t>过程框架原理及应用</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电子工业出版社</a:t>
            </a:r>
            <a:r>
              <a:rPr lang="en-US" altLang="zh-CN" sz="2400" dirty="0">
                <a:latin typeface="华文楷体" panose="02010600040101010101" pitchFamily="2" charset="-122"/>
                <a:ea typeface="华文楷体" panose="02010600040101010101" pitchFamily="2" charset="-122"/>
              </a:rPr>
              <a:t>. 2013.05</a:t>
            </a:r>
            <a:r>
              <a:rPr lang="zh-CN" altLang="en-US" sz="2400" dirty="0">
                <a:latin typeface="华文楷体" panose="02010600040101010101" pitchFamily="2" charset="-122"/>
                <a:ea typeface="华文楷体" panose="02010600040101010101" pitchFamily="2" charset="-122"/>
              </a:rPr>
              <a:t>；</a:t>
            </a:r>
          </a:p>
          <a:p>
            <a:pPr>
              <a:lnSpc>
                <a:spcPct val="120000"/>
              </a:lnSpc>
            </a:pPr>
            <a:r>
              <a:rPr lang="en-US" altLang="zh-CN" sz="2400" dirty="0">
                <a:latin typeface="华文楷体" panose="02010600040101010101" pitchFamily="2" charset="-122"/>
                <a:ea typeface="华文楷体" panose="02010600040101010101" pitchFamily="2" charset="-122"/>
              </a:rPr>
              <a:t>4  </a:t>
            </a:r>
            <a:r>
              <a:rPr lang="zh-CN" altLang="en-US" sz="2400" dirty="0">
                <a:latin typeface="华文楷体" panose="02010600040101010101" pitchFamily="2" charset="-122"/>
                <a:ea typeface="华文楷体" panose="02010600040101010101" pitchFamily="2" charset="-122"/>
              </a:rPr>
              <a:t>莱芬韦尔 著，蒋慧 译</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软件需求管理用例方法（第</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版）</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电力出版社</a:t>
            </a:r>
            <a:r>
              <a:rPr lang="en-US" altLang="zh-CN" sz="2400" dirty="0">
                <a:latin typeface="华文楷体" panose="02010600040101010101" pitchFamily="2" charset="-122"/>
                <a:ea typeface="华文楷体" panose="02010600040101010101" pitchFamily="2" charset="-122"/>
              </a:rPr>
              <a:t>. 2004.05</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a:lnSpc>
                <a:spcPct val="120000"/>
              </a:lnSpc>
            </a:pPr>
            <a:r>
              <a:rPr lang="en-US" altLang="zh-CN" sz="2400" dirty="0">
                <a:latin typeface="华文楷体" panose="02010600040101010101" pitchFamily="2" charset="-122"/>
                <a:ea typeface="华文楷体" panose="02010600040101010101" pitchFamily="2" charset="-122"/>
              </a:rPr>
              <a:t>5  </a:t>
            </a:r>
            <a:r>
              <a:rPr lang="zh-CN" altLang="en-US" sz="2400" dirty="0">
                <a:latin typeface="华文楷体" panose="02010600040101010101" pitchFamily="2" charset="-122"/>
                <a:ea typeface="华文楷体" panose="02010600040101010101" pitchFamily="2" charset="-122"/>
              </a:rPr>
              <a:t>郭致星</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做项目，就得这么干。人民邮电出版社，</a:t>
            </a:r>
            <a:r>
              <a:rPr lang="en-US" altLang="zh-CN" sz="2400" dirty="0">
                <a:latin typeface="华文楷体" panose="02010600040101010101" pitchFamily="2" charset="-122"/>
                <a:ea typeface="华文楷体" panose="02010600040101010101" pitchFamily="2" charset="-122"/>
              </a:rPr>
              <a:t>2015.06</a:t>
            </a:r>
          </a:p>
          <a:p>
            <a:pPr>
              <a:lnSpc>
                <a:spcPct val="120000"/>
              </a:lnSpc>
            </a:pPr>
            <a:r>
              <a:rPr lang="en-US" altLang="zh-CN" sz="2400" dirty="0">
                <a:latin typeface="华文楷体" panose="02010600040101010101" pitchFamily="2" charset="-122"/>
                <a:ea typeface="华文楷体" panose="02010600040101010101" pitchFamily="2" charset="-122"/>
              </a:rPr>
              <a:t>6  </a:t>
            </a:r>
            <a:r>
              <a:rPr lang="zh-CN" altLang="en-US" sz="2400" dirty="0">
                <a:latin typeface="华文楷体" panose="02010600040101010101" pitchFamily="2" charset="-122"/>
                <a:ea typeface="华文楷体" panose="02010600040101010101" pitchFamily="2" charset="-122"/>
              </a:rPr>
              <a:t>普莱斯曼 著，郑人杰 译</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软件工程</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实践者的研究方法，机械工业出版社</a:t>
            </a:r>
            <a:r>
              <a:rPr lang="en-US" altLang="zh-CN" sz="2400" dirty="0">
                <a:latin typeface="华文楷体" panose="02010600040101010101" pitchFamily="2" charset="-122"/>
                <a:ea typeface="华文楷体" panose="02010600040101010101" pitchFamily="2" charset="-122"/>
              </a:rPr>
              <a:t>. 2019.05</a:t>
            </a:r>
          </a:p>
          <a:p>
            <a:pPr>
              <a:lnSpc>
                <a:spcPct val="120000"/>
              </a:lnSpc>
            </a:pPr>
            <a:r>
              <a:rPr lang="en-US" altLang="zh-CN" sz="2400" dirty="0">
                <a:latin typeface="华文楷体" panose="02010600040101010101" pitchFamily="2" charset="-122"/>
                <a:ea typeface="华文楷体" panose="02010600040101010101" pitchFamily="2" charset="-122"/>
              </a:rPr>
              <a:t>7  </a:t>
            </a:r>
            <a:r>
              <a:rPr lang="zh-CN" altLang="en-US" sz="2400" dirty="0">
                <a:latin typeface="华文楷体" panose="02010600040101010101" pitchFamily="2" charset="-122"/>
                <a:ea typeface="华文楷体" panose="02010600040101010101" pitchFamily="2" charset="-122"/>
              </a:rPr>
              <a:t>吕云翔</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软件工程理论与实践</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机械工业出版社</a:t>
            </a:r>
            <a:r>
              <a:rPr lang="en-US" altLang="zh-CN" sz="2400" dirty="0">
                <a:latin typeface="华文楷体" panose="02010600040101010101" pitchFamily="2" charset="-122"/>
                <a:ea typeface="华文楷体" panose="02010600040101010101" pitchFamily="2" charset="-122"/>
              </a:rPr>
              <a:t>. 2017.07</a:t>
            </a:r>
          </a:p>
          <a:p>
            <a:pPr>
              <a:lnSpc>
                <a:spcPct val="120000"/>
              </a:lnSpc>
            </a:pPr>
            <a:r>
              <a:rPr lang="en-US" altLang="zh-CN" sz="2400" dirty="0">
                <a:latin typeface="华文楷体" panose="02010600040101010101" pitchFamily="2" charset="-122"/>
                <a:ea typeface="华文楷体" panose="02010600040101010101" pitchFamily="2" charset="-122"/>
              </a:rPr>
              <a:t>8 </a:t>
            </a:r>
            <a:r>
              <a:rPr lang="zh-CN" altLang="en-US" sz="2400" dirty="0">
                <a:latin typeface="华文楷体" panose="02010600040101010101" pitchFamily="2" charset="-122"/>
                <a:ea typeface="华文楷体" panose="02010600040101010101" pitchFamily="2" charset="-122"/>
              </a:rPr>
              <a:t>温伯格 著，余晟 译</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成为技术领导者</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中国工信出版集团</a:t>
            </a:r>
            <a:r>
              <a:rPr lang="en-US" altLang="zh-CN" sz="2400" dirty="0">
                <a:latin typeface="华文楷体" panose="02010600040101010101" pitchFamily="2" charset="-122"/>
                <a:ea typeface="华文楷体" panose="02010600040101010101" pitchFamily="2" charset="-122"/>
              </a:rPr>
              <a:t>. 2015.07</a:t>
            </a:r>
          </a:p>
          <a:p>
            <a:pPr>
              <a:lnSpc>
                <a:spcPct val="120000"/>
              </a:lnSpc>
            </a:pPr>
            <a:r>
              <a:rPr lang="en-US" altLang="zh-CN" sz="2400" dirty="0">
                <a:latin typeface="华文楷体" panose="02010600040101010101" pitchFamily="2" charset="-122"/>
                <a:ea typeface="华文楷体" panose="02010600040101010101" pitchFamily="2" charset="-122"/>
              </a:rPr>
              <a:t>9 </a:t>
            </a:r>
            <a:r>
              <a:rPr lang="zh-CN" altLang="en-US" sz="2400" dirty="0">
                <a:latin typeface="华文楷体" panose="02010600040101010101" pitchFamily="2" charset="-122"/>
                <a:ea typeface="华文楷体" panose="02010600040101010101" pitchFamily="2" charset="-122"/>
              </a:rPr>
              <a:t> 施瓦尔贝 著</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邢春晓 译</a:t>
            </a:r>
            <a:r>
              <a:rPr lang="en-US" altLang="zh-CN" sz="2400" dirty="0">
                <a:latin typeface="华文楷体" panose="02010600040101010101" pitchFamily="2" charset="-122"/>
                <a:ea typeface="华文楷体" panose="02010600040101010101" pitchFamily="2" charset="-122"/>
              </a:rPr>
              <a:t>. IT</a:t>
            </a:r>
            <a:r>
              <a:rPr lang="zh-CN" altLang="en-US" sz="2400" dirty="0">
                <a:latin typeface="华文楷体" panose="02010600040101010101" pitchFamily="2" charset="-122"/>
                <a:ea typeface="华文楷体" panose="02010600040101010101" pitchFamily="2" charset="-122"/>
              </a:rPr>
              <a:t>项目管理</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机械工业出版社</a:t>
            </a:r>
            <a:r>
              <a:rPr lang="en-US" altLang="zh-CN" sz="2400" dirty="0">
                <a:latin typeface="华文楷体" panose="02010600040101010101" pitchFamily="2" charset="-122"/>
                <a:ea typeface="华文楷体" panose="02010600040101010101" pitchFamily="2" charset="-122"/>
              </a:rPr>
              <a:t>. 2015.08</a:t>
            </a:r>
          </a:p>
        </p:txBody>
      </p:sp>
    </p:spTree>
    <p:extLst>
      <p:ext uri="{BB962C8B-B14F-4D97-AF65-F5344CB8AC3E}">
        <p14:creationId xmlns:p14="http://schemas.microsoft.com/office/powerpoint/2010/main" val="332710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47">
            <a:extLst>
              <a:ext uri="{FF2B5EF4-FFF2-40B4-BE49-F238E27FC236}">
                <a16:creationId xmlns:a16="http://schemas.microsoft.com/office/drawing/2014/main" id="{12635A29-DC77-904F-AEFB-02C21FF52D45}"/>
              </a:ext>
            </a:extLst>
          </p:cNvPr>
          <p:cNvSpPr/>
          <p:nvPr/>
        </p:nvSpPr>
        <p:spPr>
          <a:xfrm>
            <a:off x="615635" y="1254313"/>
            <a:ext cx="1628146" cy="2697932"/>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400" b="1" dirty="0">
                <a:solidFill>
                  <a:srgbClr val="FFFF00"/>
                </a:solidFill>
                <a:latin typeface="楷体" panose="02010609060101010101" pitchFamily="49" charset="-122"/>
                <a:ea typeface="楷体" panose="02010609060101010101" pitchFamily="49" charset="-122"/>
              </a:rPr>
              <a:t>软件</a:t>
            </a:r>
            <a:endParaRPr lang="en-US" altLang="zh-CN" sz="2400" b="1" dirty="0">
              <a:solidFill>
                <a:srgbClr val="FFFF00"/>
              </a:solidFill>
              <a:latin typeface="楷体" panose="02010609060101010101" pitchFamily="49" charset="-122"/>
              <a:ea typeface="楷体" panose="02010609060101010101" pitchFamily="49" charset="-122"/>
            </a:endParaRPr>
          </a:p>
          <a:p>
            <a:pPr algn="ctr"/>
            <a:r>
              <a:rPr lang="zh-CN" altLang="en-US" sz="2400" b="1" dirty="0">
                <a:solidFill>
                  <a:srgbClr val="FFFF00"/>
                </a:solidFill>
                <a:latin typeface="楷体" panose="02010609060101010101" pitchFamily="49" charset="-122"/>
                <a:ea typeface="楷体" panose="02010609060101010101" pitchFamily="49" charset="-122"/>
              </a:rPr>
              <a:t>工程学科概述</a:t>
            </a:r>
          </a:p>
        </p:txBody>
      </p:sp>
      <p:sp>
        <p:nvSpPr>
          <p:cNvPr id="14" name="矩形: 圆角 47">
            <a:extLst>
              <a:ext uri="{FF2B5EF4-FFF2-40B4-BE49-F238E27FC236}">
                <a16:creationId xmlns:a16="http://schemas.microsoft.com/office/drawing/2014/main" id="{12635A29-DC77-904F-AEFB-02C21FF52D45}"/>
              </a:ext>
            </a:extLst>
          </p:cNvPr>
          <p:cNvSpPr/>
          <p:nvPr/>
        </p:nvSpPr>
        <p:spPr>
          <a:xfrm>
            <a:off x="2386511" y="1789752"/>
            <a:ext cx="1133806" cy="1755086"/>
          </a:xfrm>
          <a:prstGeom prst="roundRect">
            <a:avLst/>
          </a:prstGeom>
          <a:solidFill>
            <a:schemeClr val="accent1">
              <a:lumMod val="7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软件开发与软件开发管理</a:t>
            </a:r>
          </a:p>
        </p:txBody>
      </p:sp>
      <p:sp>
        <p:nvSpPr>
          <p:cNvPr id="15" name="矩形: 圆角 47">
            <a:extLst>
              <a:ext uri="{FF2B5EF4-FFF2-40B4-BE49-F238E27FC236}">
                <a16:creationId xmlns:a16="http://schemas.microsoft.com/office/drawing/2014/main" id="{12635A29-DC77-904F-AEFB-02C21FF52D45}"/>
              </a:ext>
            </a:extLst>
          </p:cNvPr>
          <p:cNvSpPr/>
          <p:nvPr/>
        </p:nvSpPr>
        <p:spPr>
          <a:xfrm>
            <a:off x="3663046" y="1780227"/>
            <a:ext cx="1133807" cy="1764611"/>
          </a:xfrm>
          <a:prstGeom prst="roundRect">
            <a:avLst/>
          </a:prstGeom>
          <a:solidFill>
            <a:schemeClr val="accent2"/>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chemeClr val="bg1"/>
                </a:solidFill>
                <a:latin typeface="楷体" panose="02010609060101010101" pitchFamily="49" charset="-122"/>
                <a:ea typeface="楷体" panose="02010609060101010101" pitchFamily="49" charset="-122"/>
              </a:rPr>
              <a:t>软件项目管理概要</a:t>
            </a:r>
          </a:p>
        </p:txBody>
      </p:sp>
      <p:sp>
        <p:nvSpPr>
          <p:cNvPr id="16" name="矩形: 圆角 47">
            <a:extLst>
              <a:ext uri="{FF2B5EF4-FFF2-40B4-BE49-F238E27FC236}">
                <a16:creationId xmlns:a16="http://schemas.microsoft.com/office/drawing/2014/main" id="{12635A29-DC77-904F-AEFB-02C21FF52D45}"/>
              </a:ext>
            </a:extLst>
          </p:cNvPr>
          <p:cNvSpPr/>
          <p:nvPr/>
        </p:nvSpPr>
        <p:spPr>
          <a:xfrm>
            <a:off x="6179420" y="1789752"/>
            <a:ext cx="1124548" cy="1755086"/>
          </a:xfrm>
          <a:prstGeom prst="roundRect">
            <a:avLst/>
          </a:prstGeom>
          <a:solidFill>
            <a:schemeClr val="accent2">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系统架构概要</a:t>
            </a:r>
          </a:p>
        </p:txBody>
      </p:sp>
      <p:sp>
        <p:nvSpPr>
          <p:cNvPr id="17" name="矩形: 圆角 47">
            <a:extLst>
              <a:ext uri="{FF2B5EF4-FFF2-40B4-BE49-F238E27FC236}">
                <a16:creationId xmlns:a16="http://schemas.microsoft.com/office/drawing/2014/main" id="{12635A29-DC77-904F-AEFB-02C21FF52D45}"/>
              </a:ext>
            </a:extLst>
          </p:cNvPr>
          <p:cNvSpPr/>
          <p:nvPr/>
        </p:nvSpPr>
        <p:spPr>
          <a:xfrm>
            <a:off x="7449106" y="1789752"/>
            <a:ext cx="1115460" cy="1755086"/>
          </a:xfrm>
          <a:prstGeom prst="roundRect">
            <a:avLst/>
          </a:prstGeom>
          <a:solidFill>
            <a:schemeClr val="accent4">
              <a:lumMod val="50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设计原则与设计模式概要</a:t>
            </a:r>
          </a:p>
        </p:txBody>
      </p:sp>
      <p:sp>
        <p:nvSpPr>
          <p:cNvPr id="18" name="矩形: 圆角 47">
            <a:extLst>
              <a:ext uri="{FF2B5EF4-FFF2-40B4-BE49-F238E27FC236}">
                <a16:creationId xmlns:a16="http://schemas.microsoft.com/office/drawing/2014/main" id="{12635A29-DC77-904F-AEFB-02C21FF52D45}"/>
              </a:ext>
            </a:extLst>
          </p:cNvPr>
          <p:cNvSpPr/>
          <p:nvPr/>
        </p:nvSpPr>
        <p:spPr>
          <a:xfrm>
            <a:off x="8709704" y="1751954"/>
            <a:ext cx="1149505" cy="1792883"/>
          </a:xfrm>
          <a:prstGeom prst="roundRect">
            <a:avLst/>
          </a:prstGeom>
          <a:solidFill>
            <a:schemeClr val="accent5"/>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测试与维护要点</a:t>
            </a:r>
          </a:p>
        </p:txBody>
      </p:sp>
      <p:sp>
        <p:nvSpPr>
          <p:cNvPr id="19" name="矩形: 圆角 47">
            <a:extLst>
              <a:ext uri="{FF2B5EF4-FFF2-40B4-BE49-F238E27FC236}">
                <a16:creationId xmlns:a16="http://schemas.microsoft.com/office/drawing/2014/main" id="{12635A29-DC77-904F-AEFB-02C21FF52D45}"/>
              </a:ext>
            </a:extLst>
          </p:cNvPr>
          <p:cNvSpPr/>
          <p:nvPr/>
        </p:nvSpPr>
        <p:spPr>
          <a:xfrm>
            <a:off x="4948841" y="1789752"/>
            <a:ext cx="1078591" cy="1755086"/>
          </a:xfrm>
          <a:prstGeom prst="roundRect">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软件需求工程概要</a:t>
            </a:r>
          </a:p>
        </p:txBody>
      </p:sp>
      <p:sp>
        <p:nvSpPr>
          <p:cNvPr id="20" name="矩形: 圆角 47">
            <a:extLst>
              <a:ext uri="{FF2B5EF4-FFF2-40B4-BE49-F238E27FC236}">
                <a16:creationId xmlns:a16="http://schemas.microsoft.com/office/drawing/2014/main" id="{12635A29-DC77-904F-AEFB-02C21FF52D45}"/>
              </a:ext>
            </a:extLst>
          </p:cNvPr>
          <p:cNvSpPr/>
          <p:nvPr/>
        </p:nvSpPr>
        <p:spPr>
          <a:xfrm>
            <a:off x="10004347" y="1789751"/>
            <a:ext cx="1167207" cy="1755085"/>
          </a:xfrm>
          <a:prstGeom prst="roundRect">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latin typeface="楷体" panose="02010609060101010101" pitchFamily="49" charset="-122"/>
                <a:ea typeface="楷体" panose="02010609060101010101" pitchFamily="49" charset="-122"/>
              </a:rPr>
              <a:t>软件</a:t>
            </a:r>
            <a:endParaRPr lang="en-US" altLang="zh-CN" sz="2000" b="1" dirty="0">
              <a:latin typeface="楷体" panose="02010609060101010101" pitchFamily="49" charset="-122"/>
              <a:ea typeface="楷体" panose="02010609060101010101" pitchFamily="49" charset="-122"/>
            </a:endParaRPr>
          </a:p>
          <a:p>
            <a:pPr algn="ctr"/>
            <a:r>
              <a:rPr lang="zh-CN" altLang="en-US" sz="2000" b="1" dirty="0">
                <a:latin typeface="楷体" panose="02010609060101010101" pitchFamily="49" charset="-122"/>
                <a:ea typeface="楷体" panose="02010609060101010101" pitchFamily="49" charset="-122"/>
              </a:rPr>
              <a:t>工程教育与职业发展</a:t>
            </a:r>
          </a:p>
        </p:txBody>
      </p:sp>
      <p:graphicFrame>
        <p:nvGraphicFramePr>
          <p:cNvPr id="21" name="Object 7"/>
          <p:cNvGraphicFramePr>
            <a:graphicFrameLocks noChangeAspect="1"/>
          </p:cNvGraphicFramePr>
          <p:nvPr>
            <p:extLst>
              <p:ext uri="{D42A27DB-BD31-4B8C-83A1-F6EECF244321}">
                <p14:modId xmlns:p14="http://schemas.microsoft.com/office/powerpoint/2010/main" val="1690283585"/>
              </p:ext>
            </p:extLst>
          </p:nvPr>
        </p:nvGraphicFramePr>
        <p:xfrm>
          <a:off x="1702927" y="4450720"/>
          <a:ext cx="3093926" cy="2067775"/>
        </p:xfrm>
        <a:graphic>
          <a:graphicData uri="http://schemas.openxmlformats.org/presentationml/2006/ole">
            <mc:AlternateContent xmlns:mc="http://schemas.openxmlformats.org/markup-compatibility/2006">
              <mc:Choice xmlns:v="urn:schemas-microsoft-com:vml" Requires="v">
                <p:oleObj spid="_x0000_s14375" name="剪辑" r:id="rId3" imgW="1878840" imgH="1673640" progId="MS_ClipArt_Gallery.2">
                  <p:embed/>
                </p:oleObj>
              </mc:Choice>
              <mc:Fallback>
                <p:oleObj name="剪辑" r:id="rId3" imgW="1878840" imgH="167364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2927" y="4450720"/>
                        <a:ext cx="3093926" cy="2067775"/>
                      </a:xfrm>
                      <a:prstGeom prst="rect">
                        <a:avLst/>
                      </a:prstGeom>
                      <a:noFill/>
                      <a:ln>
                        <a:noFill/>
                      </a:ln>
                      <a:effectLst/>
                    </p:spPr>
                  </p:pic>
                </p:oleObj>
              </mc:Fallback>
            </mc:AlternateContent>
          </a:graphicData>
        </a:graphic>
      </p:graphicFrame>
      <p:sp>
        <p:nvSpPr>
          <p:cNvPr id="22" name="勾2 283"/>
          <p:cNvSpPr>
            <a:spLocks/>
          </p:cNvSpPr>
          <p:nvPr/>
        </p:nvSpPr>
        <p:spPr bwMode="auto">
          <a:xfrm>
            <a:off x="1045990" y="3952245"/>
            <a:ext cx="898525" cy="996950"/>
          </a:xfrm>
          <a:custGeom>
            <a:avLst/>
            <a:gdLst>
              <a:gd name="T0" fmla="*/ 2147483647 w 1360"/>
              <a:gd name="T1" fmla="*/ 2147483647 h 1360"/>
              <a:gd name="T2" fmla="*/ 2147483647 w 1360"/>
              <a:gd name="T3" fmla="*/ 2147483647 h 1360"/>
              <a:gd name="T4" fmla="*/ 2147483647 w 1360"/>
              <a:gd name="T5" fmla="*/ 2147483647 h 1360"/>
              <a:gd name="T6" fmla="*/ 2147483647 w 1360"/>
              <a:gd name="T7" fmla="*/ 2147483647 h 1360"/>
              <a:gd name="T8" fmla="*/ 2147483647 w 1360"/>
              <a:gd name="T9" fmla="*/ 2147483647 h 1360"/>
              <a:gd name="T10" fmla="*/ 2147483647 w 1360"/>
              <a:gd name="T11" fmla="*/ 2147483647 h 1360"/>
              <a:gd name="T12" fmla="*/ 2147483647 w 1360"/>
              <a:gd name="T13" fmla="*/ 2147483647 h 1360"/>
              <a:gd name="T14" fmla="*/ 2147483647 w 1360"/>
              <a:gd name="T15" fmla="*/ 2147483647 h 1360"/>
              <a:gd name="T16" fmla="*/ 2147483647 w 1360"/>
              <a:gd name="T17" fmla="*/ 2147483647 h 1360"/>
              <a:gd name="T18" fmla="*/ 2147483647 w 1360"/>
              <a:gd name="T19" fmla="*/ 2147483647 h 1360"/>
              <a:gd name="T20" fmla="*/ 2147483647 w 1360"/>
              <a:gd name="T21" fmla="*/ 2147483647 h 1360"/>
              <a:gd name="T22" fmla="*/ 2147483647 w 1360"/>
              <a:gd name="T23" fmla="*/ 2147483647 h 1360"/>
              <a:gd name="T24" fmla="*/ 2147483647 w 1360"/>
              <a:gd name="T25" fmla="*/ 2147483647 h 1360"/>
              <a:gd name="T26" fmla="*/ 2147483647 w 1360"/>
              <a:gd name="T27" fmla="*/ 2147483647 h 1360"/>
              <a:gd name="T28" fmla="*/ 2147483647 w 1360"/>
              <a:gd name="T29" fmla="*/ 2147483647 h 1360"/>
              <a:gd name="T30" fmla="*/ 2147483647 w 1360"/>
              <a:gd name="T31" fmla="*/ 2147483647 h 1360"/>
              <a:gd name="T32" fmla="*/ 2147483647 w 1360"/>
              <a:gd name="T33" fmla="*/ 2147483647 h 1360"/>
              <a:gd name="T34" fmla="*/ 2147483647 w 1360"/>
              <a:gd name="T35" fmla="*/ 2147483647 h 1360"/>
              <a:gd name="T36" fmla="*/ 2147483647 w 1360"/>
              <a:gd name="T37" fmla="*/ 2147483647 h 1360"/>
              <a:gd name="T38" fmla="*/ 2147483647 w 1360"/>
              <a:gd name="T39" fmla="*/ 2147483647 h 1360"/>
              <a:gd name="T40" fmla="*/ 2147483647 w 1360"/>
              <a:gd name="T41" fmla="*/ 2147483647 h 1360"/>
              <a:gd name="T42" fmla="*/ 2147483647 w 1360"/>
              <a:gd name="T43" fmla="*/ 2147483647 h 1360"/>
              <a:gd name="T44" fmla="*/ 2147483647 w 1360"/>
              <a:gd name="T45" fmla="*/ 2147483647 h 1360"/>
              <a:gd name="T46" fmla="*/ 2147483647 w 1360"/>
              <a:gd name="T47" fmla="*/ 2147483647 h 1360"/>
              <a:gd name="T48" fmla="*/ 2147483647 w 1360"/>
              <a:gd name="T49" fmla="*/ 2147483647 h 1360"/>
              <a:gd name="T50" fmla="*/ 2147483647 w 1360"/>
              <a:gd name="T51" fmla="*/ 2147483647 h 1360"/>
              <a:gd name="T52" fmla="*/ 2147483647 w 1360"/>
              <a:gd name="T53" fmla="*/ 2147483647 h 1360"/>
              <a:gd name="T54" fmla="*/ 2147483647 w 1360"/>
              <a:gd name="T55" fmla="*/ 2147483647 h 1360"/>
              <a:gd name="T56" fmla="*/ 2147483647 w 1360"/>
              <a:gd name="T57" fmla="*/ 2147483647 h 1360"/>
              <a:gd name="T58" fmla="*/ 2147483647 w 1360"/>
              <a:gd name="T59" fmla="*/ 2147483647 h 1360"/>
              <a:gd name="T60" fmla="*/ 2147483647 w 1360"/>
              <a:gd name="T61" fmla="*/ 2147483647 h 1360"/>
              <a:gd name="T62" fmla="*/ 2147483647 w 1360"/>
              <a:gd name="T63" fmla="*/ 0 h 1360"/>
              <a:gd name="T64" fmla="*/ 2147483647 w 1360"/>
              <a:gd name="T65" fmla="*/ 2147483647 h 1360"/>
              <a:gd name="T66" fmla="*/ 2147483647 w 1360"/>
              <a:gd name="T67" fmla="*/ 2147483647 h 1360"/>
              <a:gd name="T68" fmla="*/ 0 w 1360"/>
              <a:gd name="T69" fmla="*/ 2147483647 h 1360"/>
              <a:gd name="T70" fmla="*/ 2147483647 w 1360"/>
              <a:gd name="T71" fmla="*/ 2147483647 h 1360"/>
              <a:gd name="T72" fmla="*/ 2147483647 w 1360"/>
              <a:gd name="T73" fmla="*/ 0 h 13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60"/>
              <a:gd name="T112" fmla="*/ 0 h 1360"/>
              <a:gd name="T113" fmla="*/ 1360 w 1360"/>
              <a:gd name="T114" fmla="*/ 1360 h 13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60" h="1360">
                <a:moveTo>
                  <a:pt x="83" y="161"/>
                </a:moveTo>
                <a:lnTo>
                  <a:pt x="83" y="1274"/>
                </a:lnTo>
                <a:lnTo>
                  <a:pt x="1179" y="1274"/>
                </a:lnTo>
                <a:lnTo>
                  <a:pt x="1179" y="192"/>
                </a:lnTo>
                <a:lnTo>
                  <a:pt x="1081" y="286"/>
                </a:lnTo>
                <a:lnTo>
                  <a:pt x="991" y="387"/>
                </a:lnTo>
                <a:lnTo>
                  <a:pt x="903" y="493"/>
                </a:lnTo>
                <a:lnTo>
                  <a:pt x="822" y="604"/>
                </a:lnTo>
                <a:lnTo>
                  <a:pt x="784" y="660"/>
                </a:lnTo>
                <a:lnTo>
                  <a:pt x="747" y="715"/>
                </a:lnTo>
                <a:lnTo>
                  <a:pt x="715" y="771"/>
                </a:lnTo>
                <a:lnTo>
                  <a:pt x="684" y="825"/>
                </a:lnTo>
                <a:lnTo>
                  <a:pt x="657" y="880"/>
                </a:lnTo>
                <a:lnTo>
                  <a:pt x="632" y="932"/>
                </a:lnTo>
                <a:lnTo>
                  <a:pt x="609" y="986"/>
                </a:lnTo>
                <a:lnTo>
                  <a:pt x="590" y="1038"/>
                </a:lnTo>
                <a:lnTo>
                  <a:pt x="551" y="1063"/>
                </a:lnTo>
                <a:lnTo>
                  <a:pt x="507" y="1095"/>
                </a:lnTo>
                <a:lnTo>
                  <a:pt x="469" y="1128"/>
                </a:lnTo>
                <a:lnTo>
                  <a:pt x="463" y="1109"/>
                </a:lnTo>
                <a:lnTo>
                  <a:pt x="455" y="1086"/>
                </a:lnTo>
                <a:lnTo>
                  <a:pt x="446" y="1059"/>
                </a:lnTo>
                <a:lnTo>
                  <a:pt x="434" y="1026"/>
                </a:lnTo>
                <a:lnTo>
                  <a:pt x="415" y="978"/>
                </a:lnTo>
                <a:lnTo>
                  <a:pt x="400" y="938"/>
                </a:lnTo>
                <a:lnTo>
                  <a:pt x="384" y="903"/>
                </a:lnTo>
                <a:lnTo>
                  <a:pt x="371" y="871"/>
                </a:lnTo>
                <a:lnTo>
                  <a:pt x="355" y="842"/>
                </a:lnTo>
                <a:lnTo>
                  <a:pt x="344" y="815"/>
                </a:lnTo>
                <a:lnTo>
                  <a:pt x="330" y="790"/>
                </a:lnTo>
                <a:lnTo>
                  <a:pt x="319" y="771"/>
                </a:lnTo>
                <a:lnTo>
                  <a:pt x="307" y="754"/>
                </a:lnTo>
                <a:lnTo>
                  <a:pt x="284" y="725"/>
                </a:lnTo>
                <a:lnTo>
                  <a:pt x="261" y="704"/>
                </a:lnTo>
                <a:lnTo>
                  <a:pt x="236" y="691"/>
                </a:lnTo>
                <a:lnTo>
                  <a:pt x="211" y="685"/>
                </a:lnTo>
                <a:lnTo>
                  <a:pt x="229" y="669"/>
                </a:lnTo>
                <a:lnTo>
                  <a:pt x="246" y="656"/>
                </a:lnTo>
                <a:lnTo>
                  <a:pt x="261" y="645"/>
                </a:lnTo>
                <a:lnTo>
                  <a:pt x="277" y="637"/>
                </a:lnTo>
                <a:lnTo>
                  <a:pt x="292" y="629"/>
                </a:lnTo>
                <a:lnTo>
                  <a:pt x="305" y="623"/>
                </a:lnTo>
                <a:lnTo>
                  <a:pt x="321" y="621"/>
                </a:lnTo>
                <a:lnTo>
                  <a:pt x="332" y="620"/>
                </a:lnTo>
                <a:lnTo>
                  <a:pt x="352" y="623"/>
                </a:lnTo>
                <a:lnTo>
                  <a:pt x="369" y="633"/>
                </a:lnTo>
                <a:lnTo>
                  <a:pt x="388" y="648"/>
                </a:lnTo>
                <a:lnTo>
                  <a:pt x="407" y="669"/>
                </a:lnTo>
                <a:lnTo>
                  <a:pt x="426" y="696"/>
                </a:lnTo>
                <a:lnTo>
                  <a:pt x="446" y="729"/>
                </a:lnTo>
                <a:lnTo>
                  <a:pt x="467" y="769"/>
                </a:lnTo>
                <a:lnTo>
                  <a:pt x="488" y="813"/>
                </a:lnTo>
                <a:lnTo>
                  <a:pt x="519" y="882"/>
                </a:lnTo>
                <a:lnTo>
                  <a:pt x="576" y="783"/>
                </a:lnTo>
                <a:lnTo>
                  <a:pt x="640" y="685"/>
                </a:lnTo>
                <a:lnTo>
                  <a:pt x="707" y="591"/>
                </a:lnTo>
                <a:lnTo>
                  <a:pt x="778" y="501"/>
                </a:lnTo>
                <a:lnTo>
                  <a:pt x="855" y="410"/>
                </a:lnTo>
                <a:lnTo>
                  <a:pt x="935" y="324"/>
                </a:lnTo>
                <a:lnTo>
                  <a:pt x="1020" y="242"/>
                </a:lnTo>
                <a:lnTo>
                  <a:pt x="1110" y="161"/>
                </a:lnTo>
                <a:lnTo>
                  <a:pt x="83" y="161"/>
                </a:lnTo>
                <a:close/>
                <a:moveTo>
                  <a:pt x="1337" y="0"/>
                </a:moveTo>
                <a:lnTo>
                  <a:pt x="1360" y="46"/>
                </a:lnTo>
                <a:lnTo>
                  <a:pt x="1316" y="79"/>
                </a:lnTo>
                <a:lnTo>
                  <a:pt x="1264" y="119"/>
                </a:lnTo>
                <a:lnTo>
                  <a:pt x="1264" y="1360"/>
                </a:lnTo>
                <a:lnTo>
                  <a:pt x="0" y="1360"/>
                </a:lnTo>
                <a:lnTo>
                  <a:pt x="0" y="77"/>
                </a:lnTo>
                <a:lnTo>
                  <a:pt x="1222" y="77"/>
                </a:lnTo>
                <a:lnTo>
                  <a:pt x="1281" y="35"/>
                </a:lnTo>
                <a:lnTo>
                  <a:pt x="1337" y="0"/>
                </a:lnTo>
                <a:close/>
              </a:path>
            </a:pathLst>
          </a:custGeom>
          <a:solidFill>
            <a:schemeClr val="hlink"/>
          </a:solidFill>
          <a:ln w="9525" cmpd="sng">
            <a:solidFill>
              <a:schemeClr val="hlink"/>
            </a:solidFill>
            <a:round/>
            <a:headEnd/>
            <a:tailEnd/>
          </a:ln>
        </p:spPr>
        <p:txBody>
          <a:bodyPr lIns="68580" tIns="34290" rIns="68580" bIns="34290" anchor="ctr"/>
          <a:lstStyle>
            <a:defPPr>
              <a:defRPr lang="zh-CN"/>
            </a:defPPr>
            <a:lvl1pPr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r"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3744416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16E4DDA-1AE6-4E82-AB17-D896D216062D}"/>
              </a:ext>
            </a:extLst>
          </p:cNvPr>
          <p:cNvSpPr/>
          <p:nvPr/>
        </p:nvSpPr>
        <p:spPr>
          <a:xfrm>
            <a:off x="4832319" y="200086"/>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
        <p:nvSpPr>
          <p:cNvPr id="2" name="文本框 1">
            <a:extLst>
              <a:ext uri="{FF2B5EF4-FFF2-40B4-BE49-F238E27FC236}">
                <a16:creationId xmlns:a16="http://schemas.microsoft.com/office/drawing/2014/main" id="{BDDA37CA-8C0E-4DE6-9E9D-076412909491}"/>
              </a:ext>
            </a:extLst>
          </p:cNvPr>
          <p:cNvSpPr txBox="1"/>
          <p:nvPr/>
        </p:nvSpPr>
        <p:spPr>
          <a:xfrm>
            <a:off x="1608822" y="3556962"/>
            <a:ext cx="10224294" cy="2677656"/>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黑龙江省地方税务局信息化建设项目         项目经理（</a:t>
            </a:r>
            <a:r>
              <a:rPr lang="en-US" altLang="zh-CN" sz="2400" dirty="0">
                <a:latin typeface="楷体" panose="02010609060101010101" pitchFamily="49" charset="-122"/>
                <a:ea typeface="楷体" panose="02010609060101010101" pitchFamily="49" charset="-122"/>
              </a:rPr>
              <a:t>45</a:t>
            </a:r>
            <a:r>
              <a:rPr lang="zh-CN" altLang="en-US" sz="2400" dirty="0">
                <a:latin typeface="楷体" panose="02010609060101010101" pitchFamily="49" charset="-122"/>
                <a:ea typeface="楷体" panose="02010609060101010101" pitchFamily="49" charset="-122"/>
              </a:rPr>
              <a:t>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年半）</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贵    州省地方税务局信息化建设项目       项目经理（</a:t>
            </a:r>
            <a:r>
              <a:rPr lang="en-US" altLang="zh-CN" sz="2400" dirty="0">
                <a:latin typeface="楷体" panose="02010609060101010101" pitchFamily="49" charset="-122"/>
                <a:ea typeface="楷体" panose="02010609060101010101" pitchFamily="49" charset="-122"/>
              </a:rPr>
              <a:t>21</a:t>
            </a:r>
            <a:r>
              <a:rPr lang="zh-CN" altLang="en-US" sz="2400" dirty="0">
                <a:latin typeface="楷体" panose="02010609060101010101" pitchFamily="49" charset="-122"/>
                <a:ea typeface="楷体" panose="02010609060101010101" pitchFamily="49" charset="-122"/>
              </a:rPr>
              <a:t>人，</a:t>
            </a:r>
            <a:r>
              <a:rPr lang="en-US" altLang="zh-CN" sz="2400" dirty="0">
                <a:latin typeface="楷体" panose="02010609060101010101" pitchFamily="49" charset="-122"/>
                <a:ea typeface="楷体" panose="02010609060101010101" pitchFamily="49" charset="-122"/>
              </a:rPr>
              <a:t>0.5</a:t>
            </a:r>
            <a:r>
              <a:rPr lang="zh-CN" altLang="en-US" sz="2400" dirty="0">
                <a:latin typeface="楷体" panose="02010609060101010101" pitchFamily="49" charset="-122"/>
                <a:ea typeface="楷体" panose="02010609060101010101" pitchFamily="49" charset="-122"/>
              </a:rPr>
              <a:t>年）</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国产数据库研发项目                       产品经理（</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人， </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年）</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高性能海量数据处理中间件系统             产品经理（</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人，</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年）</a:t>
            </a:r>
            <a:endParaRPr lang="en-US" altLang="zh-CN" sz="2400" dirty="0">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4B3B2D1B-1A40-4F6F-8E04-675C272A40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2542" y="466519"/>
            <a:ext cx="1721644" cy="2295525"/>
          </a:xfrm>
          <a:prstGeom prst="rect">
            <a:avLst/>
          </a:prstGeom>
        </p:spPr>
      </p:pic>
      <p:pic>
        <p:nvPicPr>
          <p:cNvPr id="7" name="图片 6">
            <a:extLst>
              <a:ext uri="{FF2B5EF4-FFF2-40B4-BE49-F238E27FC236}">
                <a16:creationId xmlns:a16="http://schemas.microsoft.com/office/drawing/2014/main" id="{EF741C96-9CF2-46A3-8521-02C22C9136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523" y="461696"/>
            <a:ext cx="1812816" cy="2417088"/>
          </a:xfrm>
          <a:prstGeom prst="rect">
            <a:avLst/>
          </a:prstGeom>
        </p:spPr>
      </p:pic>
    </p:spTree>
    <p:extLst>
      <p:ext uri="{BB962C8B-B14F-4D97-AF65-F5344CB8AC3E}">
        <p14:creationId xmlns:p14="http://schemas.microsoft.com/office/powerpoint/2010/main" val="3950459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16E4DDA-1AE6-4E82-AB17-D896D216062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pic>
        <p:nvPicPr>
          <p:cNvPr id="7" name="图片 6">
            <a:extLst>
              <a:ext uri="{FF2B5EF4-FFF2-40B4-BE49-F238E27FC236}">
                <a16:creationId xmlns:a16="http://schemas.microsoft.com/office/drawing/2014/main" id="{68AA3172-0B2C-4749-A488-62984B166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350" y="1068622"/>
            <a:ext cx="9753600" cy="5227539"/>
          </a:xfrm>
          <a:prstGeom prst="rect">
            <a:avLst/>
          </a:prstGeom>
        </p:spPr>
      </p:pic>
    </p:spTree>
    <p:extLst>
      <p:ext uri="{BB962C8B-B14F-4D97-AF65-F5344CB8AC3E}">
        <p14:creationId xmlns:p14="http://schemas.microsoft.com/office/powerpoint/2010/main" val="3435713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16E4DDA-1AE6-4E82-AB17-D896D216062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96619238-DF77-465E-859A-FFA172058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925" y="1190882"/>
            <a:ext cx="10134600" cy="5047735"/>
          </a:xfrm>
          <a:prstGeom prst="rect">
            <a:avLst/>
          </a:prstGeom>
        </p:spPr>
      </p:pic>
    </p:spTree>
    <p:extLst>
      <p:ext uri="{BB962C8B-B14F-4D97-AF65-F5344CB8AC3E}">
        <p14:creationId xmlns:p14="http://schemas.microsoft.com/office/powerpoint/2010/main" val="1667098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16E4DDA-1AE6-4E82-AB17-D896D216062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9EB2B64B-604E-4F7B-AA97-5F8FE8592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512" y="971694"/>
            <a:ext cx="10086975" cy="5319973"/>
          </a:xfrm>
          <a:prstGeom prst="rect">
            <a:avLst/>
          </a:prstGeom>
        </p:spPr>
      </p:pic>
    </p:spTree>
    <p:extLst>
      <p:ext uri="{BB962C8B-B14F-4D97-AF65-F5344CB8AC3E}">
        <p14:creationId xmlns:p14="http://schemas.microsoft.com/office/powerpoint/2010/main" val="4198625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16E4DDA-1AE6-4E82-AB17-D896D216062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BB95DB45-1AC5-4394-840A-810B93DEC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675" y="810599"/>
            <a:ext cx="10191750" cy="5638590"/>
          </a:xfrm>
          <a:prstGeom prst="rect">
            <a:avLst/>
          </a:prstGeom>
        </p:spPr>
      </p:pic>
    </p:spTree>
    <p:extLst>
      <p:ext uri="{BB962C8B-B14F-4D97-AF65-F5344CB8AC3E}">
        <p14:creationId xmlns:p14="http://schemas.microsoft.com/office/powerpoint/2010/main" val="296272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0B461E1-511D-456A-BB6E-94A1EFCAE3FF}"/>
              </a:ext>
            </a:extLst>
          </p:cNvPr>
          <p:cNvSpPr/>
          <p:nvPr/>
        </p:nvSpPr>
        <p:spPr>
          <a:xfrm>
            <a:off x="462792" y="716589"/>
            <a:ext cx="11266415" cy="5632311"/>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rPr>
              <a:t>网上的部分说法：    </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    </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软件工程导论所讲述的内容，其实并没有很多人想象中的那么重要。就像是一本教你如何游泳的书。确实是一种非常重要的技能，但实际上你如果不看书，在水里扑腾几天也就会了，只是姿势不那么标准，游不了那么快。学会游泳非常重要，但其实并不是说你要学会这本书有多么重要。</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    这门课的作用就是，在你真正见过猪以前，先教你怎么吃猪肉，怎么骑着猪跑。</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    它的内容大部分都是一些总结出来的经验和方法。如果没有真正的试验过，很难有切身的体会。比如说你如果没经历过整天用</a:t>
            </a:r>
            <a:r>
              <a:rPr lang="en-US" altLang="zh-CN" sz="2000" dirty="0">
                <a:latin typeface="楷体" panose="02010609060101010101" pitchFamily="49" charset="-122"/>
                <a:ea typeface="楷体" panose="02010609060101010101" pitchFamily="49" charset="-122"/>
              </a:rPr>
              <a:t>zip</a:t>
            </a:r>
            <a:r>
              <a:rPr lang="zh-CN" altLang="en-US" sz="2000" dirty="0">
                <a:latin typeface="楷体" panose="02010609060101010101" pitchFamily="49" charset="-122"/>
                <a:ea typeface="楷体" panose="02010609060101010101" pitchFamily="49" charset="-122"/>
              </a:rPr>
              <a:t>压缩当天代码保存的工作，就不会知道版本控制有多么重要。还有那些设计模式。比如</a:t>
            </a:r>
            <a:r>
              <a:rPr lang="en-US" altLang="zh-CN" sz="2000" dirty="0">
                <a:latin typeface="楷体" panose="02010609060101010101" pitchFamily="49" charset="-122"/>
                <a:ea typeface="楷体" panose="02010609060101010101" pitchFamily="49" charset="-122"/>
              </a:rPr>
              <a:t>Singleton</a:t>
            </a:r>
            <a:r>
              <a:rPr lang="zh-CN" altLang="en-US" sz="2000" dirty="0">
                <a:latin typeface="楷体" panose="02010609060101010101" pitchFamily="49" charset="-122"/>
                <a:ea typeface="楷体" panose="02010609060101010101" pitchFamily="49" charset="-122"/>
              </a:rPr>
              <a:t>，你也许会说，用个全局变量，只生成一个对象不就可以了。自己写小项目固然可以，但软件工程作为一种“工程”，是很难一个人包揽全部工作的。你要多项目之间配合，要多人维护同一部分代码。你要有一种确定的手段，来保证你这个类只有一个对象。所以把它提炼出来，总结成一种模式。</a:t>
            </a: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    至于学习上，除了完成规定的学习目标外。我认为学过这门课，至少应该了解一个项目中会有哪些分工，大概是如何运行的。各种设计模式的话，了解一下就可以了。只要你以后在工作中，能记起来有这么个东西，这种情况下，某种模式可能比较合适，具体细节到时候再查就行了。</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这门课是门导论而已。介绍一下你以后可能遇到的坑，以后再遇到那个填那个好了。</a:t>
            </a:r>
          </a:p>
        </p:txBody>
      </p:sp>
      <p:sp>
        <p:nvSpPr>
          <p:cNvPr id="7" name="矩形 6">
            <a:extLst>
              <a:ext uri="{FF2B5EF4-FFF2-40B4-BE49-F238E27FC236}">
                <a16:creationId xmlns:a16="http://schemas.microsoft.com/office/drawing/2014/main" id="{69BEC52B-B7C6-4583-92B0-836042D581C7}"/>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89901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16A0BC5-7025-4214-B4A3-04AAD89D6EC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
        <p:nvSpPr>
          <p:cNvPr id="7" name="文本框 7">
            <a:extLst>
              <a:ext uri="{FF2B5EF4-FFF2-40B4-BE49-F238E27FC236}">
                <a16:creationId xmlns:a16="http://schemas.microsoft.com/office/drawing/2014/main" id="{8D2FEEAA-686A-439A-A635-52AFA3E5BD11}"/>
              </a:ext>
            </a:extLst>
          </p:cNvPr>
          <p:cNvSpPr txBox="1"/>
          <p:nvPr/>
        </p:nvSpPr>
        <p:spPr>
          <a:xfrm>
            <a:off x="494196" y="1233396"/>
            <a:ext cx="3877985"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软件过程学科导论开课目的</a:t>
            </a:r>
          </a:p>
        </p:txBody>
      </p:sp>
      <p:sp>
        <p:nvSpPr>
          <p:cNvPr id="9" name="文本框 10">
            <a:extLst>
              <a:ext uri="{FF2B5EF4-FFF2-40B4-BE49-F238E27FC236}">
                <a16:creationId xmlns:a16="http://schemas.microsoft.com/office/drawing/2014/main" id="{9AE18EB5-719C-4724-9B4A-C26067DA3A5D}"/>
              </a:ext>
            </a:extLst>
          </p:cNvPr>
          <p:cNvSpPr txBox="1"/>
          <p:nvPr/>
        </p:nvSpPr>
        <p:spPr>
          <a:xfrm>
            <a:off x="733392" y="1983707"/>
            <a:ext cx="10725216" cy="3785652"/>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    软件工程学科导论是软件工程专业的基础课程之一，是软件工程专业各方向硕士生的入门课程。</a:t>
            </a:r>
            <a:endParaRPr lang="en-US"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本课程主要介绍软件工程专业的知识结构、知识基础以及专业人才的素质要求，软件工程和项目管理的基本概念和入门知识。</a:t>
            </a:r>
          </a:p>
          <a:p>
            <a:r>
              <a:rPr lang="zh-CN" altLang="en-US" sz="2400" dirty="0">
                <a:latin typeface="楷体" panose="02010609060101010101" pitchFamily="49" charset="-122"/>
                <a:ea typeface="楷体" panose="02010609060101010101" pitchFamily="49" charset="-122"/>
              </a:rPr>
              <a:t>    课程的目的是使刚进入软件工程专业学习的硕士生在进入专业知识的学习之前，对软件工程的基本结构、基础应用有比较全面的认识，对于本专业的知识体系、发展概况、学科基础、以及一些基本概念和基本方法有较初步的了解，初步具有软件工程专业的学习能力，能够掌握软件开发与软件管理的一些常用软件工具的使用，同时对计算机的发展以及所带来的问题有比较理性的认识，为今后的学习打下坚实的基础。 </a:t>
            </a:r>
          </a:p>
        </p:txBody>
      </p:sp>
    </p:spTree>
    <p:extLst>
      <p:ext uri="{BB962C8B-B14F-4D97-AF65-F5344CB8AC3E}">
        <p14:creationId xmlns:p14="http://schemas.microsoft.com/office/powerpoint/2010/main" val="337372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16A0BC5-7025-4214-B4A3-04AAD89D6EC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
        <p:nvSpPr>
          <p:cNvPr id="2" name="文本框 12">
            <a:extLst>
              <a:ext uri="{FF2B5EF4-FFF2-40B4-BE49-F238E27FC236}">
                <a16:creationId xmlns:a16="http://schemas.microsoft.com/office/drawing/2014/main" id="{7F2D30EA-F851-4937-8D73-799F6BA3B4A2}"/>
              </a:ext>
            </a:extLst>
          </p:cNvPr>
          <p:cNvSpPr txBox="1"/>
          <p:nvPr/>
        </p:nvSpPr>
        <p:spPr>
          <a:xfrm>
            <a:off x="1398457" y="2919569"/>
            <a:ext cx="4380906"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   软件工程学科导论开课目的</a:t>
            </a:r>
          </a:p>
        </p:txBody>
      </p:sp>
      <p:sp>
        <p:nvSpPr>
          <p:cNvPr id="4" name="左大括号 3">
            <a:extLst>
              <a:ext uri="{FF2B5EF4-FFF2-40B4-BE49-F238E27FC236}">
                <a16:creationId xmlns:a16="http://schemas.microsoft.com/office/drawing/2014/main" id="{8B42651F-07F5-4E6E-8121-C55D503602A3}"/>
              </a:ext>
            </a:extLst>
          </p:cNvPr>
          <p:cNvSpPr/>
          <p:nvPr/>
        </p:nvSpPr>
        <p:spPr>
          <a:xfrm>
            <a:off x="5693247" y="2567521"/>
            <a:ext cx="527618" cy="136289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14">
            <a:extLst>
              <a:ext uri="{FF2B5EF4-FFF2-40B4-BE49-F238E27FC236}">
                <a16:creationId xmlns:a16="http://schemas.microsoft.com/office/drawing/2014/main" id="{DAFC1F7B-D00B-4564-9D40-29E61853128F}"/>
              </a:ext>
            </a:extLst>
          </p:cNvPr>
          <p:cNvSpPr txBox="1"/>
          <p:nvPr/>
        </p:nvSpPr>
        <p:spPr>
          <a:xfrm>
            <a:off x="6254515" y="2319405"/>
            <a:ext cx="1415772"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专业素质</a:t>
            </a:r>
            <a:endParaRPr lang="en-US" altLang="zh-CN" sz="2400" dirty="0">
              <a:latin typeface="楷体" panose="02010609060101010101" pitchFamily="49" charset="-122"/>
              <a:ea typeface="楷体" panose="02010609060101010101" pitchFamily="49" charset="-122"/>
            </a:endParaRPr>
          </a:p>
        </p:txBody>
      </p:sp>
      <p:sp>
        <p:nvSpPr>
          <p:cNvPr id="10" name="文本框 15">
            <a:extLst>
              <a:ext uri="{FF2B5EF4-FFF2-40B4-BE49-F238E27FC236}">
                <a16:creationId xmlns:a16="http://schemas.microsoft.com/office/drawing/2014/main" id="{1C19372B-8505-4A64-AADA-21EBB9A9B592}"/>
              </a:ext>
            </a:extLst>
          </p:cNvPr>
          <p:cNvSpPr txBox="1"/>
          <p:nvPr/>
        </p:nvSpPr>
        <p:spPr>
          <a:xfrm>
            <a:off x="6220865" y="3682296"/>
            <a:ext cx="1415772"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专业技术</a:t>
            </a:r>
            <a:endParaRPr lang="en-US" altLang="zh-CN" sz="2400" dirty="0">
              <a:latin typeface="楷体" panose="02010609060101010101" pitchFamily="49" charset="-122"/>
              <a:ea typeface="楷体" panose="02010609060101010101" pitchFamily="49" charset="-122"/>
            </a:endParaRPr>
          </a:p>
        </p:txBody>
      </p:sp>
      <p:sp>
        <p:nvSpPr>
          <p:cNvPr id="12" name="文本框 7">
            <a:extLst>
              <a:ext uri="{FF2B5EF4-FFF2-40B4-BE49-F238E27FC236}">
                <a16:creationId xmlns:a16="http://schemas.microsoft.com/office/drawing/2014/main" id="{7318D201-000D-4044-8C76-C70AF680F32E}"/>
              </a:ext>
            </a:extLst>
          </p:cNvPr>
          <p:cNvSpPr txBox="1"/>
          <p:nvPr/>
        </p:nvSpPr>
        <p:spPr>
          <a:xfrm>
            <a:off x="629175" y="1195296"/>
            <a:ext cx="3877985"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软件过程学科导论开课目的</a:t>
            </a:r>
          </a:p>
        </p:txBody>
      </p:sp>
    </p:spTree>
    <p:extLst>
      <p:ext uri="{BB962C8B-B14F-4D97-AF65-F5344CB8AC3E}">
        <p14:creationId xmlns:p14="http://schemas.microsoft.com/office/powerpoint/2010/main" val="4122421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16A0BC5-7025-4214-B4A3-04AAD89D6EC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
        <p:nvSpPr>
          <p:cNvPr id="2" name="TextBox 1">
            <a:extLst>
              <a:ext uri="{FF2B5EF4-FFF2-40B4-BE49-F238E27FC236}">
                <a16:creationId xmlns:a16="http://schemas.microsoft.com/office/drawing/2014/main" id="{7BB6802B-CEB1-4840-9200-0705977CD941}"/>
              </a:ext>
            </a:extLst>
          </p:cNvPr>
          <p:cNvSpPr txBox="1"/>
          <p:nvPr/>
        </p:nvSpPr>
        <p:spPr>
          <a:xfrm>
            <a:off x="887136" y="2467959"/>
            <a:ext cx="10390464" cy="1569660"/>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从适用主义角度来看，软件设计人员应具有做事让人放心的素质。</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做一件事让人放心，很容易。但要把它变成你的特点很难。</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通俗的话说就是靠谱：凡事有（按）计划，件件有着落，事事有回音。</a:t>
            </a:r>
          </a:p>
        </p:txBody>
      </p:sp>
      <p:sp>
        <p:nvSpPr>
          <p:cNvPr id="4" name="TextBox 2">
            <a:extLst>
              <a:ext uri="{FF2B5EF4-FFF2-40B4-BE49-F238E27FC236}">
                <a16:creationId xmlns:a16="http://schemas.microsoft.com/office/drawing/2014/main" id="{35C489D4-6DFB-4585-9CCE-2AEE5FD3973E}"/>
              </a:ext>
            </a:extLst>
          </p:cNvPr>
          <p:cNvSpPr txBox="1"/>
          <p:nvPr/>
        </p:nvSpPr>
        <p:spPr>
          <a:xfrm>
            <a:off x="958884" y="4278997"/>
            <a:ext cx="3485409" cy="1200329"/>
          </a:xfrm>
          <a:prstGeom prst="rect">
            <a:avLst/>
          </a:prstGeom>
          <a:noFill/>
        </p:spPr>
        <p:txBody>
          <a:bodyPr wrap="square" rtlCol="0">
            <a:spAutoFit/>
          </a:bodyPr>
          <a:lstStyle/>
          <a:p>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巴菲特讲的故事</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储蓄冬季蔬菜的故事</a:t>
            </a:r>
          </a:p>
        </p:txBody>
      </p:sp>
      <p:sp>
        <p:nvSpPr>
          <p:cNvPr id="8" name="TextBox 6">
            <a:extLst>
              <a:ext uri="{FF2B5EF4-FFF2-40B4-BE49-F238E27FC236}">
                <a16:creationId xmlns:a16="http://schemas.microsoft.com/office/drawing/2014/main" id="{C9368D02-7406-42ED-92E3-71BEDB88B187}"/>
              </a:ext>
            </a:extLst>
          </p:cNvPr>
          <p:cNvSpPr txBox="1"/>
          <p:nvPr/>
        </p:nvSpPr>
        <p:spPr>
          <a:xfrm>
            <a:off x="2736636" y="5720704"/>
            <a:ext cx="6718728" cy="523220"/>
          </a:xfrm>
          <a:prstGeom prst="rect">
            <a:avLst/>
          </a:prstGeom>
          <a:noFill/>
        </p:spPr>
        <p:txBody>
          <a:bodyPr wrap="square" rtlCol="0">
            <a:spAutoFit/>
          </a:bodyPr>
          <a:lstStyle/>
          <a:p>
            <a:r>
              <a:rPr lang="zh-CN" altLang="en-US" sz="2800" b="1" dirty="0">
                <a:latin typeface="楷体" panose="02010609060101010101" pitchFamily="49" charset="-122"/>
                <a:ea typeface="楷体" panose="02010609060101010101" pitchFamily="49" charset="-122"/>
              </a:rPr>
              <a:t>让人放心，是程序员最了不起的才华。</a:t>
            </a:r>
          </a:p>
        </p:txBody>
      </p:sp>
      <p:sp>
        <p:nvSpPr>
          <p:cNvPr id="9" name="文本框 8">
            <a:extLst>
              <a:ext uri="{FF2B5EF4-FFF2-40B4-BE49-F238E27FC236}">
                <a16:creationId xmlns:a16="http://schemas.microsoft.com/office/drawing/2014/main" id="{26FB2393-3A2B-43D1-801E-AE13CE4E49C1}"/>
              </a:ext>
            </a:extLst>
          </p:cNvPr>
          <p:cNvSpPr txBox="1"/>
          <p:nvPr/>
        </p:nvSpPr>
        <p:spPr>
          <a:xfrm>
            <a:off x="3164087" y="1115220"/>
            <a:ext cx="5570756" cy="954107"/>
          </a:xfrm>
          <a:prstGeom prst="rect">
            <a:avLst/>
          </a:prstGeom>
          <a:noFill/>
        </p:spPr>
        <p:txBody>
          <a:bodyPr wrap="none" rtlCol="0">
            <a:spAutoFit/>
          </a:bodyPr>
          <a:lstStyle/>
          <a:p>
            <a:r>
              <a:rPr lang="zh-CN" altLang="en-US" sz="2800" dirty="0">
                <a:latin typeface="楷体" panose="02010609060101010101" pitchFamily="49" charset="-122"/>
                <a:ea typeface="楷体" panose="02010609060101010101" pitchFamily="49" charset="-122"/>
              </a:rPr>
              <a:t>服务国家战略，培养软件工程人才</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服务社会需求，校企协同育人</a:t>
            </a:r>
          </a:p>
        </p:txBody>
      </p:sp>
    </p:spTree>
    <p:extLst>
      <p:ext uri="{BB962C8B-B14F-4D97-AF65-F5344CB8AC3E}">
        <p14:creationId xmlns:p14="http://schemas.microsoft.com/office/powerpoint/2010/main" val="3327670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16A0BC5-7025-4214-B4A3-04AAD89D6ECD}"/>
              </a:ext>
            </a:extLst>
          </p:cNvPr>
          <p:cNvSpPr/>
          <p:nvPr/>
        </p:nvSpPr>
        <p:spPr>
          <a:xfrm>
            <a:off x="4365594" y="193369"/>
            <a:ext cx="3070071" cy="523220"/>
          </a:xfrm>
          <a:prstGeom prst="rect">
            <a:avLst/>
          </a:prstGeom>
        </p:spPr>
        <p:txBody>
          <a:bodyPr wrap="none">
            <a:spAutoFit/>
          </a:bodyPr>
          <a:lstStyle/>
          <a:p>
            <a:pPr algn="ctr"/>
            <a:r>
              <a:rPr lang="zh-CN" altLang="en-US" sz="2800" b="1" dirty="0">
                <a:latin typeface="楷体" panose="02010609060101010101" pitchFamily="49" charset="-122"/>
                <a:ea typeface="楷体" panose="02010609060101010101" pitchFamily="49" charset="-122"/>
              </a:rPr>
              <a:t>软件工程学科导论</a:t>
            </a:r>
            <a:endParaRPr lang="en-US" altLang="zh-CN" sz="2800" b="1" dirty="0">
              <a:latin typeface="楷体" panose="02010609060101010101" pitchFamily="49" charset="-122"/>
              <a:ea typeface="楷体" panose="02010609060101010101" pitchFamily="49" charset="-122"/>
            </a:endParaRPr>
          </a:p>
        </p:txBody>
      </p:sp>
      <p:sp>
        <p:nvSpPr>
          <p:cNvPr id="3" name="文本框 7">
            <a:extLst>
              <a:ext uri="{FF2B5EF4-FFF2-40B4-BE49-F238E27FC236}">
                <a16:creationId xmlns:a16="http://schemas.microsoft.com/office/drawing/2014/main" id="{C46904A8-0F7D-4F5D-9637-3964A993BD60}"/>
              </a:ext>
            </a:extLst>
          </p:cNvPr>
          <p:cNvSpPr txBox="1"/>
          <p:nvPr/>
        </p:nvSpPr>
        <p:spPr>
          <a:xfrm>
            <a:off x="487609" y="1030100"/>
            <a:ext cx="3877985"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软件过程学科导论开课目的</a:t>
            </a:r>
          </a:p>
        </p:txBody>
      </p:sp>
      <p:sp>
        <p:nvSpPr>
          <p:cNvPr id="4" name="文本框 10">
            <a:extLst>
              <a:ext uri="{FF2B5EF4-FFF2-40B4-BE49-F238E27FC236}">
                <a16:creationId xmlns:a16="http://schemas.microsoft.com/office/drawing/2014/main" id="{2EC51704-A651-40F5-8CF5-87C0A148B7D9}"/>
              </a:ext>
            </a:extLst>
          </p:cNvPr>
          <p:cNvSpPr txBox="1"/>
          <p:nvPr/>
        </p:nvSpPr>
        <p:spPr>
          <a:xfrm>
            <a:off x="374097" y="2556240"/>
            <a:ext cx="3789792"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  软件工程基础知识</a:t>
            </a:r>
          </a:p>
        </p:txBody>
      </p:sp>
      <p:sp>
        <p:nvSpPr>
          <p:cNvPr id="6" name="左大括号 5">
            <a:extLst>
              <a:ext uri="{FF2B5EF4-FFF2-40B4-BE49-F238E27FC236}">
                <a16:creationId xmlns:a16="http://schemas.microsoft.com/office/drawing/2014/main" id="{C45F88E8-8DA0-48F5-8D8A-40D88007E7F4}"/>
              </a:ext>
            </a:extLst>
          </p:cNvPr>
          <p:cNvSpPr/>
          <p:nvPr/>
        </p:nvSpPr>
        <p:spPr>
          <a:xfrm>
            <a:off x="3579226" y="2116679"/>
            <a:ext cx="476501" cy="136289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2">
            <a:extLst>
              <a:ext uri="{FF2B5EF4-FFF2-40B4-BE49-F238E27FC236}">
                <a16:creationId xmlns:a16="http://schemas.microsoft.com/office/drawing/2014/main" id="{5D8C41A5-2AC4-477F-B93F-1074CA185986}"/>
              </a:ext>
            </a:extLst>
          </p:cNvPr>
          <p:cNvSpPr txBox="1"/>
          <p:nvPr/>
        </p:nvSpPr>
        <p:spPr>
          <a:xfrm>
            <a:off x="4086116" y="1868563"/>
            <a:ext cx="6032421"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软件设计开发能力（何为精通一门语言？）</a:t>
            </a:r>
            <a:endParaRPr lang="en-US" altLang="zh-CN" sz="2400" dirty="0">
              <a:latin typeface="楷体" panose="02010609060101010101" pitchFamily="49" charset="-122"/>
              <a:ea typeface="楷体" panose="02010609060101010101" pitchFamily="49" charset="-122"/>
            </a:endParaRPr>
          </a:p>
        </p:txBody>
      </p:sp>
      <p:sp>
        <p:nvSpPr>
          <p:cNvPr id="8" name="文本框 5">
            <a:extLst>
              <a:ext uri="{FF2B5EF4-FFF2-40B4-BE49-F238E27FC236}">
                <a16:creationId xmlns:a16="http://schemas.microsoft.com/office/drawing/2014/main" id="{4AA538AC-B13D-47F7-8527-8507E88D8E57}"/>
              </a:ext>
            </a:extLst>
          </p:cNvPr>
          <p:cNvSpPr txBox="1"/>
          <p:nvPr/>
        </p:nvSpPr>
        <p:spPr>
          <a:xfrm>
            <a:off x="4055727" y="3231454"/>
            <a:ext cx="2646878"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软件项目管理能力</a:t>
            </a:r>
            <a:endParaRPr lang="en-US" altLang="zh-CN" sz="2400" dirty="0">
              <a:latin typeface="楷体" panose="02010609060101010101" pitchFamily="49" charset="-122"/>
              <a:ea typeface="楷体" panose="02010609060101010101" pitchFamily="49" charset="-122"/>
            </a:endParaRPr>
          </a:p>
        </p:txBody>
      </p:sp>
      <p:grpSp>
        <p:nvGrpSpPr>
          <p:cNvPr id="9" name="组合 8">
            <a:extLst>
              <a:ext uri="{FF2B5EF4-FFF2-40B4-BE49-F238E27FC236}">
                <a16:creationId xmlns:a16="http://schemas.microsoft.com/office/drawing/2014/main" id="{B07DCB2A-8560-48D5-9641-59C33BA27ECF}"/>
              </a:ext>
            </a:extLst>
          </p:cNvPr>
          <p:cNvGrpSpPr/>
          <p:nvPr/>
        </p:nvGrpSpPr>
        <p:grpSpPr>
          <a:xfrm>
            <a:off x="1612662" y="4203519"/>
            <a:ext cx="9590551" cy="1824556"/>
            <a:chOff x="784480" y="2042584"/>
            <a:chExt cx="9590551" cy="1824556"/>
          </a:xfrm>
        </p:grpSpPr>
        <p:sp>
          <p:nvSpPr>
            <p:cNvPr id="10" name="文本框 9">
              <a:extLst>
                <a:ext uri="{FF2B5EF4-FFF2-40B4-BE49-F238E27FC236}">
                  <a16:creationId xmlns:a16="http://schemas.microsoft.com/office/drawing/2014/main" id="{889B95D3-ABE7-46FA-8989-3A1125BD70CC}"/>
                </a:ext>
              </a:extLst>
            </p:cNvPr>
            <p:cNvSpPr txBox="1"/>
            <p:nvPr/>
          </p:nvSpPr>
          <p:spPr>
            <a:xfrm>
              <a:off x="784480" y="2730261"/>
              <a:ext cx="3789792"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   软件工程基本技能</a:t>
              </a:r>
            </a:p>
          </p:txBody>
        </p:sp>
        <p:sp>
          <p:nvSpPr>
            <p:cNvPr id="11" name="左大括号 10">
              <a:extLst>
                <a:ext uri="{FF2B5EF4-FFF2-40B4-BE49-F238E27FC236}">
                  <a16:creationId xmlns:a16="http://schemas.microsoft.com/office/drawing/2014/main" id="{4BBC4845-BA20-4302-94CE-B33BBC9554AF}"/>
                </a:ext>
              </a:extLst>
            </p:cNvPr>
            <p:cNvSpPr/>
            <p:nvPr/>
          </p:nvSpPr>
          <p:spPr>
            <a:xfrm>
              <a:off x="3989609" y="2290700"/>
              <a:ext cx="476501" cy="136289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A1A9580-26CC-4815-8011-BCD06DF6DAC2}"/>
                </a:ext>
              </a:extLst>
            </p:cNvPr>
            <p:cNvSpPr txBox="1"/>
            <p:nvPr/>
          </p:nvSpPr>
          <p:spPr>
            <a:xfrm>
              <a:off x="4496499" y="2042584"/>
              <a:ext cx="5878532" cy="830997"/>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逻辑</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逻辑</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逻辑（</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相互独立，完全穷尽）</a:t>
              </a:r>
              <a:endParaRPr lang="en-US" altLang="zh-CN" sz="2400" dirty="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写文章的四个步骤）</a:t>
              </a:r>
              <a:endParaRPr lang="en-US" altLang="zh-CN" sz="2400" dirty="0">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66CBD198-6B49-4A1B-8D89-F1264921DF2C}"/>
                </a:ext>
              </a:extLst>
            </p:cNvPr>
            <p:cNvSpPr txBox="1"/>
            <p:nvPr/>
          </p:nvSpPr>
          <p:spPr>
            <a:xfrm>
              <a:off x="4466110" y="3405475"/>
              <a:ext cx="1415772"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图</a:t>
              </a:r>
              <a:endParaRPr lang="en-US" altLang="zh-CN" sz="2400" dirty="0">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2183835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hrbeu.jpg"/>
          <p:cNvPicPr>
            <a:picLocks noChangeAspect="1"/>
          </p:cNvPicPr>
          <p:nvPr/>
        </p:nvPicPr>
        <p:blipFill>
          <a:blip r:embed="rId10"/>
          <a:stretch>
            <a:fillRect/>
          </a:stretch>
        </p:blipFill>
        <p:spPr>
          <a:xfrm>
            <a:off x="265918" y="329426"/>
            <a:ext cx="2257425" cy="514350"/>
          </a:xfrm>
          <a:prstGeom prst="rect">
            <a:avLst/>
          </a:prstGeom>
        </p:spPr>
      </p:pic>
      <p:sp>
        <p:nvSpPr>
          <p:cNvPr id="3" name="TextBox 4"/>
          <p:cNvSpPr txBox="1"/>
          <p:nvPr/>
        </p:nvSpPr>
        <p:spPr>
          <a:xfrm>
            <a:off x="8320251" y="576777"/>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grpSp>
        <p:nvGrpSpPr>
          <p:cNvPr id="15" name="组合 14"/>
          <p:cNvGrpSpPr/>
          <p:nvPr/>
        </p:nvGrpSpPr>
        <p:grpSpPr>
          <a:xfrm>
            <a:off x="633808" y="1566565"/>
            <a:ext cx="2642554" cy="3225090"/>
            <a:chOff x="239665" y="704712"/>
            <a:chExt cx="2642554" cy="3225090"/>
          </a:xfrm>
        </p:grpSpPr>
        <p:sp>
          <p:nvSpPr>
            <p:cNvPr id="16" name="原创设计师QQ598969553        _3"/>
            <p:cNvSpPr/>
            <p:nvPr/>
          </p:nvSpPr>
          <p:spPr>
            <a:xfrm>
              <a:off x="239665" y="1249575"/>
              <a:ext cx="864096" cy="864096"/>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15875">
              <a:gradFill>
                <a:gsLst>
                  <a:gs pos="100000">
                    <a:schemeClr val="bg1">
                      <a:lumMod val="85000"/>
                    </a:schemeClr>
                  </a:gs>
                  <a:gs pos="0">
                    <a:schemeClr val="bg1"/>
                  </a:gs>
                </a:gsLst>
                <a:lin ang="8100000" scaled="0"/>
              </a:grad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17" name="原创设计师QQ598969553        _4"/>
            <p:cNvSpPr/>
            <p:nvPr/>
          </p:nvSpPr>
          <p:spPr>
            <a:xfrm>
              <a:off x="989893" y="1621466"/>
              <a:ext cx="324000" cy="32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18" name="原创设计师QQ598969553        _7"/>
            <p:cNvSpPr/>
            <p:nvPr>
              <p:custDataLst>
                <p:tags r:id="rId6"/>
              </p:custDataLst>
            </p:nvPr>
          </p:nvSpPr>
          <p:spPr>
            <a:xfrm>
              <a:off x="477223" y="1899091"/>
              <a:ext cx="416148" cy="416148"/>
            </a:xfrm>
            <a:prstGeom prst="roundRect">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sp>
          <p:nvSpPr>
            <p:cNvPr id="19" name="原创设计师QQ598969553        _8"/>
            <p:cNvSpPr/>
            <p:nvPr>
              <p:custDataLst>
                <p:tags r:id="rId7"/>
              </p:custDataLst>
            </p:nvPr>
          </p:nvSpPr>
          <p:spPr>
            <a:xfrm>
              <a:off x="1410415" y="2036406"/>
              <a:ext cx="684000" cy="684000"/>
            </a:xfrm>
            <a:prstGeom prst="roundRect">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sp>
          <p:nvSpPr>
            <p:cNvPr id="20" name="原创设计师QQ598969553        _12"/>
            <p:cNvSpPr/>
            <p:nvPr/>
          </p:nvSpPr>
          <p:spPr>
            <a:xfrm>
              <a:off x="1068785" y="2190230"/>
              <a:ext cx="504000" cy="50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12700">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1" name="原创设计师QQ598969553        _2"/>
            <p:cNvSpPr/>
            <p:nvPr>
              <p:custDataLst>
                <p:tags r:id="rId8"/>
              </p:custDataLst>
            </p:nvPr>
          </p:nvSpPr>
          <p:spPr>
            <a:xfrm>
              <a:off x="1997214" y="2066197"/>
              <a:ext cx="468000" cy="468000"/>
            </a:xfrm>
            <a:prstGeom prst="roundRect">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1522" tIns="50759" rIns="101522" bIns="50759" anchor="ctr"/>
            <a:lstStyle/>
            <a:p>
              <a:pPr algn="ctr"/>
              <a:endParaRPr lang="en-US">
                <a:solidFill>
                  <a:prstClr val="white"/>
                </a:solidFill>
                <a:sym typeface="+mn-lt"/>
              </a:endParaRPr>
            </a:p>
          </p:txBody>
        </p:sp>
        <p:pic>
          <p:nvPicPr>
            <p:cNvPr id="22" name="Picture 2" descr="http://5b0988e595225.cdn.sohucs.com/images/20190219/f3a402494eb0474497152383da61a09f.jpe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flipH="1">
              <a:off x="301809" y="2461179"/>
              <a:ext cx="896391" cy="75487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https://dss1.bdstatic.com/70cFvXSh_Q1YnxGkpoWK1HF6hhy/it/u=3791414560,428814771&amp;fm=26&amp;gp=0.jp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727158" y="1154074"/>
              <a:ext cx="1155061" cy="774970"/>
            </a:xfrm>
            <a:prstGeom prst="rect">
              <a:avLst/>
            </a:prstGeom>
            <a:noFill/>
            <a:extLst>
              <a:ext uri="{909E8E84-426E-40DD-AFC4-6F175D3DCCD1}">
                <a14:hiddenFill xmlns:a14="http://schemas.microsoft.com/office/drawing/2010/main">
                  <a:solidFill>
                    <a:srgbClr val="FFFFFF"/>
                  </a:solidFill>
                </a14:hiddenFill>
              </a:ext>
            </a:extLst>
          </p:spPr>
        </p:pic>
        <p:sp>
          <p:nvSpPr>
            <p:cNvPr id="24" name="原创设计师QQ598969553        _10"/>
            <p:cNvSpPr/>
            <p:nvPr/>
          </p:nvSpPr>
          <p:spPr>
            <a:xfrm>
              <a:off x="1078067" y="2777424"/>
              <a:ext cx="1348695" cy="1152378"/>
            </a:xfrm>
            <a:prstGeom prst="round2DiagRect">
              <a:avLst/>
            </a:prstGeom>
            <a:gradFill flip="none" rotWithShape="1">
              <a:gsLst>
                <a:gs pos="50000">
                  <a:schemeClr val="bg1">
                    <a:lumMod val="95000"/>
                  </a:schemeClr>
                </a:gs>
                <a:gs pos="100000">
                  <a:schemeClr val="bg1">
                    <a:lumMod val="75000"/>
                  </a:schemeClr>
                </a:gs>
                <a:gs pos="0">
                  <a:schemeClr val="bg1"/>
                </a:gs>
              </a:gsLst>
              <a:lin ang="18900000" scaled="0"/>
              <a:tileRect/>
            </a:gradFill>
            <a:ln w="22225">
              <a:gradFill>
                <a:gsLst>
                  <a:gs pos="100000">
                    <a:schemeClr val="bg1">
                      <a:lumMod val="85000"/>
                    </a:schemeClr>
                  </a:gs>
                  <a:gs pos="0">
                    <a:schemeClr val="bg1"/>
                  </a:gs>
                </a:gsLst>
                <a:lin ang="8100000" scaled="0"/>
              </a:grad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5" name="Rectangle 4"/>
            <p:cNvSpPr/>
            <p:nvPr/>
          </p:nvSpPr>
          <p:spPr>
            <a:xfrm>
              <a:off x="1207234" y="704712"/>
              <a:ext cx="652837" cy="840195"/>
            </a:xfrm>
            <a:prstGeom prst="rect">
              <a:avLst/>
            </a:prstGeom>
            <a:blipFill dpi="0" rotWithShape="1">
              <a:blip r:embed="rId1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原创设计师QQ598969553        _5"/>
            <p:cNvSpPr/>
            <p:nvPr/>
          </p:nvSpPr>
          <p:spPr>
            <a:xfrm>
              <a:off x="1337922" y="1345233"/>
              <a:ext cx="396000" cy="396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sp>
          <p:nvSpPr>
            <p:cNvPr id="27" name="原创设计师QQ598969553        _17"/>
            <p:cNvSpPr/>
            <p:nvPr/>
          </p:nvSpPr>
          <p:spPr>
            <a:xfrm>
              <a:off x="1992168" y="1019883"/>
              <a:ext cx="324000" cy="324000"/>
            </a:xfrm>
            <a:prstGeom prst="roundRect">
              <a:avLst/>
            </a:prstGeom>
            <a:gradFill flip="none" rotWithShape="1">
              <a:gsLst>
                <a:gs pos="50000">
                  <a:schemeClr val="bg1">
                    <a:lumMod val="95000"/>
                  </a:schemeClr>
                </a:gs>
                <a:gs pos="100000">
                  <a:schemeClr val="bg1">
                    <a:lumMod val="75000"/>
                  </a:schemeClr>
                </a:gs>
                <a:gs pos="0">
                  <a:schemeClr val="bg1"/>
                </a:gs>
              </a:gsLst>
              <a:lin ang="18900000" scaled="0"/>
              <a:tileRect/>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endParaRPr>
            </a:p>
          </p:txBody>
        </p:sp>
      </p:grpSp>
      <p:grpSp>
        <p:nvGrpSpPr>
          <p:cNvPr id="29" name="组合 28"/>
          <p:cNvGrpSpPr/>
          <p:nvPr/>
        </p:nvGrpSpPr>
        <p:grpSpPr>
          <a:xfrm>
            <a:off x="3767437" y="2823883"/>
            <a:ext cx="7440753" cy="2983007"/>
            <a:chOff x="3477726" y="3179110"/>
            <a:chExt cx="7440753" cy="2983007"/>
          </a:xfrm>
        </p:grpSpPr>
        <p:sp>
          <p:nvSpPr>
            <p:cNvPr id="4" name="MH_Other_4"/>
            <p:cNvSpPr/>
            <p:nvPr>
              <p:custDataLst>
                <p:tags r:id="rId1"/>
              </p:custDataLst>
            </p:nvPr>
          </p:nvSpPr>
          <p:spPr>
            <a:xfrm>
              <a:off x="6281852" y="4420504"/>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5" name="MH_Other_4"/>
            <p:cNvSpPr/>
            <p:nvPr>
              <p:custDataLst>
                <p:tags r:id="rId2"/>
              </p:custDataLst>
            </p:nvPr>
          </p:nvSpPr>
          <p:spPr>
            <a:xfrm>
              <a:off x="4889812" y="4415293"/>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6" name="MH_Other_4"/>
            <p:cNvSpPr/>
            <p:nvPr>
              <p:custDataLst>
                <p:tags r:id="rId3"/>
              </p:custDataLst>
            </p:nvPr>
          </p:nvSpPr>
          <p:spPr>
            <a:xfrm>
              <a:off x="9379144" y="4446335"/>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7" name="MH_Other_4"/>
            <p:cNvSpPr/>
            <p:nvPr>
              <p:custDataLst>
                <p:tags r:id="rId4"/>
              </p:custDataLst>
            </p:nvPr>
          </p:nvSpPr>
          <p:spPr>
            <a:xfrm>
              <a:off x="7443540" y="4438527"/>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8" name="MH_Other_4"/>
            <p:cNvSpPr/>
            <p:nvPr>
              <p:custDataLst>
                <p:tags r:id="rId5"/>
              </p:custDataLst>
            </p:nvPr>
          </p:nvSpPr>
          <p:spPr>
            <a:xfrm>
              <a:off x="8564877" y="4445548"/>
              <a:ext cx="360040" cy="355880"/>
            </a:xfrm>
            <a:prstGeom prst="ellipse">
              <a:avLst/>
            </a:prstGeom>
            <a:gradFill flip="none" rotWithShape="1">
              <a:gsLst>
                <a:gs pos="100000">
                  <a:schemeClr val="bg1"/>
                </a:gs>
                <a:gs pos="0">
                  <a:srgbClr val="E0E0E0"/>
                </a:gs>
              </a:gsLst>
              <a:lin ang="8100000" scaled="0"/>
              <a:tileRect/>
            </a:gradFill>
            <a:ln w="15875">
              <a:gradFill>
                <a:gsLst>
                  <a:gs pos="100000">
                    <a:schemeClr val="bg1">
                      <a:lumMod val="85000"/>
                    </a:schemeClr>
                  </a:gs>
                  <a:gs pos="0">
                    <a:schemeClr val="bg1"/>
                  </a:gs>
                </a:gsLst>
                <a:lin ang="8100000" scaled="0"/>
              </a:gradFill>
            </a:ln>
            <a:effectLst>
              <a:outerShdw blurRad="114300" dist="762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prstClr val="white"/>
                </a:solidFill>
                <a:sym typeface="+mn-lt"/>
              </a:endParaRPr>
            </a:p>
          </p:txBody>
        </p:sp>
        <p:sp>
          <p:nvSpPr>
            <p:cNvPr id="9" name="KSO_Shape"/>
            <p:cNvSpPr>
              <a:spLocks noChangeAspect="1"/>
            </p:cNvSpPr>
            <p:nvPr/>
          </p:nvSpPr>
          <p:spPr bwMode="auto">
            <a:xfrm>
              <a:off x="8799361" y="5114751"/>
              <a:ext cx="306625" cy="162000"/>
            </a:xfrm>
            <a:custGeom>
              <a:avLst/>
              <a:gdLst>
                <a:gd name="T0" fmla="*/ 1080063 w 2505075"/>
                <a:gd name="T1" fmla="*/ 966238 h 1325562"/>
                <a:gd name="T2" fmla="*/ 1088548 w 2505075"/>
                <a:gd name="T3" fmla="*/ 914266 h 1325562"/>
                <a:gd name="T4" fmla="*/ 445929 w 2505075"/>
                <a:gd name="T5" fmla="*/ 319311 h 1325562"/>
                <a:gd name="T6" fmla="*/ 395237 w 2505075"/>
                <a:gd name="T7" fmla="*/ 468695 h 1325562"/>
                <a:gd name="T8" fmla="*/ 512532 w 2505075"/>
                <a:gd name="T9" fmla="*/ 623196 h 1325562"/>
                <a:gd name="T10" fmla="*/ 620333 w 2505075"/>
                <a:gd name="T11" fmla="*/ 560492 h 1325562"/>
                <a:gd name="T12" fmla="*/ 663973 w 2505075"/>
                <a:gd name="T13" fmla="*/ 607742 h 1325562"/>
                <a:gd name="T14" fmla="*/ 627744 w 2505075"/>
                <a:gd name="T15" fmla="*/ 704255 h 1325562"/>
                <a:gd name="T16" fmla="*/ 757606 w 2505075"/>
                <a:gd name="T17" fmla="*/ 646073 h 1325562"/>
                <a:gd name="T18" fmla="*/ 808359 w 2505075"/>
                <a:gd name="T19" fmla="*/ 688124 h 1325562"/>
                <a:gd name="T20" fmla="*/ 784197 w 2505075"/>
                <a:gd name="T21" fmla="*/ 779867 h 1325562"/>
                <a:gd name="T22" fmla="*/ 928622 w 2505075"/>
                <a:gd name="T23" fmla="*/ 732135 h 1325562"/>
                <a:gd name="T24" fmla="*/ 906958 w 2505075"/>
                <a:gd name="T25" fmla="*/ 833145 h 1325562"/>
                <a:gd name="T26" fmla="*/ 948878 w 2505075"/>
                <a:gd name="T27" fmla="*/ 791644 h 1325562"/>
                <a:gd name="T28" fmla="*/ 967469 w 2505075"/>
                <a:gd name="T29" fmla="*/ 765403 h 1325562"/>
                <a:gd name="T30" fmla="*/ 1192310 w 2505075"/>
                <a:gd name="T31" fmla="*/ 919736 h 1325562"/>
                <a:gd name="T32" fmla="*/ 1202207 w 2505075"/>
                <a:gd name="T33" fmla="*/ 871307 h 1325562"/>
                <a:gd name="T34" fmla="*/ 973023 w 2505075"/>
                <a:gd name="T35" fmla="*/ 652581 h 1325562"/>
                <a:gd name="T36" fmla="*/ 1002109 w 2505075"/>
                <a:gd name="T37" fmla="*/ 637876 h 1325562"/>
                <a:gd name="T38" fmla="*/ 1285729 w 2505075"/>
                <a:gd name="T39" fmla="*/ 841671 h 1325562"/>
                <a:gd name="T40" fmla="*/ 1311316 w 2505075"/>
                <a:gd name="T41" fmla="*/ 796856 h 1325562"/>
                <a:gd name="T42" fmla="*/ 1092057 w 2505075"/>
                <a:gd name="T43" fmla="*/ 582941 h 1325562"/>
                <a:gd name="T44" fmla="*/ 1113371 w 2505075"/>
                <a:gd name="T45" fmla="*/ 558323 h 1325562"/>
                <a:gd name="T46" fmla="*/ 1383250 w 2505075"/>
                <a:gd name="T47" fmla="*/ 746018 h 1325562"/>
                <a:gd name="T48" fmla="*/ 1396527 w 2505075"/>
                <a:gd name="T49" fmla="*/ 680240 h 1325562"/>
                <a:gd name="T50" fmla="*/ 1184656 w 2505075"/>
                <a:gd name="T51" fmla="*/ 460782 h 1325562"/>
                <a:gd name="T52" fmla="*/ 1032502 w 2505075"/>
                <a:gd name="T53" fmla="*/ 404883 h 1325562"/>
                <a:gd name="T54" fmla="*/ 933963 w 2505075"/>
                <a:gd name="T55" fmla="*/ 481262 h 1325562"/>
                <a:gd name="T56" fmla="*/ 789778 w 2505075"/>
                <a:gd name="T57" fmla="*/ 559328 h 1325562"/>
                <a:gd name="T58" fmla="*/ 748479 w 2505075"/>
                <a:gd name="T59" fmla="*/ 508971 h 1325562"/>
                <a:gd name="T60" fmla="*/ 835666 w 2505075"/>
                <a:gd name="T61" fmla="*/ 313325 h 1325562"/>
                <a:gd name="T62" fmla="*/ 973330 w 2505075"/>
                <a:gd name="T63" fmla="*/ 213093 h 1325562"/>
                <a:gd name="T64" fmla="*/ 1302757 w 2505075"/>
                <a:gd name="T65" fmla="*/ 188035 h 1325562"/>
                <a:gd name="T66" fmla="*/ 1466747 w 2505075"/>
                <a:gd name="T67" fmla="*/ 282003 h 1325562"/>
                <a:gd name="T68" fmla="*/ 1564078 w 2505075"/>
                <a:gd name="T69" fmla="*/ 493551 h 1325562"/>
                <a:gd name="T70" fmla="*/ 1442633 w 2505075"/>
                <a:gd name="T71" fmla="*/ 704094 h 1325562"/>
                <a:gd name="T72" fmla="*/ 1413666 w 2505075"/>
                <a:gd name="T73" fmla="*/ 773726 h 1325562"/>
                <a:gd name="T74" fmla="*/ 1355490 w 2505075"/>
                <a:gd name="T75" fmla="*/ 815650 h 1325562"/>
                <a:gd name="T76" fmla="*/ 1304074 w 2505075"/>
                <a:gd name="T77" fmla="*/ 877331 h 1325562"/>
                <a:gd name="T78" fmla="*/ 1255071 w 2505075"/>
                <a:gd name="T79" fmla="*/ 922146 h 1325562"/>
                <a:gd name="T80" fmla="*/ 1195931 w 2505075"/>
                <a:gd name="T81" fmla="*/ 958287 h 1325562"/>
                <a:gd name="T82" fmla="*/ 1126169 w 2505075"/>
                <a:gd name="T83" fmla="*/ 987441 h 1325562"/>
                <a:gd name="T84" fmla="*/ 1025026 w 2505075"/>
                <a:gd name="T85" fmla="*/ 983586 h 1325562"/>
                <a:gd name="T86" fmla="*/ 943732 w 2505075"/>
                <a:gd name="T87" fmla="*/ 991771 h 1325562"/>
                <a:gd name="T88" fmla="*/ 890447 w 2505075"/>
                <a:gd name="T89" fmla="*/ 926198 h 1325562"/>
                <a:gd name="T90" fmla="*/ 804898 w 2505075"/>
                <a:gd name="T91" fmla="*/ 942109 h 1325562"/>
                <a:gd name="T92" fmla="*/ 719687 w 2505075"/>
                <a:gd name="T93" fmla="*/ 932466 h 1325562"/>
                <a:gd name="T94" fmla="*/ 719687 w 2505075"/>
                <a:gd name="T95" fmla="*/ 847609 h 1325562"/>
                <a:gd name="T96" fmla="*/ 649845 w 2505075"/>
                <a:gd name="T97" fmla="*/ 864980 h 1325562"/>
                <a:gd name="T98" fmla="*/ 564935 w 2505075"/>
                <a:gd name="T99" fmla="*/ 841431 h 1325562"/>
                <a:gd name="T100" fmla="*/ 599332 w 2505075"/>
                <a:gd name="T101" fmla="*/ 735462 h 1325562"/>
                <a:gd name="T102" fmla="*/ 525336 w 2505075"/>
                <a:gd name="T103" fmla="*/ 717912 h 1325562"/>
                <a:gd name="T104" fmla="*/ 434824 w 2505075"/>
                <a:gd name="T105" fmla="*/ 613741 h 1325562"/>
                <a:gd name="T106" fmla="*/ 356614 w 2505075"/>
                <a:gd name="T107" fmla="*/ 485079 h 1325562"/>
                <a:gd name="T108" fmla="*/ 409961 w 2505075"/>
                <a:gd name="T109" fmla="*/ 302445 h 1325562"/>
                <a:gd name="T110" fmla="*/ 585452 w 2505075"/>
                <a:gd name="T111" fmla="*/ 140292 h 1325562"/>
                <a:gd name="T112" fmla="*/ 1604643 w 2505075"/>
                <a:gd name="T113" fmla="*/ 378724 h 1325562"/>
                <a:gd name="T114" fmla="*/ 1484403 w 2505075"/>
                <a:gd name="T115" fmla="*/ 188277 h 1325562"/>
                <a:gd name="T116" fmla="*/ 490090 w 2505075"/>
                <a:gd name="T117" fmla="*/ 133795 h 1325562"/>
                <a:gd name="T118" fmla="*/ 325035 w 2505075"/>
                <a:gd name="T119" fmla="*/ 287116 h 1325562"/>
                <a:gd name="T120" fmla="*/ 274770 w 2505075"/>
                <a:gd name="T121" fmla="*/ 490340 h 13255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05075" h="1325562">
                  <a:moveTo>
                    <a:pt x="1393413" y="1171553"/>
                  </a:moveTo>
                  <a:lnTo>
                    <a:pt x="1392878" y="1173480"/>
                  </a:lnTo>
                  <a:lnTo>
                    <a:pt x="1390342" y="1178878"/>
                  </a:lnTo>
                  <a:lnTo>
                    <a:pt x="1387805" y="1184593"/>
                  </a:lnTo>
                  <a:lnTo>
                    <a:pt x="1384952" y="1190308"/>
                  </a:lnTo>
                  <a:lnTo>
                    <a:pt x="1381781" y="1196023"/>
                  </a:lnTo>
                  <a:lnTo>
                    <a:pt x="1378294" y="1201738"/>
                  </a:lnTo>
                  <a:lnTo>
                    <a:pt x="1374489" y="1207135"/>
                  </a:lnTo>
                  <a:lnTo>
                    <a:pt x="1370684" y="1212850"/>
                  </a:lnTo>
                  <a:lnTo>
                    <a:pt x="1362758" y="1223010"/>
                  </a:lnTo>
                  <a:lnTo>
                    <a:pt x="1354514" y="1233170"/>
                  </a:lnTo>
                  <a:lnTo>
                    <a:pt x="1350935" y="1237020"/>
                  </a:lnTo>
                  <a:lnTo>
                    <a:pt x="1356797" y="1240836"/>
                  </a:lnTo>
                  <a:lnTo>
                    <a:pt x="1369812" y="1248769"/>
                  </a:lnTo>
                  <a:lnTo>
                    <a:pt x="1382509" y="1256385"/>
                  </a:lnTo>
                  <a:lnTo>
                    <a:pt x="1394571" y="1262097"/>
                  </a:lnTo>
                  <a:lnTo>
                    <a:pt x="1405364" y="1267174"/>
                  </a:lnTo>
                  <a:lnTo>
                    <a:pt x="1410443" y="1269395"/>
                  </a:lnTo>
                  <a:lnTo>
                    <a:pt x="1415521" y="1271299"/>
                  </a:lnTo>
                  <a:lnTo>
                    <a:pt x="1420283" y="1272568"/>
                  </a:lnTo>
                  <a:lnTo>
                    <a:pt x="1424092" y="1273520"/>
                  </a:lnTo>
                  <a:lnTo>
                    <a:pt x="1428219" y="1274155"/>
                  </a:lnTo>
                  <a:lnTo>
                    <a:pt x="1432028" y="1274155"/>
                  </a:lnTo>
                  <a:lnTo>
                    <a:pt x="1433615" y="1274155"/>
                  </a:lnTo>
                  <a:lnTo>
                    <a:pt x="1434250" y="1274155"/>
                  </a:lnTo>
                  <a:lnTo>
                    <a:pt x="1436789" y="1272568"/>
                  </a:lnTo>
                  <a:lnTo>
                    <a:pt x="1439329" y="1270665"/>
                  </a:lnTo>
                  <a:lnTo>
                    <a:pt x="1440916" y="1268126"/>
                  </a:lnTo>
                  <a:lnTo>
                    <a:pt x="1442186" y="1265587"/>
                  </a:lnTo>
                  <a:lnTo>
                    <a:pt x="1443138" y="1261779"/>
                  </a:lnTo>
                  <a:lnTo>
                    <a:pt x="1443773" y="1258289"/>
                  </a:lnTo>
                  <a:lnTo>
                    <a:pt x="1444408" y="1253846"/>
                  </a:lnTo>
                  <a:lnTo>
                    <a:pt x="1443773" y="1250038"/>
                  </a:lnTo>
                  <a:lnTo>
                    <a:pt x="1443455" y="1245278"/>
                  </a:lnTo>
                  <a:lnTo>
                    <a:pt x="1442820" y="1240518"/>
                  </a:lnTo>
                  <a:lnTo>
                    <a:pt x="1440916" y="1231316"/>
                  </a:lnTo>
                  <a:lnTo>
                    <a:pt x="1438694" y="1222113"/>
                  </a:lnTo>
                  <a:lnTo>
                    <a:pt x="1435520" y="1213863"/>
                  </a:lnTo>
                  <a:lnTo>
                    <a:pt x="1432663" y="1206564"/>
                  </a:lnTo>
                  <a:lnTo>
                    <a:pt x="1431441" y="1204120"/>
                  </a:lnTo>
                  <a:lnTo>
                    <a:pt x="1393413" y="1171553"/>
                  </a:lnTo>
                  <a:close/>
                  <a:moveTo>
                    <a:pt x="1213954" y="208886"/>
                  </a:moveTo>
                  <a:lnTo>
                    <a:pt x="787646" y="233955"/>
                  </a:lnTo>
                  <a:lnTo>
                    <a:pt x="777171" y="240302"/>
                  </a:lnTo>
                  <a:lnTo>
                    <a:pt x="761934" y="250456"/>
                  </a:lnTo>
                  <a:lnTo>
                    <a:pt x="752411" y="256803"/>
                  </a:lnTo>
                  <a:lnTo>
                    <a:pt x="742571" y="264101"/>
                  </a:lnTo>
                  <a:lnTo>
                    <a:pt x="731778" y="272352"/>
                  </a:lnTo>
                  <a:lnTo>
                    <a:pt x="720034" y="281237"/>
                  </a:lnTo>
                  <a:lnTo>
                    <a:pt x="707971" y="291391"/>
                  </a:lnTo>
                  <a:lnTo>
                    <a:pt x="695274" y="301546"/>
                  </a:lnTo>
                  <a:lnTo>
                    <a:pt x="682577" y="312970"/>
                  </a:lnTo>
                  <a:lnTo>
                    <a:pt x="669245" y="325028"/>
                  </a:lnTo>
                  <a:lnTo>
                    <a:pt x="656230" y="337721"/>
                  </a:lnTo>
                  <a:lnTo>
                    <a:pt x="642898" y="351366"/>
                  </a:lnTo>
                  <a:lnTo>
                    <a:pt x="629884" y="365329"/>
                  </a:lnTo>
                  <a:lnTo>
                    <a:pt x="617186" y="380243"/>
                  </a:lnTo>
                  <a:lnTo>
                    <a:pt x="604489" y="396110"/>
                  </a:lnTo>
                  <a:lnTo>
                    <a:pt x="592427" y="411976"/>
                  </a:lnTo>
                  <a:lnTo>
                    <a:pt x="586396" y="420544"/>
                  </a:lnTo>
                  <a:lnTo>
                    <a:pt x="580682" y="429112"/>
                  </a:lnTo>
                  <a:lnTo>
                    <a:pt x="575286" y="437679"/>
                  </a:lnTo>
                  <a:lnTo>
                    <a:pt x="569889" y="446565"/>
                  </a:lnTo>
                  <a:lnTo>
                    <a:pt x="564811" y="455450"/>
                  </a:lnTo>
                  <a:lnTo>
                    <a:pt x="559732" y="464335"/>
                  </a:lnTo>
                  <a:lnTo>
                    <a:pt x="554970" y="473855"/>
                  </a:lnTo>
                  <a:lnTo>
                    <a:pt x="550526" y="483057"/>
                  </a:lnTo>
                  <a:lnTo>
                    <a:pt x="546400" y="492894"/>
                  </a:lnTo>
                  <a:lnTo>
                    <a:pt x="542273" y="502097"/>
                  </a:lnTo>
                  <a:lnTo>
                    <a:pt x="538464" y="512251"/>
                  </a:lnTo>
                  <a:lnTo>
                    <a:pt x="534972" y="522089"/>
                  </a:lnTo>
                  <a:lnTo>
                    <a:pt x="532115" y="532243"/>
                  </a:lnTo>
                  <a:lnTo>
                    <a:pt x="528941" y="542397"/>
                  </a:lnTo>
                  <a:lnTo>
                    <a:pt x="526719" y="552552"/>
                  </a:lnTo>
                  <a:lnTo>
                    <a:pt x="524814" y="563341"/>
                  </a:lnTo>
                  <a:lnTo>
                    <a:pt x="522592" y="573496"/>
                  </a:lnTo>
                  <a:lnTo>
                    <a:pt x="521323" y="584285"/>
                  </a:lnTo>
                  <a:lnTo>
                    <a:pt x="520370" y="595391"/>
                  </a:lnTo>
                  <a:lnTo>
                    <a:pt x="519736" y="605863"/>
                  </a:lnTo>
                  <a:lnTo>
                    <a:pt x="519736" y="617287"/>
                  </a:lnTo>
                  <a:lnTo>
                    <a:pt x="519736" y="628393"/>
                  </a:lnTo>
                  <a:lnTo>
                    <a:pt x="520370" y="639817"/>
                  </a:lnTo>
                  <a:lnTo>
                    <a:pt x="521640" y="650924"/>
                  </a:lnTo>
                  <a:lnTo>
                    <a:pt x="522910" y="662347"/>
                  </a:lnTo>
                  <a:lnTo>
                    <a:pt x="525132" y="674088"/>
                  </a:lnTo>
                  <a:lnTo>
                    <a:pt x="527671" y="685830"/>
                  </a:lnTo>
                  <a:lnTo>
                    <a:pt x="530846" y="697571"/>
                  </a:lnTo>
                  <a:lnTo>
                    <a:pt x="531798" y="700109"/>
                  </a:lnTo>
                  <a:lnTo>
                    <a:pt x="533385" y="703283"/>
                  </a:lnTo>
                  <a:lnTo>
                    <a:pt x="535607" y="706138"/>
                  </a:lnTo>
                  <a:lnTo>
                    <a:pt x="538464" y="709629"/>
                  </a:lnTo>
                  <a:lnTo>
                    <a:pt x="545130" y="717245"/>
                  </a:lnTo>
                  <a:lnTo>
                    <a:pt x="553701" y="725813"/>
                  </a:lnTo>
                  <a:lnTo>
                    <a:pt x="563858" y="735333"/>
                  </a:lnTo>
                  <a:lnTo>
                    <a:pt x="575603" y="744852"/>
                  </a:lnTo>
                  <a:lnTo>
                    <a:pt x="588300" y="755642"/>
                  </a:lnTo>
                  <a:lnTo>
                    <a:pt x="601950" y="766113"/>
                  </a:lnTo>
                  <a:lnTo>
                    <a:pt x="630836" y="788961"/>
                  </a:lnTo>
                  <a:lnTo>
                    <a:pt x="660992" y="811174"/>
                  </a:lnTo>
                  <a:lnTo>
                    <a:pt x="673980" y="820771"/>
                  </a:lnTo>
                  <a:lnTo>
                    <a:pt x="676549" y="818197"/>
                  </a:lnTo>
                  <a:lnTo>
                    <a:pt x="682891" y="811847"/>
                  </a:lnTo>
                  <a:lnTo>
                    <a:pt x="690500" y="804545"/>
                  </a:lnTo>
                  <a:lnTo>
                    <a:pt x="700329" y="795655"/>
                  </a:lnTo>
                  <a:lnTo>
                    <a:pt x="712060" y="785494"/>
                  </a:lnTo>
                  <a:lnTo>
                    <a:pt x="718401" y="780732"/>
                  </a:lnTo>
                  <a:lnTo>
                    <a:pt x="725376" y="775334"/>
                  </a:lnTo>
                  <a:lnTo>
                    <a:pt x="732352" y="770254"/>
                  </a:lnTo>
                  <a:lnTo>
                    <a:pt x="739961" y="765174"/>
                  </a:lnTo>
                  <a:lnTo>
                    <a:pt x="747570" y="760412"/>
                  </a:lnTo>
                  <a:lnTo>
                    <a:pt x="755497" y="755649"/>
                  </a:lnTo>
                  <a:lnTo>
                    <a:pt x="763423" y="751522"/>
                  </a:lnTo>
                  <a:lnTo>
                    <a:pt x="771350" y="747712"/>
                  </a:lnTo>
                  <a:lnTo>
                    <a:pt x="779593" y="744537"/>
                  </a:lnTo>
                  <a:lnTo>
                    <a:pt x="787837" y="741997"/>
                  </a:lnTo>
                  <a:lnTo>
                    <a:pt x="796080" y="739774"/>
                  </a:lnTo>
                  <a:lnTo>
                    <a:pt x="804007" y="738504"/>
                  </a:lnTo>
                  <a:lnTo>
                    <a:pt x="808128" y="738187"/>
                  </a:lnTo>
                  <a:lnTo>
                    <a:pt x="811933" y="738187"/>
                  </a:lnTo>
                  <a:lnTo>
                    <a:pt x="815738" y="738187"/>
                  </a:lnTo>
                  <a:lnTo>
                    <a:pt x="819859" y="738504"/>
                  </a:lnTo>
                  <a:lnTo>
                    <a:pt x="823347" y="739139"/>
                  </a:lnTo>
                  <a:lnTo>
                    <a:pt x="827469" y="740092"/>
                  </a:lnTo>
                  <a:lnTo>
                    <a:pt x="830956" y="741362"/>
                  </a:lnTo>
                  <a:lnTo>
                    <a:pt x="834444" y="742949"/>
                  </a:lnTo>
                  <a:lnTo>
                    <a:pt x="837932" y="744537"/>
                  </a:lnTo>
                  <a:lnTo>
                    <a:pt x="841419" y="746442"/>
                  </a:lnTo>
                  <a:lnTo>
                    <a:pt x="845224" y="748982"/>
                  </a:lnTo>
                  <a:lnTo>
                    <a:pt x="848077" y="751522"/>
                  </a:lnTo>
                  <a:lnTo>
                    <a:pt x="851565" y="754697"/>
                  </a:lnTo>
                  <a:lnTo>
                    <a:pt x="854419" y="757554"/>
                  </a:lnTo>
                  <a:lnTo>
                    <a:pt x="857272" y="761364"/>
                  </a:lnTo>
                  <a:lnTo>
                    <a:pt x="860443" y="765174"/>
                  </a:lnTo>
                  <a:lnTo>
                    <a:pt x="862979" y="769937"/>
                  </a:lnTo>
                  <a:lnTo>
                    <a:pt x="865833" y="774699"/>
                  </a:lnTo>
                  <a:lnTo>
                    <a:pt x="868052" y="779779"/>
                  </a:lnTo>
                  <a:lnTo>
                    <a:pt x="870589" y="785177"/>
                  </a:lnTo>
                  <a:lnTo>
                    <a:pt x="872174" y="789939"/>
                  </a:lnTo>
                  <a:lnTo>
                    <a:pt x="872808" y="795337"/>
                  </a:lnTo>
                  <a:lnTo>
                    <a:pt x="873125" y="800417"/>
                  </a:lnTo>
                  <a:lnTo>
                    <a:pt x="872808" y="805815"/>
                  </a:lnTo>
                  <a:lnTo>
                    <a:pt x="872174" y="810895"/>
                  </a:lnTo>
                  <a:lnTo>
                    <a:pt x="870906" y="816610"/>
                  </a:lnTo>
                  <a:lnTo>
                    <a:pt x="868686" y="822325"/>
                  </a:lnTo>
                  <a:lnTo>
                    <a:pt x="866784" y="828040"/>
                  </a:lnTo>
                  <a:lnTo>
                    <a:pt x="864247" y="833755"/>
                  </a:lnTo>
                  <a:lnTo>
                    <a:pt x="861077" y="839470"/>
                  </a:lnTo>
                  <a:lnTo>
                    <a:pt x="858223" y="844867"/>
                  </a:lnTo>
                  <a:lnTo>
                    <a:pt x="854419" y="850582"/>
                  </a:lnTo>
                  <a:lnTo>
                    <a:pt x="850614" y="855980"/>
                  </a:lnTo>
                  <a:lnTo>
                    <a:pt x="846809" y="861377"/>
                  </a:lnTo>
                  <a:lnTo>
                    <a:pt x="838883" y="872172"/>
                  </a:lnTo>
                  <a:lnTo>
                    <a:pt x="830322" y="882015"/>
                  </a:lnTo>
                  <a:lnTo>
                    <a:pt x="822079" y="891222"/>
                  </a:lnTo>
                  <a:lnTo>
                    <a:pt x="814469" y="899477"/>
                  </a:lnTo>
                  <a:lnTo>
                    <a:pt x="807177" y="906780"/>
                  </a:lnTo>
                  <a:lnTo>
                    <a:pt x="801280" y="912179"/>
                  </a:lnTo>
                  <a:lnTo>
                    <a:pt x="807327" y="916209"/>
                  </a:lnTo>
                  <a:lnTo>
                    <a:pt x="820976" y="924777"/>
                  </a:lnTo>
                  <a:lnTo>
                    <a:pt x="825483" y="927528"/>
                  </a:lnTo>
                  <a:lnTo>
                    <a:pt x="830507" y="922740"/>
                  </a:lnTo>
                  <a:lnTo>
                    <a:pt x="837466" y="916726"/>
                  </a:lnTo>
                  <a:lnTo>
                    <a:pt x="844425" y="910397"/>
                  </a:lnTo>
                  <a:lnTo>
                    <a:pt x="852332" y="904384"/>
                  </a:lnTo>
                  <a:lnTo>
                    <a:pt x="859924" y="898687"/>
                  </a:lnTo>
                  <a:lnTo>
                    <a:pt x="867831" y="893307"/>
                  </a:lnTo>
                  <a:lnTo>
                    <a:pt x="875739" y="887927"/>
                  </a:lnTo>
                  <a:lnTo>
                    <a:pt x="884596" y="882864"/>
                  </a:lnTo>
                  <a:lnTo>
                    <a:pt x="893136" y="878117"/>
                  </a:lnTo>
                  <a:lnTo>
                    <a:pt x="902309" y="873686"/>
                  </a:lnTo>
                  <a:lnTo>
                    <a:pt x="911798" y="869572"/>
                  </a:lnTo>
                  <a:lnTo>
                    <a:pt x="921287" y="865774"/>
                  </a:lnTo>
                  <a:lnTo>
                    <a:pt x="931409" y="862293"/>
                  </a:lnTo>
                  <a:lnTo>
                    <a:pt x="941847" y="859445"/>
                  </a:lnTo>
                  <a:lnTo>
                    <a:pt x="952285" y="856596"/>
                  </a:lnTo>
                  <a:lnTo>
                    <a:pt x="963356" y="854698"/>
                  </a:lnTo>
                  <a:lnTo>
                    <a:pt x="972212" y="853432"/>
                  </a:lnTo>
                  <a:lnTo>
                    <a:pt x="980753" y="852166"/>
                  </a:lnTo>
                  <a:lnTo>
                    <a:pt x="988660" y="851533"/>
                  </a:lnTo>
                  <a:lnTo>
                    <a:pt x="996252" y="850900"/>
                  </a:lnTo>
                  <a:lnTo>
                    <a:pt x="1003527" y="850900"/>
                  </a:lnTo>
                  <a:lnTo>
                    <a:pt x="1010169" y="851533"/>
                  </a:lnTo>
                  <a:lnTo>
                    <a:pt x="1016812" y="852166"/>
                  </a:lnTo>
                  <a:lnTo>
                    <a:pt x="1022505" y="853115"/>
                  </a:lnTo>
                  <a:lnTo>
                    <a:pt x="1028199" y="854381"/>
                  </a:lnTo>
                  <a:lnTo>
                    <a:pt x="1033260" y="855963"/>
                  </a:lnTo>
                  <a:lnTo>
                    <a:pt x="1038004" y="858179"/>
                  </a:lnTo>
                  <a:lnTo>
                    <a:pt x="1042116" y="860394"/>
                  </a:lnTo>
                  <a:lnTo>
                    <a:pt x="1046228" y="862609"/>
                  </a:lnTo>
                  <a:lnTo>
                    <a:pt x="1049391" y="865458"/>
                  </a:lnTo>
                  <a:lnTo>
                    <a:pt x="1052871" y="868306"/>
                  </a:lnTo>
                  <a:lnTo>
                    <a:pt x="1055401" y="871787"/>
                  </a:lnTo>
                  <a:lnTo>
                    <a:pt x="1057931" y="875268"/>
                  </a:lnTo>
                  <a:lnTo>
                    <a:pt x="1059513" y="879066"/>
                  </a:lnTo>
                  <a:lnTo>
                    <a:pt x="1061095" y="882864"/>
                  </a:lnTo>
                  <a:lnTo>
                    <a:pt x="1062043" y="887294"/>
                  </a:lnTo>
                  <a:lnTo>
                    <a:pt x="1062992" y="891725"/>
                  </a:lnTo>
                  <a:lnTo>
                    <a:pt x="1063625" y="896472"/>
                  </a:lnTo>
                  <a:lnTo>
                    <a:pt x="1063625" y="901219"/>
                  </a:lnTo>
                  <a:lnTo>
                    <a:pt x="1062992" y="906283"/>
                  </a:lnTo>
                  <a:lnTo>
                    <a:pt x="1062360" y="911663"/>
                  </a:lnTo>
                  <a:lnTo>
                    <a:pt x="1061411" y="917043"/>
                  </a:lnTo>
                  <a:lnTo>
                    <a:pt x="1060146" y="922740"/>
                  </a:lnTo>
                  <a:lnTo>
                    <a:pt x="1058564" y="928436"/>
                  </a:lnTo>
                  <a:lnTo>
                    <a:pt x="1056350" y="934133"/>
                  </a:lnTo>
                  <a:lnTo>
                    <a:pt x="1054136" y="940146"/>
                  </a:lnTo>
                  <a:lnTo>
                    <a:pt x="1051605" y="946475"/>
                  </a:lnTo>
                  <a:lnTo>
                    <a:pt x="1048442" y="952805"/>
                  </a:lnTo>
                  <a:lnTo>
                    <a:pt x="1044963" y="959134"/>
                  </a:lnTo>
                  <a:lnTo>
                    <a:pt x="1041167" y="966096"/>
                  </a:lnTo>
                  <a:lnTo>
                    <a:pt x="1036739" y="973375"/>
                  </a:lnTo>
                  <a:lnTo>
                    <a:pt x="1031994" y="980654"/>
                  </a:lnTo>
                  <a:lnTo>
                    <a:pt x="1026933" y="988250"/>
                  </a:lnTo>
                  <a:lnTo>
                    <a:pt x="1021240" y="995845"/>
                  </a:lnTo>
                  <a:lnTo>
                    <a:pt x="1008904" y="1011353"/>
                  </a:lnTo>
                  <a:lnTo>
                    <a:pt x="997613" y="1025070"/>
                  </a:lnTo>
                  <a:lnTo>
                    <a:pt x="998737" y="1025688"/>
                  </a:lnTo>
                  <a:lnTo>
                    <a:pt x="1020087" y="1037234"/>
                  </a:lnTo>
                  <a:lnTo>
                    <a:pt x="1021090" y="1036320"/>
                  </a:lnTo>
                  <a:lnTo>
                    <a:pt x="1031219" y="1027112"/>
                  </a:lnTo>
                  <a:lnTo>
                    <a:pt x="1052110" y="1009332"/>
                  </a:lnTo>
                  <a:lnTo>
                    <a:pt x="1071419" y="993774"/>
                  </a:lnTo>
                  <a:lnTo>
                    <a:pt x="1088828" y="979804"/>
                  </a:lnTo>
                  <a:lnTo>
                    <a:pt x="1104021" y="968374"/>
                  </a:lnTo>
                  <a:lnTo>
                    <a:pt x="1116050" y="959802"/>
                  </a:lnTo>
                  <a:lnTo>
                    <a:pt x="1125862" y="952182"/>
                  </a:lnTo>
                  <a:lnTo>
                    <a:pt x="1136624" y="950277"/>
                  </a:lnTo>
                  <a:lnTo>
                    <a:pt x="1146437" y="949007"/>
                  </a:lnTo>
                  <a:lnTo>
                    <a:pt x="1156249" y="948372"/>
                  </a:lnTo>
                  <a:lnTo>
                    <a:pt x="1164795" y="947737"/>
                  </a:lnTo>
                  <a:lnTo>
                    <a:pt x="1172709" y="947737"/>
                  </a:lnTo>
                  <a:lnTo>
                    <a:pt x="1180622" y="948372"/>
                  </a:lnTo>
                  <a:lnTo>
                    <a:pt x="1187586" y="949007"/>
                  </a:lnTo>
                  <a:lnTo>
                    <a:pt x="1193916" y="949959"/>
                  </a:lnTo>
                  <a:lnTo>
                    <a:pt x="1199930" y="951547"/>
                  </a:lnTo>
                  <a:lnTo>
                    <a:pt x="1204995" y="953452"/>
                  </a:lnTo>
                  <a:lnTo>
                    <a:pt x="1209743" y="955674"/>
                  </a:lnTo>
                  <a:lnTo>
                    <a:pt x="1214174" y="958214"/>
                  </a:lnTo>
                  <a:lnTo>
                    <a:pt x="1217656" y="961072"/>
                  </a:lnTo>
                  <a:lnTo>
                    <a:pt x="1221138" y="964247"/>
                  </a:lnTo>
                  <a:lnTo>
                    <a:pt x="1223670" y="967739"/>
                  </a:lnTo>
                  <a:lnTo>
                    <a:pt x="1226202" y="971232"/>
                  </a:lnTo>
                  <a:lnTo>
                    <a:pt x="1228102" y="975359"/>
                  </a:lnTo>
                  <a:lnTo>
                    <a:pt x="1229684" y="979804"/>
                  </a:lnTo>
                  <a:lnTo>
                    <a:pt x="1230634" y="983932"/>
                  </a:lnTo>
                  <a:lnTo>
                    <a:pt x="1231583" y="988694"/>
                  </a:lnTo>
                  <a:lnTo>
                    <a:pt x="1231900" y="993774"/>
                  </a:lnTo>
                  <a:lnTo>
                    <a:pt x="1231900" y="998854"/>
                  </a:lnTo>
                  <a:lnTo>
                    <a:pt x="1231267" y="1003934"/>
                  </a:lnTo>
                  <a:lnTo>
                    <a:pt x="1230317" y="1009650"/>
                  </a:lnTo>
                  <a:lnTo>
                    <a:pt x="1229368" y="1015365"/>
                  </a:lnTo>
                  <a:lnTo>
                    <a:pt x="1228102" y="1021080"/>
                  </a:lnTo>
                  <a:lnTo>
                    <a:pt x="1226519" y="1027112"/>
                  </a:lnTo>
                  <a:lnTo>
                    <a:pt x="1224303" y="1033145"/>
                  </a:lnTo>
                  <a:lnTo>
                    <a:pt x="1222088" y="1039177"/>
                  </a:lnTo>
                  <a:lnTo>
                    <a:pt x="1219872" y="1045527"/>
                  </a:lnTo>
                  <a:lnTo>
                    <a:pt x="1214174" y="1058227"/>
                  </a:lnTo>
                  <a:lnTo>
                    <a:pt x="1207527" y="1070927"/>
                  </a:lnTo>
                  <a:lnTo>
                    <a:pt x="1200563" y="1084262"/>
                  </a:lnTo>
                  <a:lnTo>
                    <a:pt x="1192650" y="1097280"/>
                  </a:lnTo>
                  <a:lnTo>
                    <a:pt x="1184104" y="1110297"/>
                  </a:lnTo>
                  <a:lnTo>
                    <a:pt x="1177556" y="1120028"/>
                  </a:lnTo>
                  <a:lnTo>
                    <a:pt x="1226114" y="1144685"/>
                  </a:lnTo>
                  <a:lnTo>
                    <a:pt x="1235618" y="1136968"/>
                  </a:lnTo>
                  <a:lnTo>
                    <a:pt x="1241959" y="1131570"/>
                  </a:lnTo>
                  <a:lnTo>
                    <a:pt x="1248934" y="1126173"/>
                  </a:lnTo>
                  <a:lnTo>
                    <a:pt x="1256227" y="1121093"/>
                  </a:lnTo>
                  <a:lnTo>
                    <a:pt x="1263836" y="1116330"/>
                  </a:lnTo>
                  <a:lnTo>
                    <a:pt x="1271445" y="1111250"/>
                  </a:lnTo>
                  <a:lnTo>
                    <a:pt x="1279055" y="1106488"/>
                  </a:lnTo>
                  <a:lnTo>
                    <a:pt x="1286981" y="1102678"/>
                  </a:lnTo>
                  <a:lnTo>
                    <a:pt x="1295542" y="1098868"/>
                  </a:lnTo>
                  <a:lnTo>
                    <a:pt x="1303468" y="1095375"/>
                  </a:lnTo>
                  <a:lnTo>
                    <a:pt x="1304197" y="1095150"/>
                  </a:lnTo>
                  <a:lnTo>
                    <a:pt x="1255077" y="1053085"/>
                  </a:lnTo>
                  <a:lnTo>
                    <a:pt x="1253172" y="1051499"/>
                  </a:lnTo>
                  <a:lnTo>
                    <a:pt x="1251585" y="1049280"/>
                  </a:lnTo>
                  <a:lnTo>
                    <a:pt x="1249997" y="1047378"/>
                  </a:lnTo>
                  <a:lnTo>
                    <a:pt x="1248727" y="1045158"/>
                  </a:lnTo>
                  <a:lnTo>
                    <a:pt x="1247775" y="1042622"/>
                  </a:lnTo>
                  <a:lnTo>
                    <a:pt x="1247140" y="1040402"/>
                  </a:lnTo>
                  <a:lnTo>
                    <a:pt x="1246505" y="1038183"/>
                  </a:lnTo>
                  <a:lnTo>
                    <a:pt x="1246187" y="1035646"/>
                  </a:lnTo>
                  <a:lnTo>
                    <a:pt x="1246187" y="1033110"/>
                  </a:lnTo>
                  <a:lnTo>
                    <a:pt x="1246505" y="1030890"/>
                  </a:lnTo>
                  <a:lnTo>
                    <a:pt x="1246822" y="1028354"/>
                  </a:lnTo>
                  <a:lnTo>
                    <a:pt x="1247457" y="1026135"/>
                  </a:lnTo>
                  <a:lnTo>
                    <a:pt x="1248092" y="1023281"/>
                  </a:lnTo>
                  <a:lnTo>
                    <a:pt x="1249362" y="1021379"/>
                  </a:lnTo>
                  <a:lnTo>
                    <a:pt x="1250632" y="1019159"/>
                  </a:lnTo>
                  <a:lnTo>
                    <a:pt x="1252537" y="1016940"/>
                  </a:lnTo>
                  <a:lnTo>
                    <a:pt x="1254125" y="1015037"/>
                  </a:lnTo>
                  <a:lnTo>
                    <a:pt x="1256030" y="1013452"/>
                  </a:lnTo>
                  <a:lnTo>
                    <a:pt x="1258252" y="1012184"/>
                  </a:lnTo>
                  <a:lnTo>
                    <a:pt x="1260475" y="1010599"/>
                  </a:lnTo>
                  <a:lnTo>
                    <a:pt x="1262380" y="1009647"/>
                  </a:lnTo>
                  <a:lnTo>
                    <a:pt x="1264920" y="1009013"/>
                  </a:lnTo>
                  <a:lnTo>
                    <a:pt x="1267460" y="1008379"/>
                  </a:lnTo>
                  <a:lnTo>
                    <a:pt x="1269682" y="1008062"/>
                  </a:lnTo>
                  <a:lnTo>
                    <a:pt x="1272222" y="1008062"/>
                  </a:lnTo>
                  <a:lnTo>
                    <a:pt x="1274762" y="1008062"/>
                  </a:lnTo>
                  <a:lnTo>
                    <a:pt x="1277302" y="1008696"/>
                  </a:lnTo>
                  <a:lnTo>
                    <a:pt x="1279525" y="1009013"/>
                  </a:lnTo>
                  <a:lnTo>
                    <a:pt x="1281747" y="1009964"/>
                  </a:lnTo>
                  <a:lnTo>
                    <a:pt x="1284287" y="1010916"/>
                  </a:lnTo>
                  <a:lnTo>
                    <a:pt x="1286510" y="1012818"/>
                  </a:lnTo>
                  <a:lnTo>
                    <a:pt x="1288415" y="1014086"/>
                  </a:lnTo>
                  <a:lnTo>
                    <a:pt x="1476735" y="1175116"/>
                  </a:lnTo>
                  <a:lnTo>
                    <a:pt x="1485356" y="1180861"/>
                  </a:lnTo>
                  <a:lnTo>
                    <a:pt x="1496783" y="1187525"/>
                  </a:lnTo>
                  <a:lnTo>
                    <a:pt x="1503132" y="1191015"/>
                  </a:lnTo>
                  <a:lnTo>
                    <a:pt x="1509798" y="1194506"/>
                  </a:lnTo>
                  <a:lnTo>
                    <a:pt x="1516781" y="1197679"/>
                  </a:lnTo>
                  <a:lnTo>
                    <a:pt x="1523765" y="1200852"/>
                  </a:lnTo>
                  <a:lnTo>
                    <a:pt x="1531066" y="1203708"/>
                  </a:lnTo>
                  <a:lnTo>
                    <a:pt x="1538367" y="1206247"/>
                  </a:lnTo>
                  <a:lnTo>
                    <a:pt x="1545668" y="1208151"/>
                  </a:lnTo>
                  <a:lnTo>
                    <a:pt x="1552969" y="1209738"/>
                  </a:lnTo>
                  <a:lnTo>
                    <a:pt x="1560587" y="1210690"/>
                  </a:lnTo>
                  <a:lnTo>
                    <a:pt x="1567888" y="1211324"/>
                  </a:lnTo>
                  <a:lnTo>
                    <a:pt x="1572649" y="1210690"/>
                  </a:lnTo>
                  <a:lnTo>
                    <a:pt x="1577411" y="1210372"/>
                  </a:lnTo>
                  <a:lnTo>
                    <a:pt x="1581855" y="1209420"/>
                  </a:lnTo>
                  <a:lnTo>
                    <a:pt x="1586299" y="1208151"/>
                  </a:lnTo>
                  <a:lnTo>
                    <a:pt x="1590108" y="1206564"/>
                  </a:lnTo>
                  <a:lnTo>
                    <a:pt x="1593917" y="1204026"/>
                  </a:lnTo>
                  <a:lnTo>
                    <a:pt x="1597409" y="1201804"/>
                  </a:lnTo>
                  <a:lnTo>
                    <a:pt x="1600900" y="1198948"/>
                  </a:lnTo>
                  <a:lnTo>
                    <a:pt x="1601535" y="1197996"/>
                  </a:lnTo>
                  <a:lnTo>
                    <a:pt x="1601853" y="1197362"/>
                  </a:lnTo>
                  <a:lnTo>
                    <a:pt x="1602170" y="1195141"/>
                  </a:lnTo>
                  <a:lnTo>
                    <a:pt x="1602170" y="1191967"/>
                  </a:lnTo>
                  <a:lnTo>
                    <a:pt x="1601218" y="1188159"/>
                  </a:lnTo>
                  <a:lnTo>
                    <a:pt x="1599948" y="1183717"/>
                  </a:lnTo>
                  <a:lnTo>
                    <a:pt x="1597726" y="1178640"/>
                  </a:lnTo>
                  <a:lnTo>
                    <a:pt x="1595504" y="1173245"/>
                  </a:lnTo>
                  <a:lnTo>
                    <a:pt x="1592647" y="1167533"/>
                  </a:lnTo>
                  <a:lnTo>
                    <a:pt x="1589155" y="1161186"/>
                  </a:lnTo>
                  <a:lnTo>
                    <a:pt x="1585029" y="1154523"/>
                  </a:lnTo>
                  <a:lnTo>
                    <a:pt x="1580902" y="1147541"/>
                  </a:lnTo>
                  <a:lnTo>
                    <a:pt x="1576141" y="1140560"/>
                  </a:lnTo>
                  <a:lnTo>
                    <a:pt x="1570745" y="1132944"/>
                  </a:lnTo>
                  <a:lnTo>
                    <a:pt x="1565031" y="1125646"/>
                  </a:lnTo>
                  <a:lnTo>
                    <a:pt x="1559000" y="1118347"/>
                  </a:lnTo>
                  <a:lnTo>
                    <a:pt x="1552334" y="1111049"/>
                  </a:lnTo>
                  <a:lnTo>
                    <a:pt x="1550747" y="1109145"/>
                  </a:lnTo>
                  <a:lnTo>
                    <a:pt x="1549477" y="1106923"/>
                  </a:lnTo>
                  <a:lnTo>
                    <a:pt x="1548525" y="1105020"/>
                  </a:lnTo>
                  <a:lnTo>
                    <a:pt x="1548518" y="1105002"/>
                  </a:lnTo>
                  <a:lnTo>
                    <a:pt x="1288131" y="881697"/>
                  </a:lnTo>
                  <a:lnTo>
                    <a:pt x="1286218" y="880109"/>
                  </a:lnTo>
                  <a:lnTo>
                    <a:pt x="1284625" y="878204"/>
                  </a:lnTo>
                  <a:lnTo>
                    <a:pt x="1283350" y="875982"/>
                  </a:lnTo>
                  <a:lnTo>
                    <a:pt x="1282394" y="873759"/>
                  </a:lnTo>
                  <a:lnTo>
                    <a:pt x="1281119" y="871854"/>
                  </a:lnTo>
                  <a:lnTo>
                    <a:pt x="1280162" y="869314"/>
                  </a:lnTo>
                  <a:lnTo>
                    <a:pt x="1279844" y="866774"/>
                  </a:lnTo>
                  <a:lnTo>
                    <a:pt x="1279525" y="864552"/>
                  </a:lnTo>
                  <a:lnTo>
                    <a:pt x="1279525" y="862012"/>
                  </a:lnTo>
                  <a:lnTo>
                    <a:pt x="1279525" y="859472"/>
                  </a:lnTo>
                  <a:lnTo>
                    <a:pt x="1279844" y="857249"/>
                  </a:lnTo>
                  <a:lnTo>
                    <a:pt x="1280481" y="854709"/>
                  </a:lnTo>
                  <a:lnTo>
                    <a:pt x="1281437" y="852487"/>
                  </a:lnTo>
                  <a:lnTo>
                    <a:pt x="1282712" y="849947"/>
                  </a:lnTo>
                  <a:lnTo>
                    <a:pt x="1283987" y="847724"/>
                  </a:lnTo>
                  <a:lnTo>
                    <a:pt x="1285581" y="845819"/>
                  </a:lnTo>
                  <a:lnTo>
                    <a:pt x="1287493" y="843597"/>
                  </a:lnTo>
                  <a:lnTo>
                    <a:pt x="1289406" y="842009"/>
                  </a:lnTo>
                  <a:lnTo>
                    <a:pt x="1291637" y="840739"/>
                  </a:lnTo>
                  <a:lnTo>
                    <a:pt x="1293549" y="839469"/>
                  </a:lnTo>
                  <a:lnTo>
                    <a:pt x="1296099" y="838517"/>
                  </a:lnTo>
                  <a:lnTo>
                    <a:pt x="1298330" y="837882"/>
                  </a:lnTo>
                  <a:lnTo>
                    <a:pt x="1300561" y="837247"/>
                  </a:lnTo>
                  <a:lnTo>
                    <a:pt x="1303430" y="836929"/>
                  </a:lnTo>
                  <a:lnTo>
                    <a:pt x="1305661" y="836612"/>
                  </a:lnTo>
                  <a:lnTo>
                    <a:pt x="1308211" y="836929"/>
                  </a:lnTo>
                  <a:lnTo>
                    <a:pt x="1310761" y="837247"/>
                  </a:lnTo>
                  <a:lnTo>
                    <a:pt x="1312992" y="838199"/>
                  </a:lnTo>
                  <a:lnTo>
                    <a:pt x="1315542" y="839152"/>
                  </a:lnTo>
                  <a:lnTo>
                    <a:pt x="1317773" y="840104"/>
                  </a:lnTo>
                  <a:lnTo>
                    <a:pt x="1319685" y="841374"/>
                  </a:lnTo>
                  <a:lnTo>
                    <a:pt x="1322235" y="842962"/>
                  </a:lnTo>
                  <a:lnTo>
                    <a:pt x="1599213" y="1080452"/>
                  </a:lnTo>
                  <a:lnTo>
                    <a:pt x="1601126" y="1082675"/>
                  </a:lnTo>
                  <a:lnTo>
                    <a:pt x="1602720" y="1084262"/>
                  </a:lnTo>
                  <a:lnTo>
                    <a:pt x="1603369" y="1085394"/>
                  </a:lnTo>
                  <a:lnTo>
                    <a:pt x="1603757" y="1085663"/>
                  </a:lnTo>
                  <a:lnTo>
                    <a:pt x="1609153" y="1089153"/>
                  </a:lnTo>
                  <a:lnTo>
                    <a:pt x="1614867" y="1092326"/>
                  </a:lnTo>
                  <a:lnTo>
                    <a:pt x="1621216" y="1095500"/>
                  </a:lnTo>
                  <a:lnTo>
                    <a:pt x="1627882" y="1098673"/>
                  </a:lnTo>
                  <a:lnTo>
                    <a:pt x="1634865" y="1101529"/>
                  </a:lnTo>
                  <a:lnTo>
                    <a:pt x="1642484" y="1104385"/>
                  </a:lnTo>
                  <a:lnTo>
                    <a:pt x="1650737" y="1106289"/>
                  </a:lnTo>
                  <a:lnTo>
                    <a:pt x="1658673" y="1107875"/>
                  </a:lnTo>
                  <a:lnTo>
                    <a:pt x="1667243" y="1109462"/>
                  </a:lnTo>
                  <a:lnTo>
                    <a:pt x="1676131" y="1109779"/>
                  </a:lnTo>
                  <a:lnTo>
                    <a:pt x="1680893" y="1109462"/>
                  </a:lnTo>
                  <a:lnTo>
                    <a:pt x="1685654" y="1109145"/>
                  </a:lnTo>
                  <a:lnTo>
                    <a:pt x="1690733" y="1108510"/>
                  </a:lnTo>
                  <a:lnTo>
                    <a:pt x="1695494" y="1107241"/>
                  </a:lnTo>
                  <a:lnTo>
                    <a:pt x="1700256" y="1105971"/>
                  </a:lnTo>
                  <a:lnTo>
                    <a:pt x="1705017" y="1104702"/>
                  </a:lnTo>
                  <a:lnTo>
                    <a:pt x="1709461" y="1102798"/>
                  </a:lnTo>
                  <a:lnTo>
                    <a:pt x="1713905" y="1100577"/>
                  </a:lnTo>
                  <a:lnTo>
                    <a:pt x="1718349" y="1098356"/>
                  </a:lnTo>
                  <a:lnTo>
                    <a:pt x="1722158" y="1095817"/>
                  </a:lnTo>
                  <a:lnTo>
                    <a:pt x="1725015" y="1092961"/>
                  </a:lnTo>
                  <a:lnTo>
                    <a:pt x="1726920" y="1090740"/>
                  </a:lnTo>
                  <a:lnTo>
                    <a:pt x="1728824" y="1088201"/>
                  </a:lnTo>
                  <a:lnTo>
                    <a:pt x="1729777" y="1085980"/>
                  </a:lnTo>
                  <a:lnTo>
                    <a:pt x="1730411" y="1083759"/>
                  </a:lnTo>
                  <a:lnTo>
                    <a:pt x="1730729" y="1081220"/>
                  </a:lnTo>
                  <a:lnTo>
                    <a:pt x="1731046" y="1078681"/>
                  </a:lnTo>
                  <a:lnTo>
                    <a:pt x="1731364" y="1075508"/>
                  </a:lnTo>
                  <a:lnTo>
                    <a:pt x="1731046" y="1072652"/>
                  </a:lnTo>
                  <a:lnTo>
                    <a:pt x="1730729" y="1069796"/>
                  </a:lnTo>
                  <a:lnTo>
                    <a:pt x="1729459" y="1063450"/>
                  </a:lnTo>
                  <a:lnTo>
                    <a:pt x="1727237" y="1056468"/>
                  </a:lnTo>
                  <a:lnTo>
                    <a:pt x="1724380" y="1049487"/>
                  </a:lnTo>
                  <a:lnTo>
                    <a:pt x="1721523" y="1042506"/>
                  </a:lnTo>
                  <a:lnTo>
                    <a:pt x="1717397" y="1035525"/>
                  </a:lnTo>
                  <a:lnTo>
                    <a:pt x="1713270" y="1028226"/>
                  </a:lnTo>
                  <a:lnTo>
                    <a:pt x="1708826" y="1021245"/>
                  </a:lnTo>
                  <a:lnTo>
                    <a:pt x="1704065" y="1014581"/>
                  </a:lnTo>
                  <a:lnTo>
                    <a:pt x="1699303" y="1008235"/>
                  </a:lnTo>
                  <a:lnTo>
                    <a:pt x="1694542" y="1001888"/>
                  </a:lnTo>
                  <a:lnTo>
                    <a:pt x="1685337" y="990781"/>
                  </a:lnTo>
                  <a:lnTo>
                    <a:pt x="1677083" y="982213"/>
                  </a:lnTo>
                  <a:lnTo>
                    <a:pt x="1675496" y="980309"/>
                  </a:lnTo>
                  <a:lnTo>
                    <a:pt x="1674227" y="978406"/>
                  </a:lnTo>
                  <a:lnTo>
                    <a:pt x="1672005" y="974598"/>
                  </a:lnTo>
                  <a:lnTo>
                    <a:pt x="1671927" y="974324"/>
                  </a:lnTo>
                  <a:lnTo>
                    <a:pt x="1444336" y="780150"/>
                  </a:lnTo>
                  <a:lnTo>
                    <a:pt x="1442107" y="778243"/>
                  </a:lnTo>
                  <a:lnTo>
                    <a:pt x="1440514" y="776336"/>
                  </a:lnTo>
                  <a:lnTo>
                    <a:pt x="1439240" y="774429"/>
                  </a:lnTo>
                  <a:lnTo>
                    <a:pt x="1437966" y="771886"/>
                  </a:lnTo>
                  <a:lnTo>
                    <a:pt x="1436692" y="769978"/>
                  </a:lnTo>
                  <a:lnTo>
                    <a:pt x="1436055" y="767753"/>
                  </a:lnTo>
                  <a:lnTo>
                    <a:pt x="1435418" y="764892"/>
                  </a:lnTo>
                  <a:lnTo>
                    <a:pt x="1435100" y="762667"/>
                  </a:lnTo>
                  <a:lnTo>
                    <a:pt x="1435100" y="760442"/>
                  </a:lnTo>
                  <a:lnTo>
                    <a:pt x="1435418" y="757581"/>
                  </a:lnTo>
                  <a:lnTo>
                    <a:pt x="1435737" y="755356"/>
                  </a:lnTo>
                  <a:lnTo>
                    <a:pt x="1436374" y="752813"/>
                  </a:lnTo>
                  <a:lnTo>
                    <a:pt x="1437329" y="750588"/>
                  </a:lnTo>
                  <a:lnTo>
                    <a:pt x="1438603" y="748363"/>
                  </a:lnTo>
                  <a:lnTo>
                    <a:pt x="1439877" y="745820"/>
                  </a:lnTo>
                  <a:lnTo>
                    <a:pt x="1441470" y="743912"/>
                  </a:lnTo>
                  <a:lnTo>
                    <a:pt x="1443062" y="742005"/>
                  </a:lnTo>
                  <a:lnTo>
                    <a:pt x="1445292" y="740098"/>
                  </a:lnTo>
                  <a:lnTo>
                    <a:pt x="1447203" y="738826"/>
                  </a:lnTo>
                  <a:lnTo>
                    <a:pt x="1449114" y="737555"/>
                  </a:lnTo>
                  <a:lnTo>
                    <a:pt x="1451662" y="736601"/>
                  </a:lnTo>
                  <a:lnTo>
                    <a:pt x="1453891" y="735966"/>
                  </a:lnTo>
                  <a:lnTo>
                    <a:pt x="1456120" y="735330"/>
                  </a:lnTo>
                  <a:lnTo>
                    <a:pt x="1458987" y="735012"/>
                  </a:lnTo>
                  <a:lnTo>
                    <a:pt x="1461216" y="735012"/>
                  </a:lnTo>
                  <a:lnTo>
                    <a:pt x="1464083" y="735330"/>
                  </a:lnTo>
                  <a:lnTo>
                    <a:pt x="1466312" y="735648"/>
                  </a:lnTo>
                  <a:lnTo>
                    <a:pt x="1468542" y="736283"/>
                  </a:lnTo>
                  <a:lnTo>
                    <a:pt x="1471089" y="736919"/>
                  </a:lnTo>
                  <a:lnTo>
                    <a:pt x="1473319" y="738191"/>
                  </a:lnTo>
                  <a:lnTo>
                    <a:pt x="1475548" y="739462"/>
                  </a:lnTo>
                  <a:lnTo>
                    <a:pt x="1477778" y="741369"/>
                  </a:lnTo>
                  <a:lnTo>
                    <a:pt x="1720261" y="947946"/>
                  </a:lnTo>
                  <a:lnTo>
                    <a:pt x="1725967" y="950798"/>
                  </a:lnTo>
                  <a:lnTo>
                    <a:pt x="1748505" y="962222"/>
                  </a:lnTo>
                  <a:lnTo>
                    <a:pt x="1760250" y="967934"/>
                  </a:lnTo>
                  <a:lnTo>
                    <a:pt x="1771043" y="972694"/>
                  </a:lnTo>
                  <a:lnTo>
                    <a:pt x="1782153" y="976819"/>
                  </a:lnTo>
                  <a:lnTo>
                    <a:pt x="1787549" y="978723"/>
                  </a:lnTo>
                  <a:lnTo>
                    <a:pt x="1792628" y="980309"/>
                  </a:lnTo>
                  <a:lnTo>
                    <a:pt x="1797389" y="981579"/>
                  </a:lnTo>
                  <a:lnTo>
                    <a:pt x="1802468" y="982531"/>
                  </a:lnTo>
                  <a:lnTo>
                    <a:pt x="1806912" y="982848"/>
                  </a:lnTo>
                  <a:lnTo>
                    <a:pt x="1811673" y="983165"/>
                  </a:lnTo>
                  <a:lnTo>
                    <a:pt x="1814848" y="983165"/>
                  </a:lnTo>
                  <a:lnTo>
                    <a:pt x="1818974" y="982531"/>
                  </a:lnTo>
                  <a:lnTo>
                    <a:pt x="1820879" y="981896"/>
                  </a:lnTo>
                  <a:lnTo>
                    <a:pt x="1823101" y="981261"/>
                  </a:lnTo>
                  <a:lnTo>
                    <a:pt x="1825640" y="979992"/>
                  </a:lnTo>
                  <a:lnTo>
                    <a:pt x="1827862" y="977771"/>
                  </a:lnTo>
                  <a:lnTo>
                    <a:pt x="1829767" y="975867"/>
                  </a:lnTo>
                  <a:lnTo>
                    <a:pt x="1832306" y="973328"/>
                  </a:lnTo>
                  <a:lnTo>
                    <a:pt x="1834528" y="969838"/>
                  </a:lnTo>
                  <a:lnTo>
                    <a:pt x="1836433" y="965395"/>
                  </a:lnTo>
                  <a:lnTo>
                    <a:pt x="1838972" y="960953"/>
                  </a:lnTo>
                  <a:lnTo>
                    <a:pt x="1840559" y="955558"/>
                  </a:lnTo>
                  <a:lnTo>
                    <a:pt x="1842464" y="948894"/>
                  </a:lnTo>
                  <a:lnTo>
                    <a:pt x="1844369" y="941596"/>
                  </a:lnTo>
                  <a:lnTo>
                    <a:pt x="1845321" y="935884"/>
                  </a:lnTo>
                  <a:lnTo>
                    <a:pt x="1845638" y="929854"/>
                  </a:lnTo>
                  <a:lnTo>
                    <a:pt x="1845321" y="924143"/>
                  </a:lnTo>
                  <a:lnTo>
                    <a:pt x="1844686" y="918113"/>
                  </a:lnTo>
                  <a:lnTo>
                    <a:pt x="1843099" y="912401"/>
                  </a:lnTo>
                  <a:lnTo>
                    <a:pt x="1841194" y="906689"/>
                  </a:lnTo>
                  <a:lnTo>
                    <a:pt x="1839290" y="901295"/>
                  </a:lnTo>
                  <a:lnTo>
                    <a:pt x="1836433" y="895900"/>
                  </a:lnTo>
                  <a:lnTo>
                    <a:pt x="1833576" y="890188"/>
                  </a:lnTo>
                  <a:lnTo>
                    <a:pt x="1830719" y="884794"/>
                  </a:lnTo>
                  <a:lnTo>
                    <a:pt x="1823101" y="874005"/>
                  </a:lnTo>
                  <a:lnTo>
                    <a:pt x="1815483" y="863216"/>
                  </a:lnTo>
                  <a:lnTo>
                    <a:pt x="1807864" y="852744"/>
                  </a:lnTo>
                  <a:lnTo>
                    <a:pt x="1798976" y="841320"/>
                  </a:lnTo>
                  <a:lnTo>
                    <a:pt x="1794850" y="835608"/>
                  </a:lnTo>
                  <a:lnTo>
                    <a:pt x="1791041" y="829896"/>
                  </a:lnTo>
                  <a:lnTo>
                    <a:pt x="1783105" y="817520"/>
                  </a:lnTo>
                  <a:lnTo>
                    <a:pt x="1775487" y="804510"/>
                  </a:lnTo>
                  <a:lnTo>
                    <a:pt x="1772927" y="799925"/>
                  </a:lnTo>
                  <a:lnTo>
                    <a:pt x="1762353" y="789648"/>
                  </a:lnTo>
                  <a:lnTo>
                    <a:pt x="1738534" y="767435"/>
                  </a:lnTo>
                  <a:lnTo>
                    <a:pt x="1711856" y="742048"/>
                  </a:lnTo>
                  <a:lnTo>
                    <a:pt x="1682955" y="714758"/>
                  </a:lnTo>
                  <a:lnTo>
                    <a:pt x="1652148" y="686833"/>
                  </a:lnTo>
                  <a:lnTo>
                    <a:pt x="1620389" y="659225"/>
                  </a:lnTo>
                  <a:lnTo>
                    <a:pt x="1588630" y="631935"/>
                  </a:lnTo>
                  <a:lnTo>
                    <a:pt x="1573385" y="619242"/>
                  </a:lnTo>
                  <a:lnTo>
                    <a:pt x="1557823" y="606866"/>
                  </a:lnTo>
                  <a:lnTo>
                    <a:pt x="1542896" y="595125"/>
                  </a:lnTo>
                  <a:lnTo>
                    <a:pt x="1528605" y="584018"/>
                  </a:lnTo>
                  <a:lnTo>
                    <a:pt x="1514948" y="574181"/>
                  </a:lnTo>
                  <a:lnTo>
                    <a:pt x="1501609" y="564661"/>
                  </a:lnTo>
                  <a:lnTo>
                    <a:pt x="1489223" y="557045"/>
                  </a:lnTo>
                  <a:lnTo>
                    <a:pt x="1477790" y="550064"/>
                  </a:lnTo>
                  <a:lnTo>
                    <a:pt x="1466992" y="544669"/>
                  </a:lnTo>
                  <a:lnTo>
                    <a:pt x="1462228" y="542448"/>
                  </a:lnTo>
                  <a:lnTo>
                    <a:pt x="1457781" y="540544"/>
                  </a:lnTo>
                  <a:lnTo>
                    <a:pt x="1453335" y="538957"/>
                  </a:lnTo>
                  <a:lnTo>
                    <a:pt x="1449206" y="538005"/>
                  </a:lnTo>
                  <a:lnTo>
                    <a:pt x="1445713" y="537371"/>
                  </a:lnTo>
                  <a:lnTo>
                    <a:pt x="1442219" y="537371"/>
                  </a:lnTo>
                  <a:lnTo>
                    <a:pt x="1429516" y="537053"/>
                  </a:lnTo>
                  <a:lnTo>
                    <a:pt x="1417129" y="536101"/>
                  </a:lnTo>
                  <a:lnTo>
                    <a:pt x="1393310" y="533563"/>
                  </a:lnTo>
                  <a:lnTo>
                    <a:pt x="1381559" y="532928"/>
                  </a:lnTo>
                  <a:lnTo>
                    <a:pt x="1369808" y="532611"/>
                  </a:lnTo>
                  <a:lnTo>
                    <a:pt x="1363774" y="532928"/>
                  </a:lnTo>
                  <a:lnTo>
                    <a:pt x="1357740" y="533245"/>
                  </a:lnTo>
                  <a:lnTo>
                    <a:pt x="1351705" y="533880"/>
                  </a:lnTo>
                  <a:lnTo>
                    <a:pt x="1345671" y="535149"/>
                  </a:lnTo>
                  <a:lnTo>
                    <a:pt x="1339637" y="536419"/>
                  </a:lnTo>
                  <a:lnTo>
                    <a:pt x="1333920" y="538323"/>
                  </a:lnTo>
                  <a:lnTo>
                    <a:pt x="1327568" y="540227"/>
                  </a:lnTo>
                  <a:lnTo>
                    <a:pt x="1321534" y="543083"/>
                  </a:lnTo>
                  <a:lnTo>
                    <a:pt x="1315182" y="546256"/>
                  </a:lnTo>
                  <a:lnTo>
                    <a:pt x="1308830" y="549746"/>
                  </a:lnTo>
                  <a:lnTo>
                    <a:pt x="1302161" y="553872"/>
                  </a:lnTo>
                  <a:lnTo>
                    <a:pt x="1295491" y="558949"/>
                  </a:lnTo>
                  <a:lnTo>
                    <a:pt x="1288822" y="564344"/>
                  </a:lnTo>
                  <a:lnTo>
                    <a:pt x="1281517" y="570373"/>
                  </a:lnTo>
                  <a:lnTo>
                    <a:pt x="1274530" y="577037"/>
                  </a:lnTo>
                  <a:lnTo>
                    <a:pt x="1267225" y="584653"/>
                  </a:lnTo>
                  <a:lnTo>
                    <a:pt x="1259921" y="593221"/>
                  </a:lnTo>
                  <a:lnTo>
                    <a:pt x="1252616" y="602106"/>
                  </a:lnTo>
                  <a:lnTo>
                    <a:pt x="1244676" y="612260"/>
                  </a:lnTo>
                  <a:lnTo>
                    <a:pt x="1236737" y="622732"/>
                  </a:lnTo>
                  <a:lnTo>
                    <a:pt x="1232608" y="628444"/>
                  </a:lnTo>
                  <a:lnTo>
                    <a:pt x="1228162" y="633839"/>
                  </a:lnTo>
                  <a:lnTo>
                    <a:pt x="1219269" y="644628"/>
                  </a:lnTo>
                  <a:lnTo>
                    <a:pt x="1209424" y="654783"/>
                  </a:lnTo>
                  <a:lnTo>
                    <a:pt x="1199261" y="664937"/>
                  </a:lnTo>
                  <a:lnTo>
                    <a:pt x="1188145" y="674140"/>
                  </a:lnTo>
                  <a:lnTo>
                    <a:pt x="1177029" y="683342"/>
                  </a:lnTo>
                  <a:lnTo>
                    <a:pt x="1165278" y="691593"/>
                  </a:lnTo>
                  <a:lnTo>
                    <a:pt x="1153845" y="699526"/>
                  </a:lnTo>
                  <a:lnTo>
                    <a:pt x="1141776" y="706508"/>
                  </a:lnTo>
                  <a:lnTo>
                    <a:pt x="1129390" y="713171"/>
                  </a:lnTo>
                  <a:lnTo>
                    <a:pt x="1117322" y="718883"/>
                  </a:lnTo>
                  <a:lnTo>
                    <a:pt x="1105253" y="724278"/>
                  </a:lnTo>
                  <a:lnTo>
                    <a:pt x="1093184" y="728403"/>
                  </a:lnTo>
                  <a:lnTo>
                    <a:pt x="1081433" y="731894"/>
                  </a:lnTo>
                  <a:lnTo>
                    <a:pt x="1070318" y="734433"/>
                  </a:lnTo>
                  <a:lnTo>
                    <a:pt x="1064601" y="735385"/>
                  </a:lnTo>
                  <a:lnTo>
                    <a:pt x="1059202" y="736019"/>
                  </a:lnTo>
                  <a:lnTo>
                    <a:pt x="1053803" y="736654"/>
                  </a:lnTo>
                  <a:lnTo>
                    <a:pt x="1048404" y="736971"/>
                  </a:lnTo>
                  <a:lnTo>
                    <a:pt x="1043322" y="736971"/>
                  </a:lnTo>
                  <a:lnTo>
                    <a:pt x="1038558" y="736654"/>
                  </a:lnTo>
                  <a:lnTo>
                    <a:pt x="1033795" y="736019"/>
                  </a:lnTo>
                  <a:lnTo>
                    <a:pt x="1029031" y="735385"/>
                  </a:lnTo>
                  <a:lnTo>
                    <a:pt x="1024267" y="734433"/>
                  </a:lnTo>
                  <a:lnTo>
                    <a:pt x="1020138" y="732846"/>
                  </a:lnTo>
                  <a:lnTo>
                    <a:pt x="1016009" y="731259"/>
                  </a:lnTo>
                  <a:lnTo>
                    <a:pt x="1012198" y="729355"/>
                  </a:lnTo>
                  <a:lnTo>
                    <a:pt x="1008387" y="727134"/>
                  </a:lnTo>
                  <a:lnTo>
                    <a:pt x="1004894" y="724595"/>
                  </a:lnTo>
                  <a:lnTo>
                    <a:pt x="1001718" y="722057"/>
                  </a:lnTo>
                  <a:lnTo>
                    <a:pt x="998542" y="718883"/>
                  </a:lnTo>
                  <a:lnTo>
                    <a:pt x="996001" y="715710"/>
                  </a:lnTo>
                  <a:lnTo>
                    <a:pt x="993778" y="711902"/>
                  </a:lnTo>
                  <a:lnTo>
                    <a:pt x="991237" y="707777"/>
                  </a:lnTo>
                  <a:lnTo>
                    <a:pt x="989331" y="703652"/>
                  </a:lnTo>
                  <a:lnTo>
                    <a:pt x="987744" y="698892"/>
                  </a:lnTo>
                  <a:lnTo>
                    <a:pt x="986473" y="693814"/>
                  </a:lnTo>
                  <a:lnTo>
                    <a:pt x="985203" y="688420"/>
                  </a:lnTo>
                  <a:lnTo>
                    <a:pt x="984568" y="683025"/>
                  </a:lnTo>
                  <a:lnTo>
                    <a:pt x="984250" y="676678"/>
                  </a:lnTo>
                  <a:lnTo>
                    <a:pt x="984250" y="670332"/>
                  </a:lnTo>
                  <a:lnTo>
                    <a:pt x="984250" y="663668"/>
                  </a:lnTo>
                  <a:lnTo>
                    <a:pt x="984885" y="656369"/>
                  </a:lnTo>
                  <a:lnTo>
                    <a:pt x="986156" y="648753"/>
                  </a:lnTo>
                  <a:lnTo>
                    <a:pt x="987744" y="641138"/>
                  </a:lnTo>
                  <a:lnTo>
                    <a:pt x="989331" y="632887"/>
                  </a:lnTo>
                  <a:lnTo>
                    <a:pt x="991237" y="624002"/>
                  </a:lnTo>
                  <a:lnTo>
                    <a:pt x="994095" y="615116"/>
                  </a:lnTo>
                  <a:lnTo>
                    <a:pt x="996954" y="605914"/>
                  </a:lnTo>
                  <a:lnTo>
                    <a:pt x="1002035" y="594173"/>
                  </a:lnTo>
                  <a:lnTo>
                    <a:pt x="1007752" y="580845"/>
                  </a:lnTo>
                  <a:lnTo>
                    <a:pt x="1015692" y="563074"/>
                  </a:lnTo>
                  <a:lnTo>
                    <a:pt x="1025855" y="542131"/>
                  </a:lnTo>
                  <a:lnTo>
                    <a:pt x="1037606" y="518648"/>
                  </a:lnTo>
                  <a:lnTo>
                    <a:pt x="1050627" y="492944"/>
                  </a:lnTo>
                  <a:lnTo>
                    <a:pt x="1057932" y="479934"/>
                  </a:lnTo>
                  <a:lnTo>
                    <a:pt x="1065554" y="466606"/>
                  </a:lnTo>
                  <a:lnTo>
                    <a:pt x="1073176" y="452961"/>
                  </a:lnTo>
                  <a:lnTo>
                    <a:pt x="1081433" y="439316"/>
                  </a:lnTo>
                  <a:lnTo>
                    <a:pt x="1090326" y="425988"/>
                  </a:lnTo>
                  <a:lnTo>
                    <a:pt x="1098901" y="412660"/>
                  </a:lnTo>
                  <a:lnTo>
                    <a:pt x="1107794" y="399015"/>
                  </a:lnTo>
                  <a:lnTo>
                    <a:pt x="1117322" y="386321"/>
                  </a:lnTo>
                  <a:lnTo>
                    <a:pt x="1126532" y="374263"/>
                  </a:lnTo>
                  <a:lnTo>
                    <a:pt x="1136695" y="362522"/>
                  </a:lnTo>
                  <a:lnTo>
                    <a:pt x="1146223" y="351098"/>
                  </a:lnTo>
                  <a:lnTo>
                    <a:pt x="1156703" y="340626"/>
                  </a:lnTo>
                  <a:lnTo>
                    <a:pt x="1166866" y="331106"/>
                  </a:lnTo>
                  <a:lnTo>
                    <a:pt x="1177029" y="322538"/>
                  </a:lnTo>
                  <a:lnTo>
                    <a:pt x="1182428" y="318095"/>
                  </a:lnTo>
                  <a:lnTo>
                    <a:pt x="1187827" y="314287"/>
                  </a:lnTo>
                  <a:lnTo>
                    <a:pt x="1193226" y="311114"/>
                  </a:lnTo>
                  <a:lnTo>
                    <a:pt x="1197990" y="307624"/>
                  </a:lnTo>
                  <a:lnTo>
                    <a:pt x="1203389" y="304768"/>
                  </a:lnTo>
                  <a:lnTo>
                    <a:pt x="1208788" y="301912"/>
                  </a:lnTo>
                  <a:lnTo>
                    <a:pt x="1214187" y="299690"/>
                  </a:lnTo>
                  <a:lnTo>
                    <a:pt x="1219587" y="297786"/>
                  </a:lnTo>
                  <a:lnTo>
                    <a:pt x="1233878" y="293026"/>
                  </a:lnTo>
                  <a:lnTo>
                    <a:pt x="1248805" y="288584"/>
                  </a:lnTo>
                  <a:lnTo>
                    <a:pt x="1264367" y="284458"/>
                  </a:lnTo>
                  <a:lnTo>
                    <a:pt x="1279929" y="280651"/>
                  </a:lnTo>
                  <a:lnTo>
                    <a:pt x="1296126" y="276843"/>
                  </a:lnTo>
                  <a:lnTo>
                    <a:pt x="1312324" y="273352"/>
                  </a:lnTo>
                  <a:lnTo>
                    <a:pt x="1329156" y="270179"/>
                  </a:lnTo>
                  <a:lnTo>
                    <a:pt x="1345989" y="267323"/>
                  </a:lnTo>
                  <a:lnTo>
                    <a:pt x="1363456" y="264784"/>
                  </a:lnTo>
                  <a:lnTo>
                    <a:pt x="1380606" y="261928"/>
                  </a:lnTo>
                  <a:lnTo>
                    <a:pt x="1398391" y="259707"/>
                  </a:lnTo>
                  <a:lnTo>
                    <a:pt x="1402962" y="259030"/>
                  </a:lnTo>
                  <a:lnTo>
                    <a:pt x="1213954" y="208886"/>
                  </a:lnTo>
                  <a:close/>
                  <a:moveTo>
                    <a:pt x="1214906" y="157162"/>
                  </a:moveTo>
                  <a:lnTo>
                    <a:pt x="1219033" y="157479"/>
                  </a:lnTo>
                  <a:lnTo>
                    <a:pt x="1222842" y="158114"/>
                  </a:lnTo>
                  <a:lnTo>
                    <a:pt x="1555169" y="246562"/>
                  </a:lnTo>
                  <a:lnTo>
                    <a:pt x="1581643" y="245744"/>
                  </a:lnTo>
                  <a:lnTo>
                    <a:pt x="1610544" y="244792"/>
                  </a:lnTo>
                  <a:lnTo>
                    <a:pt x="1637221" y="244475"/>
                  </a:lnTo>
                  <a:lnTo>
                    <a:pt x="1661041" y="244792"/>
                  </a:lnTo>
                  <a:lnTo>
                    <a:pt x="1682002" y="245744"/>
                  </a:lnTo>
                  <a:lnTo>
                    <a:pt x="1698835" y="246379"/>
                  </a:lnTo>
                  <a:lnTo>
                    <a:pt x="1713126" y="247648"/>
                  </a:lnTo>
                  <a:lnTo>
                    <a:pt x="1727418" y="249552"/>
                  </a:lnTo>
                  <a:lnTo>
                    <a:pt x="1740757" y="252091"/>
                  </a:lnTo>
                  <a:lnTo>
                    <a:pt x="1754096" y="254947"/>
                  </a:lnTo>
                  <a:lnTo>
                    <a:pt x="1766799" y="258755"/>
                  </a:lnTo>
                  <a:lnTo>
                    <a:pt x="1779503" y="262563"/>
                  </a:lnTo>
                  <a:lnTo>
                    <a:pt x="1791572" y="267323"/>
                  </a:lnTo>
                  <a:lnTo>
                    <a:pt x="1803323" y="272400"/>
                  </a:lnTo>
                  <a:lnTo>
                    <a:pt x="1814756" y="277795"/>
                  </a:lnTo>
                  <a:lnTo>
                    <a:pt x="1826189" y="283506"/>
                  </a:lnTo>
                  <a:lnTo>
                    <a:pt x="1836988" y="289853"/>
                  </a:lnTo>
                  <a:lnTo>
                    <a:pt x="1847468" y="296834"/>
                  </a:lnTo>
                  <a:lnTo>
                    <a:pt x="1857631" y="303816"/>
                  </a:lnTo>
                  <a:lnTo>
                    <a:pt x="1867477" y="311114"/>
                  </a:lnTo>
                  <a:lnTo>
                    <a:pt x="1877322" y="318730"/>
                  </a:lnTo>
                  <a:lnTo>
                    <a:pt x="1886532" y="326981"/>
                  </a:lnTo>
                  <a:lnTo>
                    <a:pt x="1895742" y="335549"/>
                  </a:lnTo>
                  <a:lnTo>
                    <a:pt x="1904317" y="344117"/>
                  </a:lnTo>
                  <a:lnTo>
                    <a:pt x="1912575" y="352684"/>
                  </a:lnTo>
                  <a:lnTo>
                    <a:pt x="1921150" y="362204"/>
                  </a:lnTo>
                  <a:lnTo>
                    <a:pt x="1928772" y="371407"/>
                  </a:lnTo>
                  <a:lnTo>
                    <a:pt x="1936394" y="380927"/>
                  </a:lnTo>
                  <a:lnTo>
                    <a:pt x="1943699" y="390764"/>
                  </a:lnTo>
                  <a:lnTo>
                    <a:pt x="1951003" y="400601"/>
                  </a:lnTo>
                  <a:lnTo>
                    <a:pt x="1957673" y="410439"/>
                  </a:lnTo>
                  <a:lnTo>
                    <a:pt x="1964342" y="420910"/>
                  </a:lnTo>
                  <a:lnTo>
                    <a:pt x="1970694" y="431065"/>
                  </a:lnTo>
                  <a:lnTo>
                    <a:pt x="1976729" y="441537"/>
                  </a:lnTo>
                  <a:lnTo>
                    <a:pt x="1982445" y="452009"/>
                  </a:lnTo>
                  <a:lnTo>
                    <a:pt x="1988162" y="462163"/>
                  </a:lnTo>
                  <a:lnTo>
                    <a:pt x="1993561" y="472635"/>
                  </a:lnTo>
                  <a:lnTo>
                    <a:pt x="1998643" y="483424"/>
                  </a:lnTo>
                  <a:lnTo>
                    <a:pt x="2008170" y="504051"/>
                  </a:lnTo>
                  <a:lnTo>
                    <a:pt x="2017063" y="524677"/>
                  </a:lnTo>
                  <a:lnTo>
                    <a:pt x="2025003" y="544986"/>
                  </a:lnTo>
                  <a:lnTo>
                    <a:pt x="2031990" y="564661"/>
                  </a:lnTo>
                  <a:lnTo>
                    <a:pt x="2038342" y="584018"/>
                  </a:lnTo>
                  <a:lnTo>
                    <a:pt x="2044058" y="602106"/>
                  </a:lnTo>
                  <a:lnTo>
                    <a:pt x="2048505" y="619559"/>
                  </a:lnTo>
                  <a:lnTo>
                    <a:pt x="2052951" y="635426"/>
                  </a:lnTo>
                  <a:lnTo>
                    <a:pt x="2056762" y="650023"/>
                  </a:lnTo>
                  <a:lnTo>
                    <a:pt x="2059620" y="663668"/>
                  </a:lnTo>
                  <a:lnTo>
                    <a:pt x="2064067" y="685246"/>
                  </a:lnTo>
                  <a:lnTo>
                    <a:pt x="2066290" y="699209"/>
                  </a:lnTo>
                  <a:lnTo>
                    <a:pt x="2066925" y="703969"/>
                  </a:lnTo>
                  <a:lnTo>
                    <a:pt x="1845974" y="818319"/>
                  </a:lnTo>
                  <a:lnTo>
                    <a:pt x="1848495" y="821646"/>
                  </a:lnTo>
                  <a:lnTo>
                    <a:pt x="1858018" y="834339"/>
                  </a:lnTo>
                  <a:lnTo>
                    <a:pt x="1862462" y="841003"/>
                  </a:lnTo>
                  <a:lnTo>
                    <a:pt x="1867541" y="847667"/>
                  </a:lnTo>
                  <a:lnTo>
                    <a:pt x="1872303" y="854965"/>
                  </a:lnTo>
                  <a:lnTo>
                    <a:pt x="1877064" y="862264"/>
                  </a:lnTo>
                  <a:lnTo>
                    <a:pt x="1880873" y="870514"/>
                  </a:lnTo>
                  <a:lnTo>
                    <a:pt x="1885000" y="878447"/>
                  </a:lnTo>
                  <a:lnTo>
                    <a:pt x="1888174" y="886698"/>
                  </a:lnTo>
                  <a:lnTo>
                    <a:pt x="1891348" y="894948"/>
                  </a:lnTo>
                  <a:lnTo>
                    <a:pt x="1893888" y="904151"/>
                  </a:lnTo>
                  <a:lnTo>
                    <a:pt x="1895792" y="913036"/>
                  </a:lnTo>
                  <a:lnTo>
                    <a:pt x="1896427" y="917796"/>
                  </a:lnTo>
                  <a:lnTo>
                    <a:pt x="1896745" y="922556"/>
                  </a:lnTo>
                  <a:lnTo>
                    <a:pt x="1897062" y="927316"/>
                  </a:lnTo>
                  <a:lnTo>
                    <a:pt x="1897062" y="932076"/>
                  </a:lnTo>
                  <a:lnTo>
                    <a:pt x="1896745" y="937153"/>
                  </a:lnTo>
                  <a:lnTo>
                    <a:pt x="1896427" y="942230"/>
                  </a:lnTo>
                  <a:lnTo>
                    <a:pt x="1895475" y="946990"/>
                  </a:lnTo>
                  <a:lnTo>
                    <a:pt x="1894523" y="952067"/>
                  </a:lnTo>
                  <a:lnTo>
                    <a:pt x="1892935" y="958414"/>
                  </a:lnTo>
                  <a:lnTo>
                    <a:pt x="1891666" y="964443"/>
                  </a:lnTo>
                  <a:lnTo>
                    <a:pt x="1890079" y="969838"/>
                  </a:lnTo>
                  <a:lnTo>
                    <a:pt x="1887857" y="975232"/>
                  </a:lnTo>
                  <a:lnTo>
                    <a:pt x="1886269" y="980309"/>
                  </a:lnTo>
                  <a:lnTo>
                    <a:pt x="1884047" y="985069"/>
                  </a:lnTo>
                  <a:lnTo>
                    <a:pt x="1881825" y="989512"/>
                  </a:lnTo>
                  <a:lnTo>
                    <a:pt x="1879603" y="993955"/>
                  </a:lnTo>
                  <a:lnTo>
                    <a:pt x="1877381" y="997762"/>
                  </a:lnTo>
                  <a:lnTo>
                    <a:pt x="1874842" y="1001570"/>
                  </a:lnTo>
                  <a:lnTo>
                    <a:pt x="1872620" y="1004744"/>
                  </a:lnTo>
                  <a:lnTo>
                    <a:pt x="1870081" y="1008235"/>
                  </a:lnTo>
                  <a:lnTo>
                    <a:pt x="1867224" y="1011091"/>
                  </a:lnTo>
                  <a:lnTo>
                    <a:pt x="1864684" y="1013947"/>
                  </a:lnTo>
                  <a:lnTo>
                    <a:pt x="1858971" y="1019024"/>
                  </a:lnTo>
                  <a:lnTo>
                    <a:pt x="1852939" y="1022832"/>
                  </a:lnTo>
                  <a:lnTo>
                    <a:pt x="1847226" y="1026640"/>
                  </a:lnTo>
                  <a:lnTo>
                    <a:pt x="1841194" y="1029178"/>
                  </a:lnTo>
                  <a:lnTo>
                    <a:pt x="1834846" y="1031400"/>
                  </a:lnTo>
                  <a:lnTo>
                    <a:pt x="1828815" y="1032986"/>
                  </a:lnTo>
                  <a:lnTo>
                    <a:pt x="1822783" y="1033938"/>
                  </a:lnTo>
                  <a:lnTo>
                    <a:pt x="1817070" y="1034255"/>
                  </a:lnTo>
                  <a:lnTo>
                    <a:pt x="1811673" y="1034573"/>
                  </a:lnTo>
                  <a:lnTo>
                    <a:pt x="1806595" y="1034255"/>
                  </a:lnTo>
                  <a:lnTo>
                    <a:pt x="1801516" y="1033938"/>
                  </a:lnTo>
                  <a:lnTo>
                    <a:pt x="1796119" y="1033303"/>
                  </a:lnTo>
                  <a:lnTo>
                    <a:pt x="1791041" y="1032669"/>
                  </a:lnTo>
                  <a:lnTo>
                    <a:pt x="1781200" y="1030130"/>
                  </a:lnTo>
                  <a:lnTo>
                    <a:pt x="1770725" y="1027274"/>
                  </a:lnTo>
                  <a:lnTo>
                    <a:pt x="1773899" y="1034890"/>
                  </a:lnTo>
                  <a:lnTo>
                    <a:pt x="1776756" y="1042506"/>
                  </a:lnTo>
                  <a:lnTo>
                    <a:pt x="1778661" y="1050757"/>
                  </a:lnTo>
                  <a:lnTo>
                    <a:pt x="1780883" y="1058372"/>
                  </a:lnTo>
                  <a:lnTo>
                    <a:pt x="1781835" y="1066306"/>
                  </a:lnTo>
                  <a:lnTo>
                    <a:pt x="1782470" y="1074239"/>
                  </a:lnTo>
                  <a:lnTo>
                    <a:pt x="1782470" y="1081855"/>
                  </a:lnTo>
                  <a:lnTo>
                    <a:pt x="1781518" y="1090105"/>
                  </a:lnTo>
                  <a:lnTo>
                    <a:pt x="1780248" y="1096769"/>
                  </a:lnTo>
                  <a:lnTo>
                    <a:pt x="1779296" y="1099942"/>
                  </a:lnTo>
                  <a:lnTo>
                    <a:pt x="1777709" y="1103750"/>
                  </a:lnTo>
                  <a:lnTo>
                    <a:pt x="1776439" y="1107241"/>
                  </a:lnTo>
                  <a:lnTo>
                    <a:pt x="1774534" y="1111049"/>
                  </a:lnTo>
                  <a:lnTo>
                    <a:pt x="1772312" y="1115174"/>
                  </a:lnTo>
                  <a:lnTo>
                    <a:pt x="1770090" y="1118665"/>
                  </a:lnTo>
                  <a:lnTo>
                    <a:pt x="1767551" y="1122473"/>
                  </a:lnTo>
                  <a:lnTo>
                    <a:pt x="1764059" y="1125963"/>
                  </a:lnTo>
                  <a:lnTo>
                    <a:pt x="1760885" y="1129771"/>
                  </a:lnTo>
                  <a:lnTo>
                    <a:pt x="1756758" y="1133262"/>
                  </a:lnTo>
                  <a:lnTo>
                    <a:pt x="1752632" y="1137070"/>
                  </a:lnTo>
                  <a:lnTo>
                    <a:pt x="1747870" y="1140560"/>
                  </a:lnTo>
                  <a:lnTo>
                    <a:pt x="1742791" y="1143416"/>
                  </a:lnTo>
                  <a:lnTo>
                    <a:pt x="1737077" y="1146907"/>
                  </a:lnTo>
                  <a:lnTo>
                    <a:pt x="1729777" y="1150080"/>
                  </a:lnTo>
                  <a:lnTo>
                    <a:pt x="1722476" y="1152619"/>
                  </a:lnTo>
                  <a:lnTo>
                    <a:pt x="1714857" y="1155475"/>
                  </a:lnTo>
                  <a:lnTo>
                    <a:pt x="1707239" y="1157379"/>
                  </a:lnTo>
                  <a:lnTo>
                    <a:pt x="1699621" y="1158965"/>
                  </a:lnTo>
                  <a:lnTo>
                    <a:pt x="1691685" y="1160235"/>
                  </a:lnTo>
                  <a:lnTo>
                    <a:pt x="1683749" y="1160869"/>
                  </a:lnTo>
                  <a:lnTo>
                    <a:pt x="1676131" y="1161186"/>
                  </a:lnTo>
                  <a:lnTo>
                    <a:pt x="1667878" y="1160869"/>
                  </a:lnTo>
                  <a:lnTo>
                    <a:pt x="1659942" y="1160235"/>
                  </a:lnTo>
                  <a:lnTo>
                    <a:pt x="1652324" y="1158965"/>
                  </a:lnTo>
                  <a:lnTo>
                    <a:pt x="1644706" y="1157696"/>
                  </a:lnTo>
                  <a:lnTo>
                    <a:pt x="1646928" y="1163090"/>
                  </a:lnTo>
                  <a:lnTo>
                    <a:pt x="1648515" y="1168485"/>
                  </a:lnTo>
                  <a:lnTo>
                    <a:pt x="1650419" y="1173880"/>
                  </a:lnTo>
                  <a:lnTo>
                    <a:pt x="1651372" y="1179274"/>
                  </a:lnTo>
                  <a:lnTo>
                    <a:pt x="1652324" y="1184034"/>
                  </a:lnTo>
                  <a:lnTo>
                    <a:pt x="1652959" y="1189429"/>
                  </a:lnTo>
                  <a:lnTo>
                    <a:pt x="1653276" y="1194823"/>
                  </a:lnTo>
                  <a:lnTo>
                    <a:pt x="1653276" y="1199900"/>
                  </a:lnTo>
                  <a:lnTo>
                    <a:pt x="1652641" y="1204978"/>
                  </a:lnTo>
                  <a:lnTo>
                    <a:pt x="1651689" y="1209738"/>
                  </a:lnTo>
                  <a:lnTo>
                    <a:pt x="1650419" y="1214498"/>
                  </a:lnTo>
                  <a:lnTo>
                    <a:pt x="1648515" y="1219257"/>
                  </a:lnTo>
                  <a:lnTo>
                    <a:pt x="1646293" y="1223700"/>
                  </a:lnTo>
                  <a:lnTo>
                    <a:pt x="1643118" y="1228143"/>
                  </a:lnTo>
                  <a:lnTo>
                    <a:pt x="1639944" y="1232585"/>
                  </a:lnTo>
                  <a:lnTo>
                    <a:pt x="1635817" y="1236393"/>
                  </a:lnTo>
                  <a:lnTo>
                    <a:pt x="1632643" y="1239566"/>
                  </a:lnTo>
                  <a:lnTo>
                    <a:pt x="1628834" y="1242422"/>
                  </a:lnTo>
                  <a:lnTo>
                    <a:pt x="1625342" y="1245278"/>
                  </a:lnTo>
                  <a:lnTo>
                    <a:pt x="1621216" y="1247817"/>
                  </a:lnTo>
                  <a:lnTo>
                    <a:pt x="1617089" y="1250356"/>
                  </a:lnTo>
                  <a:lnTo>
                    <a:pt x="1613280" y="1252260"/>
                  </a:lnTo>
                  <a:lnTo>
                    <a:pt x="1609153" y="1254163"/>
                  </a:lnTo>
                  <a:lnTo>
                    <a:pt x="1604709" y="1255750"/>
                  </a:lnTo>
                  <a:lnTo>
                    <a:pt x="1600583" y="1257654"/>
                  </a:lnTo>
                  <a:lnTo>
                    <a:pt x="1596139" y="1258923"/>
                  </a:lnTo>
                  <a:lnTo>
                    <a:pt x="1591377" y="1259875"/>
                  </a:lnTo>
                  <a:lnTo>
                    <a:pt x="1587251" y="1260827"/>
                  </a:lnTo>
                  <a:lnTo>
                    <a:pt x="1582489" y="1261462"/>
                  </a:lnTo>
                  <a:lnTo>
                    <a:pt x="1577411" y="1261779"/>
                  </a:lnTo>
                  <a:lnTo>
                    <a:pt x="1572649" y="1262097"/>
                  </a:lnTo>
                  <a:lnTo>
                    <a:pt x="1567888" y="1262414"/>
                  </a:lnTo>
                  <a:lnTo>
                    <a:pt x="1558047" y="1261779"/>
                  </a:lnTo>
                  <a:lnTo>
                    <a:pt x="1548842" y="1260827"/>
                  </a:lnTo>
                  <a:lnTo>
                    <a:pt x="1539319" y="1259241"/>
                  </a:lnTo>
                  <a:lnTo>
                    <a:pt x="1530113" y="1257337"/>
                  </a:lnTo>
                  <a:lnTo>
                    <a:pt x="1520591" y="1254481"/>
                  </a:lnTo>
                  <a:lnTo>
                    <a:pt x="1512020" y="1251308"/>
                  </a:lnTo>
                  <a:lnTo>
                    <a:pt x="1503449" y="1247817"/>
                  </a:lnTo>
                  <a:lnTo>
                    <a:pt x="1494879" y="1244326"/>
                  </a:lnTo>
                  <a:lnTo>
                    <a:pt x="1495196" y="1249086"/>
                  </a:lnTo>
                  <a:lnTo>
                    <a:pt x="1495196" y="1253846"/>
                  </a:lnTo>
                  <a:lnTo>
                    <a:pt x="1495196" y="1258923"/>
                  </a:lnTo>
                  <a:lnTo>
                    <a:pt x="1494879" y="1264001"/>
                  </a:lnTo>
                  <a:lnTo>
                    <a:pt x="1494244" y="1268443"/>
                  </a:lnTo>
                  <a:lnTo>
                    <a:pt x="1493292" y="1273520"/>
                  </a:lnTo>
                  <a:lnTo>
                    <a:pt x="1492022" y="1278280"/>
                  </a:lnTo>
                  <a:lnTo>
                    <a:pt x="1490752" y="1283040"/>
                  </a:lnTo>
                  <a:lnTo>
                    <a:pt x="1487895" y="1289387"/>
                  </a:lnTo>
                  <a:lnTo>
                    <a:pt x="1484721" y="1295099"/>
                  </a:lnTo>
                  <a:lnTo>
                    <a:pt x="1480912" y="1300493"/>
                  </a:lnTo>
                  <a:lnTo>
                    <a:pt x="1477103" y="1305571"/>
                  </a:lnTo>
                  <a:lnTo>
                    <a:pt x="1472024" y="1310330"/>
                  </a:lnTo>
                  <a:lnTo>
                    <a:pt x="1466945" y="1314456"/>
                  </a:lnTo>
                  <a:lnTo>
                    <a:pt x="1460914" y="1317946"/>
                  </a:lnTo>
                  <a:lnTo>
                    <a:pt x="1454883" y="1321120"/>
                  </a:lnTo>
                  <a:lnTo>
                    <a:pt x="1449486" y="1323024"/>
                  </a:lnTo>
                  <a:lnTo>
                    <a:pt x="1443773" y="1324293"/>
                  </a:lnTo>
                  <a:lnTo>
                    <a:pt x="1438059" y="1325245"/>
                  </a:lnTo>
                  <a:lnTo>
                    <a:pt x="1432028" y="1325562"/>
                  </a:lnTo>
                  <a:lnTo>
                    <a:pt x="1425679" y="1325245"/>
                  </a:lnTo>
                  <a:lnTo>
                    <a:pt x="1418696" y="1324293"/>
                  </a:lnTo>
                  <a:lnTo>
                    <a:pt x="1411395" y="1323024"/>
                  </a:lnTo>
                  <a:lnTo>
                    <a:pt x="1404094" y="1321120"/>
                  </a:lnTo>
                  <a:lnTo>
                    <a:pt x="1396793" y="1318581"/>
                  </a:lnTo>
                  <a:lnTo>
                    <a:pt x="1389175" y="1315725"/>
                  </a:lnTo>
                  <a:lnTo>
                    <a:pt x="1381239" y="1312234"/>
                  </a:lnTo>
                  <a:lnTo>
                    <a:pt x="1372669" y="1308744"/>
                  </a:lnTo>
                  <a:lnTo>
                    <a:pt x="1364733" y="1304619"/>
                  </a:lnTo>
                  <a:lnTo>
                    <a:pt x="1356480" y="1299859"/>
                  </a:lnTo>
                  <a:lnTo>
                    <a:pt x="1347909" y="1295416"/>
                  </a:lnTo>
                  <a:lnTo>
                    <a:pt x="1339338" y="1290656"/>
                  </a:lnTo>
                  <a:lnTo>
                    <a:pt x="1322515" y="1279867"/>
                  </a:lnTo>
                  <a:lnTo>
                    <a:pt x="1313888" y="1274172"/>
                  </a:lnTo>
                  <a:lnTo>
                    <a:pt x="1313614" y="1274446"/>
                  </a:lnTo>
                  <a:lnTo>
                    <a:pt x="1311077" y="1277303"/>
                  </a:lnTo>
                  <a:lnTo>
                    <a:pt x="1307590" y="1280796"/>
                  </a:lnTo>
                  <a:lnTo>
                    <a:pt x="1303151" y="1284923"/>
                  </a:lnTo>
                  <a:lnTo>
                    <a:pt x="1297761" y="1289368"/>
                  </a:lnTo>
                  <a:lnTo>
                    <a:pt x="1291737" y="1293496"/>
                  </a:lnTo>
                  <a:lnTo>
                    <a:pt x="1285079" y="1297623"/>
                  </a:lnTo>
                  <a:lnTo>
                    <a:pt x="1280957" y="1299211"/>
                  </a:lnTo>
                  <a:lnTo>
                    <a:pt x="1277469" y="1301116"/>
                  </a:lnTo>
                  <a:lnTo>
                    <a:pt x="1273348" y="1302703"/>
                  </a:lnTo>
                  <a:lnTo>
                    <a:pt x="1268909" y="1303973"/>
                  </a:lnTo>
                  <a:lnTo>
                    <a:pt x="1264787" y="1305243"/>
                  </a:lnTo>
                  <a:lnTo>
                    <a:pt x="1260348" y="1305878"/>
                  </a:lnTo>
                  <a:lnTo>
                    <a:pt x="1255592" y="1306513"/>
                  </a:lnTo>
                  <a:lnTo>
                    <a:pt x="1251154" y="1306513"/>
                  </a:lnTo>
                  <a:lnTo>
                    <a:pt x="1246081" y="1306513"/>
                  </a:lnTo>
                  <a:lnTo>
                    <a:pt x="1241008" y="1306196"/>
                  </a:lnTo>
                  <a:lnTo>
                    <a:pt x="1235935" y="1305243"/>
                  </a:lnTo>
                  <a:lnTo>
                    <a:pt x="1230545" y="1303973"/>
                  </a:lnTo>
                  <a:lnTo>
                    <a:pt x="1225472" y="1302068"/>
                  </a:lnTo>
                  <a:lnTo>
                    <a:pt x="1220082" y="1299528"/>
                  </a:lnTo>
                  <a:lnTo>
                    <a:pt x="1214692" y="1296671"/>
                  </a:lnTo>
                  <a:lnTo>
                    <a:pt x="1208985" y="1293178"/>
                  </a:lnTo>
                  <a:lnTo>
                    <a:pt x="1201693" y="1287781"/>
                  </a:lnTo>
                  <a:lnTo>
                    <a:pt x="1195352" y="1283018"/>
                  </a:lnTo>
                  <a:lnTo>
                    <a:pt x="1189645" y="1277621"/>
                  </a:lnTo>
                  <a:lnTo>
                    <a:pt x="1184889" y="1272223"/>
                  </a:lnTo>
                  <a:lnTo>
                    <a:pt x="1180767" y="1266508"/>
                  </a:lnTo>
                  <a:lnTo>
                    <a:pt x="1177279" y="1261111"/>
                  </a:lnTo>
                  <a:lnTo>
                    <a:pt x="1174743" y="1255713"/>
                  </a:lnTo>
                  <a:lnTo>
                    <a:pt x="1172523" y="1250633"/>
                  </a:lnTo>
                  <a:lnTo>
                    <a:pt x="1171255" y="1245235"/>
                  </a:lnTo>
                  <a:lnTo>
                    <a:pt x="1170304" y="1239838"/>
                  </a:lnTo>
                  <a:lnTo>
                    <a:pt x="1169987" y="1234758"/>
                  </a:lnTo>
                  <a:lnTo>
                    <a:pt x="1169987" y="1229678"/>
                  </a:lnTo>
                  <a:lnTo>
                    <a:pt x="1170304" y="1224915"/>
                  </a:lnTo>
                  <a:lnTo>
                    <a:pt x="1170938" y="1219835"/>
                  </a:lnTo>
                  <a:lnTo>
                    <a:pt x="1172206" y="1215073"/>
                  </a:lnTo>
                  <a:lnTo>
                    <a:pt x="1173792" y="1210310"/>
                  </a:lnTo>
                  <a:lnTo>
                    <a:pt x="1175377" y="1206183"/>
                  </a:lnTo>
                  <a:lnTo>
                    <a:pt x="1177279" y="1201738"/>
                  </a:lnTo>
                  <a:lnTo>
                    <a:pt x="1179182" y="1197610"/>
                  </a:lnTo>
                  <a:lnTo>
                    <a:pt x="1181401" y="1193800"/>
                  </a:lnTo>
                  <a:lnTo>
                    <a:pt x="1185523" y="1186815"/>
                  </a:lnTo>
                  <a:lnTo>
                    <a:pt x="1188434" y="1183124"/>
                  </a:lnTo>
                  <a:lnTo>
                    <a:pt x="1179671" y="1178640"/>
                  </a:lnTo>
                  <a:lnTo>
                    <a:pt x="1146133" y="1161542"/>
                  </a:lnTo>
                  <a:lnTo>
                    <a:pt x="1139156" y="1169987"/>
                  </a:lnTo>
                  <a:lnTo>
                    <a:pt x="1130294" y="1180465"/>
                  </a:lnTo>
                  <a:lnTo>
                    <a:pt x="1122064" y="1189990"/>
                  </a:lnTo>
                  <a:lnTo>
                    <a:pt x="1113517" y="1198563"/>
                  </a:lnTo>
                  <a:lnTo>
                    <a:pt x="1105921" y="1206183"/>
                  </a:lnTo>
                  <a:lnTo>
                    <a:pt x="1098957" y="1212533"/>
                  </a:lnTo>
                  <a:lnTo>
                    <a:pt x="1092943" y="1217930"/>
                  </a:lnTo>
                  <a:lnTo>
                    <a:pt x="1087562" y="1221740"/>
                  </a:lnTo>
                  <a:lnTo>
                    <a:pt x="1068253" y="1234440"/>
                  </a:lnTo>
                  <a:lnTo>
                    <a:pt x="1058441" y="1240790"/>
                  </a:lnTo>
                  <a:lnTo>
                    <a:pt x="1048629" y="1246505"/>
                  </a:lnTo>
                  <a:lnTo>
                    <a:pt x="1038816" y="1251585"/>
                  </a:lnTo>
                  <a:lnTo>
                    <a:pt x="1033752" y="1253808"/>
                  </a:lnTo>
                  <a:lnTo>
                    <a:pt x="1028371" y="1256030"/>
                  </a:lnTo>
                  <a:lnTo>
                    <a:pt x="1023306" y="1257300"/>
                  </a:lnTo>
                  <a:lnTo>
                    <a:pt x="1018242" y="1258570"/>
                  </a:lnTo>
                  <a:lnTo>
                    <a:pt x="1013494" y="1259523"/>
                  </a:lnTo>
                  <a:lnTo>
                    <a:pt x="1008429" y="1260158"/>
                  </a:lnTo>
                  <a:lnTo>
                    <a:pt x="1003048" y="1260475"/>
                  </a:lnTo>
                  <a:lnTo>
                    <a:pt x="997984" y="1260158"/>
                  </a:lnTo>
                  <a:lnTo>
                    <a:pt x="992603" y="1259523"/>
                  </a:lnTo>
                  <a:lnTo>
                    <a:pt x="987855" y="1258253"/>
                  </a:lnTo>
                  <a:lnTo>
                    <a:pt x="982790" y="1256665"/>
                  </a:lnTo>
                  <a:lnTo>
                    <a:pt x="977409" y="1254443"/>
                  </a:lnTo>
                  <a:lnTo>
                    <a:pt x="972345" y="1251585"/>
                  </a:lnTo>
                  <a:lnTo>
                    <a:pt x="966964" y="1248093"/>
                  </a:lnTo>
                  <a:lnTo>
                    <a:pt x="961899" y="1244283"/>
                  </a:lnTo>
                  <a:lnTo>
                    <a:pt x="956835" y="1239520"/>
                  </a:lnTo>
                  <a:lnTo>
                    <a:pt x="951454" y="1234123"/>
                  </a:lnTo>
                  <a:lnTo>
                    <a:pt x="946389" y="1228090"/>
                  </a:lnTo>
                  <a:lnTo>
                    <a:pt x="941008" y="1221105"/>
                  </a:lnTo>
                  <a:lnTo>
                    <a:pt x="935943" y="1213485"/>
                  </a:lnTo>
                  <a:lnTo>
                    <a:pt x="930879" y="1205230"/>
                  </a:lnTo>
                  <a:lnTo>
                    <a:pt x="925498" y="1196023"/>
                  </a:lnTo>
                  <a:lnTo>
                    <a:pt x="923915" y="1192530"/>
                  </a:lnTo>
                  <a:lnTo>
                    <a:pt x="922333" y="1188720"/>
                  </a:lnTo>
                  <a:lnTo>
                    <a:pt x="921700" y="1184593"/>
                  </a:lnTo>
                  <a:lnTo>
                    <a:pt x="921067" y="1180783"/>
                  </a:lnTo>
                  <a:lnTo>
                    <a:pt x="920750" y="1176655"/>
                  </a:lnTo>
                  <a:lnTo>
                    <a:pt x="921067" y="1172845"/>
                  </a:lnTo>
                  <a:lnTo>
                    <a:pt x="921700" y="1168400"/>
                  </a:lnTo>
                  <a:lnTo>
                    <a:pt x="922333" y="1163955"/>
                  </a:lnTo>
                  <a:lnTo>
                    <a:pt x="923915" y="1159510"/>
                  </a:lnTo>
                  <a:lnTo>
                    <a:pt x="925181" y="1155065"/>
                  </a:lnTo>
                  <a:lnTo>
                    <a:pt x="926764" y="1150302"/>
                  </a:lnTo>
                  <a:lnTo>
                    <a:pt x="928980" y="1145540"/>
                  </a:lnTo>
                  <a:lnTo>
                    <a:pt x="931512" y="1140777"/>
                  </a:lnTo>
                  <a:lnTo>
                    <a:pt x="933728" y="1136015"/>
                  </a:lnTo>
                  <a:lnTo>
                    <a:pt x="939742" y="1126172"/>
                  </a:lnTo>
                  <a:lnTo>
                    <a:pt x="946389" y="1116330"/>
                  </a:lnTo>
                  <a:lnTo>
                    <a:pt x="953986" y="1106170"/>
                  </a:lnTo>
                  <a:lnTo>
                    <a:pt x="962532" y="1096010"/>
                  </a:lnTo>
                  <a:lnTo>
                    <a:pt x="971078" y="1085850"/>
                  </a:lnTo>
                  <a:lnTo>
                    <a:pt x="980258" y="1075690"/>
                  </a:lnTo>
                  <a:lnTo>
                    <a:pt x="981263" y="1074682"/>
                  </a:lnTo>
                  <a:lnTo>
                    <a:pt x="961294" y="1063855"/>
                  </a:lnTo>
                  <a:lnTo>
                    <a:pt x="958295" y="1066735"/>
                  </a:lnTo>
                  <a:lnTo>
                    <a:pt x="950387" y="1074331"/>
                  </a:lnTo>
                  <a:lnTo>
                    <a:pt x="942480" y="1081610"/>
                  </a:lnTo>
                  <a:lnTo>
                    <a:pt x="934256" y="1088889"/>
                  </a:lnTo>
                  <a:lnTo>
                    <a:pt x="926032" y="1095535"/>
                  </a:lnTo>
                  <a:lnTo>
                    <a:pt x="917808" y="1102181"/>
                  </a:lnTo>
                  <a:lnTo>
                    <a:pt x="909900" y="1108194"/>
                  </a:lnTo>
                  <a:lnTo>
                    <a:pt x="901360" y="1113890"/>
                  </a:lnTo>
                  <a:lnTo>
                    <a:pt x="893452" y="1119270"/>
                  </a:lnTo>
                  <a:lnTo>
                    <a:pt x="885545" y="1124334"/>
                  </a:lnTo>
                  <a:lnTo>
                    <a:pt x="877637" y="1128764"/>
                  </a:lnTo>
                  <a:lnTo>
                    <a:pt x="869413" y="1132562"/>
                  </a:lnTo>
                  <a:lnTo>
                    <a:pt x="861822" y="1136360"/>
                  </a:lnTo>
                  <a:lnTo>
                    <a:pt x="854546" y="1139208"/>
                  </a:lnTo>
                  <a:lnTo>
                    <a:pt x="847271" y="1141740"/>
                  </a:lnTo>
                  <a:lnTo>
                    <a:pt x="840313" y="1143322"/>
                  </a:lnTo>
                  <a:lnTo>
                    <a:pt x="833354" y="1144272"/>
                  </a:lnTo>
                  <a:lnTo>
                    <a:pt x="826712" y="1144588"/>
                  </a:lnTo>
                  <a:lnTo>
                    <a:pt x="820385" y="1144588"/>
                  </a:lnTo>
                  <a:lnTo>
                    <a:pt x="814059" y="1143955"/>
                  </a:lnTo>
                  <a:lnTo>
                    <a:pt x="808049" y="1143322"/>
                  </a:lnTo>
                  <a:lnTo>
                    <a:pt x="801723" y="1142056"/>
                  </a:lnTo>
                  <a:lnTo>
                    <a:pt x="795713" y="1140790"/>
                  </a:lnTo>
                  <a:lnTo>
                    <a:pt x="790020" y="1138575"/>
                  </a:lnTo>
                  <a:lnTo>
                    <a:pt x="784326" y="1136676"/>
                  </a:lnTo>
                  <a:lnTo>
                    <a:pt x="778633" y="1134461"/>
                  </a:lnTo>
                  <a:lnTo>
                    <a:pt x="773256" y="1131929"/>
                  </a:lnTo>
                  <a:lnTo>
                    <a:pt x="768511" y="1129081"/>
                  </a:lnTo>
                  <a:lnTo>
                    <a:pt x="763450" y="1125916"/>
                  </a:lnTo>
                  <a:lnTo>
                    <a:pt x="758706" y="1123068"/>
                  </a:lnTo>
                  <a:lnTo>
                    <a:pt x="753961" y="1119270"/>
                  </a:lnTo>
                  <a:lnTo>
                    <a:pt x="750165" y="1115789"/>
                  </a:lnTo>
                  <a:lnTo>
                    <a:pt x="746053" y="1111991"/>
                  </a:lnTo>
                  <a:lnTo>
                    <a:pt x="742890" y="1108194"/>
                  </a:lnTo>
                  <a:lnTo>
                    <a:pt x="739411" y="1103763"/>
                  </a:lnTo>
                  <a:lnTo>
                    <a:pt x="736564" y="1099332"/>
                  </a:lnTo>
                  <a:lnTo>
                    <a:pt x="734034" y="1095218"/>
                  </a:lnTo>
                  <a:lnTo>
                    <a:pt x="731820" y="1090471"/>
                  </a:lnTo>
                  <a:lnTo>
                    <a:pt x="730238" y="1085724"/>
                  </a:lnTo>
                  <a:lnTo>
                    <a:pt x="728657" y="1080660"/>
                  </a:lnTo>
                  <a:lnTo>
                    <a:pt x="727708" y="1076230"/>
                  </a:lnTo>
                  <a:lnTo>
                    <a:pt x="727391" y="1071166"/>
                  </a:lnTo>
                  <a:lnTo>
                    <a:pt x="727075" y="1065786"/>
                  </a:lnTo>
                  <a:lnTo>
                    <a:pt x="727708" y="1060722"/>
                  </a:lnTo>
                  <a:lnTo>
                    <a:pt x="728657" y="1055659"/>
                  </a:lnTo>
                  <a:lnTo>
                    <a:pt x="730238" y="1050595"/>
                  </a:lnTo>
                  <a:lnTo>
                    <a:pt x="732136" y="1045215"/>
                  </a:lnTo>
                  <a:lnTo>
                    <a:pt x="734666" y="1040152"/>
                  </a:lnTo>
                  <a:lnTo>
                    <a:pt x="737829" y="1034772"/>
                  </a:lnTo>
                  <a:lnTo>
                    <a:pt x="741309" y="1029392"/>
                  </a:lnTo>
                  <a:lnTo>
                    <a:pt x="758389" y="1006922"/>
                  </a:lnTo>
                  <a:lnTo>
                    <a:pt x="767562" y="994579"/>
                  </a:lnTo>
                  <a:lnTo>
                    <a:pt x="777368" y="981920"/>
                  </a:lnTo>
                  <a:lnTo>
                    <a:pt x="788122" y="968628"/>
                  </a:lnTo>
                  <a:lnTo>
                    <a:pt x="790242" y="966009"/>
                  </a:lnTo>
                  <a:lnTo>
                    <a:pt x="789233" y="965395"/>
                  </a:lnTo>
                  <a:lnTo>
                    <a:pt x="776219" y="957145"/>
                  </a:lnTo>
                  <a:lnTo>
                    <a:pt x="763839" y="949211"/>
                  </a:lnTo>
                  <a:lnTo>
                    <a:pt x="760189" y="946743"/>
                  </a:lnTo>
                  <a:lnTo>
                    <a:pt x="757399" y="948372"/>
                  </a:lnTo>
                  <a:lnTo>
                    <a:pt x="753277" y="949960"/>
                  </a:lnTo>
                  <a:lnTo>
                    <a:pt x="749473" y="951547"/>
                  </a:lnTo>
                  <a:lnTo>
                    <a:pt x="745351" y="952817"/>
                  </a:lnTo>
                  <a:lnTo>
                    <a:pt x="740912" y="954087"/>
                  </a:lnTo>
                  <a:lnTo>
                    <a:pt x="736473" y="955040"/>
                  </a:lnTo>
                  <a:lnTo>
                    <a:pt x="732035" y="955357"/>
                  </a:lnTo>
                  <a:lnTo>
                    <a:pt x="726962" y="955675"/>
                  </a:lnTo>
                  <a:lnTo>
                    <a:pt x="722206" y="955675"/>
                  </a:lnTo>
                  <a:lnTo>
                    <a:pt x="717450" y="955040"/>
                  </a:lnTo>
                  <a:lnTo>
                    <a:pt x="712377" y="954087"/>
                  </a:lnTo>
                  <a:lnTo>
                    <a:pt x="706987" y="952500"/>
                  </a:lnTo>
                  <a:lnTo>
                    <a:pt x="701597" y="950912"/>
                  </a:lnTo>
                  <a:lnTo>
                    <a:pt x="696207" y="948690"/>
                  </a:lnTo>
                  <a:lnTo>
                    <a:pt x="690817" y="945515"/>
                  </a:lnTo>
                  <a:lnTo>
                    <a:pt x="685427" y="942340"/>
                  </a:lnTo>
                  <a:lnTo>
                    <a:pt x="678135" y="936942"/>
                  </a:lnTo>
                  <a:lnTo>
                    <a:pt x="671477" y="931545"/>
                  </a:lnTo>
                  <a:lnTo>
                    <a:pt x="666087" y="926147"/>
                  </a:lnTo>
                  <a:lnTo>
                    <a:pt x="661014" y="920750"/>
                  </a:lnTo>
                  <a:lnTo>
                    <a:pt x="656892" y="915670"/>
                  </a:lnTo>
                  <a:lnTo>
                    <a:pt x="653721" y="910272"/>
                  </a:lnTo>
                  <a:lnTo>
                    <a:pt x="650868" y="904875"/>
                  </a:lnTo>
                  <a:lnTo>
                    <a:pt x="648966" y="899477"/>
                  </a:lnTo>
                  <a:lnTo>
                    <a:pt x="647380" y="894080"/>
                  </a:lnTo>
                  <a:lnTo>
                    <a:pt x="646746" y="889000"/>
                  </a:lnTo>
                  <a:lnTo>
                    <a:pt x="646112" y="883920"/>
                  </a:lnTo>
                  <a:lnTo>
                    <a:pt x="646112" y="878522"/>
                  </a:lnTo>
                  <a:lnTo>
                    <a:pt x="646746" y="873442"/>
                  </a:lnTo>
                  <a:lnTo>
                    <a:pt x="647380" y="868680"/>
                  </a:lnTo>
                  <a:lnTo>
                    <a:pt x="648039" y="865599"/>
                  </a:lnTo>
                  <a:lnTo>
                    <a:pt x="643850" y="862581"/>
                  </a:lnTo>
                  <a:lnTo>
                    <a:pt x="605442" y="834021"/>
                  </a:lnTo>
                  <a:lnTo>
                    <a:pt x="588300" y="821011"/>
                  </a:lnTo>
                  <a:lnTo>
                    <a:pt x="571794" y="808318"/>
                  </a:lnTo>
                  <a:lnTo>
                    <a:pt x="557192" y="796260"/>
                  </a:lnTo>
                  <a:lnTo>
                    <a:pt x="543225" y="784836"/>
                  </a:lnTo>
                  <a:lnTo>
                    <a:pt x="530846" y="774047"/>
                  </a:lnTo>
                  <a:lnTo>
                    <a:pt x="519736" y="763575"/>
                  </a:lnTo>
                  <a:lnTo>
                    <a:pt x="509578" y="753738"/>
                  </a:lnTo>
                  <a:lnTo>
                    <a:pt x="501325" y="744535"/>
                  </a:lnTo>
                  <a:lnTo>
                    <a:pt x="497516" y="739775"/>
                  </a:lnTo>
                  <a:lnTo>
                    <a:pt x="494341" y="735650"/>
                  </a:lnTo>
                  <a:lnTo>
                    <a:pt x="491484" y="731207"/>
                  </a:lnTo>
                  <a:lnTo>
                    <a:pt x="488627" y="727082"/>
                  </a:lnTo>
                  <a:lnTo>
                    <a:pt x="486405" y="723274"/>
                  </a:lnTo>
                  <a:lnTo>
                    <a:pt x="484183" y="719149"/>
                  </a:lnTo>
                  <a:lnTo>
                    <a:pt x="482596" y="715024"/>
                  </a:lnTo>
                  <a:lnTo>
                    <a:pt x="481327" y="711533"/>
                  </a:lnTo>
                  <a:lnTo>
                    <a:pt x="478152" y="699475"/>
                  </a:lnTo>
                  <a:lnTo>
                    <a:pt x="475613" y="687099"/>
                  </a:lnTo>
                  <a:lnTo>
                    <a:pt x="473391" y="675040"/>
                  </a:lnTo>
                  <a:lnTo>
                    <a:pt x="471169" y="662982"/>
                  </a:lnTo>
                  <a:lnTo>
                    <a:pt x="469899" y="650606"/>
                  </a:lnTo>
                  <a:lnTo>
                    <a:pt x="468947" y="638865"/>
                  </a:lnTo>
                  <a:lnTo>
                    <a:pt x="468312" y="626807"/>
                  </a:lnTo>
                  <a:lnTo>
                    <a:pt x="468312" y="614431"/>
                  </a:lnTo>
                  <a:lnTo>
                    <a:pt x="468629" y="602372"/>
                  </a:lnTo>
                  <a:lnTo>
                    <a:pt x="469264" y="589997"/>
                  </a:lnTo>
                  <a:lnTo>
                    <a:pt x="470217" y="577938"/>
                  </a:lnTo>
                  <a:lnTo>
                    <a:pt x="471804" y="565562"/>
                  </a:lnTo>
                  <a:lnTo>
                    <a:pt x="474026" y="553504"/>
                  </a:lnTo>
                  <a:lnTo>
                    <a:pt x="476248" y="541446"/>
                  </a:lnTo>
                  <a:lnTo>
                    <a:pt x="479422" y="529704"/>
                  </a:lnTo>
                  <a:lnTo>
                    <a:pt x="482596" y="517329"/>
                  </a:lnTo>
                  <a:lnTo>
                    <a:pt x="486405" y="505270"/>
                  </a:lnTo>
                  <a:lnTo>
                    <a:pt x="490215" y="493212"/>
                  </a:lnTo>
                  <a:lnTo>
                    <a:pt x="494976" y="481153"/>
                  </a:lnTo>
                  <a:lnTo>
                    <a:pt x="500055" y="469412"/>
                  </a:lnTo>
                  <a:lnTo>
                    <a:pt x="505451" y="457354"/>
                  </a:lnTo>
                  <a:lnTo>
                    <a:pt x="511482" y="445613"/>
                  </a:lnTo>
                  <a:lnTo>
                    <a:pt x="517831" y="433871"/>
                  </a:lnTo>
                  <a:lnTo>
                    <a:pt x="524497" y="421813"/>
                  </a:lnTo>
                  <a:lnTo>
                    <a:pt x="531480" y="410072"/>
                  </a:lnTo>
                  <a:lnTo>
                    <a:pt x="539099" y="398331"/>
                  </a:lnTo>
                  <a:lnTo>
                    <a:pt x="547035" y="386590"/>
                  </a:lnTo>
                  <a:lnTo>
                    <a:pt x="555288" y="375166"/>
                  </a:lnTo>
                  <a:lnTo>
                    <a:pt x="564176" y="363742"/>
                  </a:lnTo>
                  <a:lnTo>
                    <a:pt x="573064" y="352001"/>
                  </a:lnTo>
                  <a:lnTo>
                    <a:pt x="582904" y="340577"/>
                  </a:lnTo>
                  <a:lnTo>
                    <a:pt x="592744" y="329153"/>
                  </a:lnTo>
                  <a:lnTo>
                    <a:pt x="608298" y="312970"/>
                  </a:lnTo>
                  <a:lnTo>
                    <a:pt x="623535" y="297738"/>
                  </a:lnTo>
                  <a:lnTo>
                    <a:pt x="638454" y="282824"/>
                  </a:lnTo>
                  <a:lnTo>
                    <a:pt x="653691" y="269496"/>
                  </a:lnTo>
                  <a:lnTo>
                    <a:pt x="668293" y="256803"/>
                  </a:lnTo>
                  <a:lnTo>
                    <a:pt x="682577" y="245062"/>
                  </a:lnTo>
                  <a:lnTo>
                    <a:pt x="695909" y="234590"/>
                  </a:lnTo>
                  <a:lnTo>
                    <a:pt x="708924" y="224753"/>
                  </a:lnTo>
                  <a:lnTo>
                    <a:pt x="720668" y="216502"/>
                  </a:lnTo>
                  <a:lnTo>
                    <a:pt x="731778" y="208886"/>
                  </a:lnTo>
                  <a:lnTo>
                    <a:pt x="749872" y="196828"/>
                  </a:lnTo>
                  <a:lnTo>
                    <a:pt x="762252" y="189212"/>
                  </a:lnTo>
                  <a:lnTo>
                    <a:pt x="767013" y="186039"/>
                  </a:lnTo>
                  <a:lnTo>
                    <a:pt x="769870" y="184769"/>
                  </a:lnTo>
                  <a:lnTo>
                    <a:pt x="772727" y="183817"/>
                  </a:lnTo>
                  <a:lnTo>
                    <a:pt x="775584" y="183183"/>
                  </a:lnTo>
                  <a:lnTo>
                    <a:pt x="778441" y="182865"/>
                  </a:lnTo>
                  <a:lnTo>
                    <a:pt x="1214906" y="157162"/>
                  </a:lnTo>
                  <a:close/>
                  <a:moveTo>
                    <a:pt x="2261552" y="58737"/>
                  </a:moveTo>
                  <a:lnTo>
                    <a:pt x="2505075" y="597852"/>
                  </a:lnTo>
                  <a:lnTo>
                    <a:pt x="2166937" y="725487"/>
                  </a:lnTo>
                  <a:lnTo>
                    <a:pt x="2163762" y="705484"/>
                  </a:lnTo>
                  <a:lnTo>
                    <a:pt x="2160587" y="685799"/>
                  </a:lnTo>
                  <a:lnTo>
                    <a:pt x="2157095" y="666749"/>
                  </a:lnTo>
                  <a:lnTo>
                    <a:pt x="2153602" y="647699"/>
                  </a:lnTo>
                  <a:lnTo>
                    <a:pt x="2149475" y="629284"/>
                  </a:lnTo>
                  <a:lnTo>
                    <a:pt x="2145030" y="611504"/>
                  </a:lnTo>
                  <a:lnTo>
                    <a:pt x="2140902" y="594359"/>
                  </a:lnTo>
                  <a:lnTo>
                    <a:pt x="2136140" y="577214"/>
                  </a:lnTo>
                  <a:lnTo>
                    <a:pt x="2131060" y="560387"/>
                  </a:lnTo>
                  <a:lnTo>
                    <a:pt x="2126297" y="544512"/>
                  </a:lnTo>
                  <a:lnTo>
                    <a:pt x="2121217" y="528954"/>
                  </a:lnTo>
                  <a:lnTo>
                    <a:pt x="2115820" y="513397"/>
                  </a:lnTo>
                  <a:lnTo>
                    <a:pt x="2110105" y="498792"/>
                  </a:lnTo>
                  <a:lnTo>
                    <a:pt x="2104707" y="484187"/>
                  </a:lnTo>
                  <a:lnTo>
                    <a:pt x="2098675" y="469899"/>
                  </a:lnTo>
                  <a:lnTo>
                    <a:pt x="2092960" y="456564"/>
                  </a:lnTo>
                  <a:lnTo>
                    <a:pt x="2086927" y="443229"/>
                  </a:lnTo>
                  <a:lnTo>
                    <a:pt x="2080577" y="430212"/>
                  </a:lnTo>
                  <a:lnTo>
                    <a:pt x="2074862" y="417829"/>
                  </a:lnTo>
                  <a:lnTo>
                    <a:pt x="2068512" y="405764"/>
                  </a:lnTo>
                  <a:lnTo>
                    <a:pt x="2062162" y="394334"/>
                  </a:lnTo>
                  <a:lnTo>
                    <a:pt x="2055812" y="382904"/>
                  </a:lnTo>
                  <a:lnTo>
                    <a:pt x="2049145" y="371792"/>
                  </a:lnTo>
                  <a:lnTo>
                    <a:pt x="2042795" y="361314"/>
                  </a:lnTo>
                  <a:lnTo>
                    <a:pt x="2036127" y="350837"/>
                  </a:lnTo>
                  <a:lnTo>
                    <a:pt x="2029142" y="340994"/>
                  </a:lnTo>
                  <a:lnTo>
                    <a:pt x="2022792" y="331469"/>
                  </a:lnTo>
                  <a:lnTo>
                    <a:pt x="2016125" y="321944"/>
                  </a:lnTo>
                  <a:lnTo>
                    <a:pt x="2002790" y="304799"/>
                  </a:lnTo>
                  <a:lnTo>
                    <a:pt x="1989772" y="288607"/>
                  </a:lnTo>
                  <a:lnTo>
                    <a:pt x="1977072" y="273684"/>
                  </a:lnTo>
                  <a:lnTo>
                    <a:pt x="1964372" y="260349"/>
                  </a:lnTo>
                  <a:lnTo>
                    <a:pt x="1951990" y="247967"/>
                  </a:lnTo>
                  <a:lnTo>
                    <a:pt x="1940242" y="236537"/>
                  </a:lnTo>
                  <a:lnTo>
                    <a:pt x="1928812" y="226377"/>
                  </a:lnTo>
                  <a:lnTo>
                    <a:pt x="1918017" y="217169"/>
                  </a:lnTo>
                  <a:lnTo>
                    <a:pt x="1907857" y="209232"/>
                  </a:lnTo>
                  <a:lnTo>
                    <a:pt x="1898332" y="202247"/>
                  </a:lnTo>
                  <a:lnTo>
                    <a:pt x="1889760" y="196214"/>
                  </a:lnTo>
                  <a:lnTo>
                    <a:pt x="1882140" y="191134"/>
                  </a:lnTo>
                  <a:lnTo>
                    <a:pt x="1875472" y="187007"/>
                  </a:lnTo>
                  <a:lnTo>
                    <a:pt x="1869757" y="183514"/>
                  </a:lnTo>
                  <a:lnTo>
                    <a:pt x="1861502" y="179387"/>
                  </a:lnTo>
                  <a:lnTo>
                    <a:pt x="1858962" y="177799"/>
                  </a:lnTo>
                  <a:lnTo>
                    <a:pt x="2261552" y="58737"/>
                  </a:lnTo>
                  <a:close/>
                  <a:moveTo>
                    <a:pt x="371173" y="0"/>
                  </a:moveTo>
                  <a:lnTo>
                    <a:pt x="708025" y="151447"/>
                  </a:lnTo>
                  <a:lnTo>
                    <a:pt x="701351" y="153352"/>
                  </a:lnTo>
                  <a:lnTo>
                    <a:pt x="693089" y="155892"/>
                  </a:lnTo>
                  <a:lnTo>
                    <a:pt x="682284" y="159702"/>
                  </a:lnTo>
                  <a:lnTo>
                    <a:pt x="668937" y="165100"/>
                  </a:lnTo>
                  <a:lnTo>
                    <a:pt x="653366" y="172085"/>
                  </a:lnTo>
                  <a:lnTo>
                    <a:pt x="644468" y="176212"/>
                  </a:lnTo>
                  <a:lnTo>
                    <a:pt x="635570" y="180657"/>
                  </a:lnTo>
                  <a:lnTo>
                    <a:pt x="626354" y="186055"/>
                  </a:lnTo>
                  <a:lnTo>
                    <a:pt x="616185" y="191770"/>
                  </a:lnTo>
                  <a:lnTo>
                    <a:pt x="606016" y="198120"/>
                  </a:lnTo>
                  <a:lnTo>
                    <a:pt x="595529" y="204787"/>
                  </a:lnTo>
                  <a:lnTo>
                    <a:pt x="584724" y="212090"/>
                  </a:lnTo>
                  <a:lnTo>
                    <a:pt x="573602" y="220345"/>
                  </a:lnTo>
                  <a:lnTo>
                    <a:pt x="562479" y="228917"/>
                  </a:lnTo>
                  <a:lnTo>
                    <a:pt x="550721" y="237807"/>
                  </a:lnTo>
                  <a:lnTo>
                    <a:pt x="538963" y="247967"/>
                  </a:lnTo>
                  <a:lnTo>
                    <a:pt x="527205" y="258445"/>
                  </a:lnTo>
                  <a:lnTo>
                    <a:pt x="515129" y="269875"/>
                  </a:lnTo>
                  <a:lnTo>
                    <a:pt x="503054" y="281940"/>
                  </a:lnTo>
                  <a:lnTo>
                    <a:pt x="491296" y="294640"/>
                  </a:lnTo>
                  <a:lnTo>
                    <a:pt x="479220" y="308292"/>
                  </a:lnTo>
                  <a:lnTo>
                    <a:pt x="467462" y="322580"/>
                  </a:lnTo>
                  <a:lnTo>
                    <a:pt x="455386" y="337820"/>
                  </a:lnTo>
                  <a:lnTo>
                    <a:pt x="443628" y="353695"/>
                  </a:lnTo>
                  <a:lnTo>
                    <a:pt x="431870" y="370840"/>
                  </a:lnTo>
                  <a:lnTo>
                    <a:pt x="427421" y="378142"/>
                  </a:lnTo>
                  <a:lnTo>
                    <a:pt x="422654" y="385445"/>
                  </a:lnTo>
                  <a:lnTo>
                    <a:pt x="418205" y="392747"/>
                  </a:lnTo>
                  <a:lnTo>
                    <a:pt x="414392" y="400050"/>
                  </a:lnTo>
                  <a:lnTo>
                    <a:pt x="406447" y="415290"/>
                  </a:lnTo>
                  <a:lnTo>
                    <a:pt x="399774" y="430530"/>
                  </a:lnTo>
                  <a:lnTo>
                    <a:pt x="393418" y="446087"/>
                  </a:lnTo>
                  <a:lnTo>
                    <a:pt x="388015" y="461327"/>
                  </a:lnTo>
                  <a:lnTo>
                    <a:pt x="383249" y="476567"/>
                  </a:lnTo>
                  <a:lnTo>
                    <a:pt x="378800" y="492125"/>
                  </a:lnTo>
                  <a:lnTo>
                    <a:pt x="375304" y="507365"/>
                  </a:lnTo>
                  <a:lnTo>
                    <a:pt x="371808" y="522287"/>
                  </a:lnTo>
                  <a:lnTo>
                    <a:pt x="369266" y="537527"/>
                  </a:lnTo>
                  <a:lnTo>
                    <a:pt x="366724" y="552132"/>
                  </a:lnTo>
                  <a:lnTo>
                    <a:pt x="365135" y="566737"/>
                  </a:lnTo>
                  <a:lnTo>
                    <a:pt x="363864" y="581025"/>
                  </a:lnTo>
                  <a:lnTo>
                    <a:pt x="362910" y="594995"/>
                  </a:lnTo>
                  <a:lnTo>
                    <a:pt x="362275" y="608330"/>
                  </a:lnTo>
                  <a:lnTo>
                    <a:pt x="361322" y="621347"/>
                  </a:lnTo>
                  <a:lnTo>
                    <a:pt x="361322" y="633730"/>
                  </a:lnTo>
                  <a:lnTo>
                    <a:pt x="361322" y="645795"/>
                  </a:lnTo>
                  <a:lnTo>
                    <a:pt x="361957" y="656907"/>
                  </a:lnTo>
                  <a:lnTo>
                    <a:pt x="363228" y="678180"/>
                  </a:lnTo>
                  <a:lnTo>
                    <a:pt x="364499" y="695642"/>
                  </a:lnTo>
                  <a:lnTo>
                    <a:pt x="366088" y="710247"/>
                  </a:lnTo>
                  <a:lnTo>
                    <a:pt x="367359" y="721042"/>
                  </a:lnTo>
                  <a:lnTo>
                    <a:pt x="369266" y="730250"/>
                  </a:lnTo>
                  <a:lnTo>
                    <a:pt x="0" y="553720"/>
                  </a:lnTo>
                  <a:lnTo>
                    <a:pt x="371173"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0" name="原创设计师QQ598969553        _19"/>
            <p:cNvSpPr/>
            <p:nvPr/>
          </p:nvSpPr>
          <p:spPr>
            <a:xfrm>
              <a:off x="3593462" y="3195436"/>
              <a:ext cx="5025674" cy="629065"/>
            </a:xfrm>
            <a:prstGeom prst="roundRect">
              <a:avLst>
                <a:gd name="adj" fmla="val 50000"/>
              </a:avLst>
            </a:prstGeom>
            <a:solidFill>
              <a:schemeClr val="accent1"/>
            </a:solidFill>
            <a:ln w="12700" cap="flat" cmpd="sng" algn="ctr">
              <a:gradFill flip="none" rotWithShape="1">
                <a:gsLst>
                  <a:gs pos="0">
                    <a:srgbClr val="BE309C">
                      <a:lumMod val="5000"/>
                      <a:lumOff val="95000"/>
                    </a:srgbClr>
                  </a:gs>
                  <a:gs pos="100000">
                    <a:sysClr val="window" lastClr="FFFFFF">
                      <a:lumMod val="65000"/>
                    </a:sysClr>
                  </a:gs>
                </a:gsLst>
                <a:lin ang="13500000" scaled="1"/>
                <a:tileRect/>
              </a:gradFill>
              <a:prstDash val="solid"/>
              <a:miter lim="800000"/>
            </a:ln>
            <a:effectLst>
              <a:innerShdw blurRad="127000" dist="88900" dir="18900000">
                <a:prstClr val="black">
                  <a:alpha val="38000"/>
                </a:prstClr>
              </a:innerShdw>
            </a:effectLst>
          </p:spPr>
          <p:txBody>
            <a:bodyPr anchor="ctr"/>
            <a:lstStyle/>
            <a:p>
              <a:pPr algn="ctr"/>
              <a:endParaRPr lang="zh-CN" altLang="en-US" kern="0">
                <a:solidFill>
                  <a:prstClr val="white"/>
                </a:solidFill>
                <a:latin typeface="Calibri" panose="020F0502020204030204"/>
                <a:ea typeface="宋体" panose="02010600030101010101" pitchFamily="2" charset="-122"/>
              </a:endParaRPr>
            </a:p>
          </p:txBody>
        </p:sp>
        <p:sp>
          <p:nvSpPr>
            <p:cNvPr id="11" name="原创设计师QQ598969553        _20"/>
            <p:cNvSpPr/>
            <p:nvPr/>
          </p:nvSpPr>
          <p:spPr>
            <a:xfrm>
              <a:off x="3477726" y="3179110"/>
              <a:ext cx="7440753" cy="735901"/>
            </a:xfrm>
            <a:prstGeom prst="roundRect">
              <a:avLst>
                <a:gd name="adj" fmla="val 50000"/>
              </a:avLst>
            </a:prstGeom>
            <a:solidFill>
              <a:schemeClr val="bg1">
                <a:lumMod val="85000"/>
              </a:schemeClr>
            </a:solidFill>
            <a:ln w="12700" cap="flat" cmpd="sng" algn="ctr">
              <a:gradFill flip="none" rotWithShape="1">
                <a:gsLst>
                  <a:gs pos="0">
                    <a:srgbClr val="BE309C">
                      <a:lumMod val="5000"/>
                      <a:lumOff val="95000"/>
                    </a:srgbClr>
                  </a:gs>
                  <a:gs pos="100000">
                    <a:sysClr val="window" lastClr="FFFFFF">
                      <a:lumMod val="65000"/>
                    </a:sysClr>
                  </a:gs>
                </a:gsLst>
                <a:lin ang="13500000" scaled="1"/>
                <a:tileRect/>
              </a:gradFill>
              <a:prstDash val="solid"/>
              <a:miter lim="800000"/>
            </a:ln>
            <a:effectLst>
              <a:innerShdw blurRad="127000" dist="88900" dir="18900000">
                <a:prstClr val="black">
                  <a:alpha val="30000"/>
                </a:prstClr>
              </a:innerShdw>
            </a:effectLst>
          </p:spPr>
          <p:txBody>
            <a:bodyPr anchor="ctr"/>
            <a:lstStyle/>
            <a:p>
              <a:pPr algn="ctr"/>
              <a:endParaRPr lang="zh-CN" altLang="en-US" kern="0">
                <a:solidFill>
                  <a:prstClr val="white"/>
                </a:solidFill>
                <a:latin typeface="Calibri" panose="020F0502020204030204"/>
                <a:ea typeface="宋体" panose="02010600030101010101" pitchFamily="2" charset="-122"/>
              </a:endParaRPr>
            </a:p>
          </p:txBody>
        </p:sp>
        <p:sp>
          <p:nvSpPr>
            <p:cNvPr id="12" name="原创设计师QQ598969553        _22"/>
            <p:cNvSpPr/>
            <p:nvPr/>
          </p:nvSpPr>
          <p:spPr>
            <a:xfrm>
              <a:off x="3490194" y="3195436"/>
              <a:ext cx="826882" cy="681486"/>
            </a:xfrm>
            <a:prstGeom prst="roundRect">
              <a:avLst>
                <a:gd name="adj" fmla="val 50000"/>
              </a:avLst>
            </a:prstGeom>
            <a:gradFill>
              <a:gsLst>
                <a:gs pos="0">
                  <a:schemeClr val="bg1">
                    <a:lumMod val="75000"/>
                  </a:schemeClr>
                </a:gs>
                <a:gs pos="100000">
                  <a:schemeClr val="bg1"/>
                </a:gs>
              </a:gsLst>
              <a:lin ang="2700000" scaled="0"/>
            </a:gradFill>
            <a:ln w="22225">
              <a:gradFill>
                <a:gsLst>
                  <a:gs pos="0">
                    <a:schemeClr val="bg1">
                      <a:lumMod val="65000"/>
                    </a:schemeClr>
                  </a:gs>
                  <a:gs pos="100000">
                    <a:schemeClr val="bg1"/>
                  </a:gs>
                </a:gsLst>
                <a:lin ang="13500000" scaled="0"/>
              </a:gradFill>
            </a:ln>
            <a:effectLst>
              <a:outerShdw blurRad="50800" dist="38100" dir="2700000" sx="97000" sy="97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endParaRPr>
            </a:p>
          </p:txBody>
        </p:sp>
        <p:sp>
          <p:nvSpPr>
            <p:cNvPr id="13" name="原创设计师QQ598969553        _13"/>
            <p:cNvSpPr txBox="1"/>
            <p:nvPr/>
          </p:nvSpPr>
          <p:spPr>
            <a:xfrm>
              <a:off x="4744741" y="3248651"/>
              <a:ext cx="5884028" cy="684793"/>
            </a:xfrm>
            <a:prstGeom prst="rect">
              <a:avLst/>
            </a:prstGeom>
            <a:noFill/>
          </p:spPr>
          <p:txBody>
            <a:bodyPr wrap="square" lIns="68571" tIns="34285" rIns="68571" bIns="34285" rtlCol="0">
              <a:spAutoFit/>
            </a:bodyPr>
            <a:lstStyle/>
            <a:p>
              <a:pPr algn="ctr"/>
              <a:r>
                <a:rPr lang="zh-CN" altLang="en-US" sz="4000" b="1" dirty="0">
                  <a:solidFill>
                    <a:srgbClr val="7030A0"/>
                  </a:solidFill>
                  <a:latin typeface="华文隶书" panose="02010800040101010101" pitchFamily="2" charset="-122"/>
                  <a:ea typeface="华文隶书" panose="02010800040101010101" pitchFamily="2" charset="-122"/>
                </a:rPr>
                <a:t>第</a:t>
              </a:r>
              <a:r>
                <a:rPr lang="en-US" altLang="zh-CN" sz="4000" b="1" dirty="0">
                  <a:solidFill>
                    <a:srgbClr val="7030A0"/>
                  </a:solidFill>
                  <a:latin typeface="华文隶书" panose="02010800040101010101" pitchFamily="2" charset="-122"/>
                  <a:ea typeface="华文隶书" panose="02010800040101010101" pitchFamily="2" charset="-122"/>
                </a:rPr>
                <a:t>1 </a:t>
              </a:r>
              <a:r>
                <a:rPr lang="zh-CN" altLang="en-US" sz="4000" b="1" dirty="0">
                  <a:solidFill>
                    <a:srgbClr val="7030A0"/>
                  </a:solidFill>
                  <a:latin typeface="华文隶书" panose="02010800040101010101" pitchFamily="2" charset="-122"/>
                  <a:ea typeface="华文隶书" panose="02010800040101010101" pitchFamily="2" charset="-122"/>
                </a:rPr>
                <a:t>课 软件工程学科概要</a:t>
              </a:r>
            </a:p>
          </p:txBody>
        </p:sp>
        <p:pic>
          <p:nvPicPr>
            <p:cNvPr id="14" name="图片 1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660975" y="3248651"/>
              <a:ext cx="485319" cy="552398"/>
            </a:xfrm>
            <a:prstGeom prst="rect">
              <a:avLst/>
            </a:prstGeom>
          </p:spPr>
        </p:pic>
        <p:pic>
          <p:nvPicPr>
            <p:cNvPr id="28" name="原创设计师QQ598969553        _23"/>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3777718" y="3509968"/>
              <a:ext cx="928570" cy="2652149"/>
            </a:xfrm>
            <a:prstGeom prst="rect">
              <a:avLst/>
            </a:prstGeom>
          </p:spPr>
        </p:pic>
      </p:grpSp>
    </p:spTree>
    <p:extLst>
      <p:ext uri="{BB962C8B-B14F-4D97-AF65-F5344CB8AC3E}">
        <p14:creationId xmlns:p14="http://schemas.microsoft.com/office/powerpoint/2010/main" val="2993704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bwMode="auto">
          <a:xfrm rot="8100000" flipV="1">
            <a:off x="4288708" y="2072799"/>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3" name="文本框 2"/>
          <p:cNvSpPr txBox="1">
            <a:spLocks noChangeArrowheads="1"/>
          </p:cNvSpPr>
          <p:nvPr/>
        </p:nvSpPr>
        <p:spPr bwMode="auto">
          <a:xfrm>
            <a:off x="4364581" y="2108700"/>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4" name="任意多边形 3"/>
          <p:cNvSpPr/>
          <p:nvPr/>
        </p:nvSpPr>
        <p:spPr bwMode="auto">
          <a:xfrm rot="8100000" flipV="1">
            <a:off x="4289344" y="4602489"/>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5" name="文本框 42"/>
          <p:cNvSpPr txBox="1">
            <a:spLocks noChangeArrowheads="1"/>
          </p:cNvSpPr>
          <p:nvPr/>
        </p:nvSpPr>
        <p:spPr bwMode="auto">
          <a:xfrm>
            <a:off x="4346927" y="4647247"/>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6" name="任意多边形 5"/>
          <p:cNvSpPr/>
          <p:nvPr/>
        </p:nvSpPr>
        <p:spPr bwMode="auto">
          <a:xfrm rot="8100000" flipV="1">
            <a:off x="4289345" y="3823843"/>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7" name="文本框 45"/>
          <p:cNvSpPr txBox="1">
            <a:spLocks noChangeArrowheads="1"/>
          </p:cNvSpPr>
          <p:nvPr/>
        </p:nvSpPr>
        <p:spPr bwMode="auto">
          <a:xfrm>
            <a:off x="4346928" y="3856150"/>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8" name="任意多边形 7"/>
          <p:cNvSpPr/>
          <p:nvPr/>
        </p:nvSpPr>
        <p:spPr bwMode="auto">
          <a:xfrm rot="8100000" flipV="1">
            <a:off x="4288706" y="2907706"/>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9" name="文本框 48"/>
          <p:cNvSpPr txBox="1">
            <a:spLocks noChangeArrowheads="1"/>
          </p:cNvSpPr>
          <p:nvPr/>
        </p:nvSpPr>
        <p:spPr bwMode="auto">
          <a:xfrm>
            <a:off x="4346910" y="2939468"/>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0" name="圆角矩形 9"/>
          <p:cNvSpPr/>
          <p:nvPr/>
        </p:nvSpPr>
        <p:spPr>
          <a:xfrm>
            <a:off x="5128252" y="2021897"/>
            <a:ext cx="3453962" cy="643153"/>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1" name="矩形 10"/>
          <p:cNvSpPr/>
          <p:nvPr/>
        </p:nvSpPr>
        <p:spPr>
          <a:xfrm>
            <a:off x="5220042" y="2117446"/>
            <a:ext cx="3234197" cy="430928"/>
          </a:xfrm>
          <a:prstGeom prst="rect">
            <a:avLst/>
          </a:prstGeom>
          <a:solidFill>
            <a:srgbClr val="7030A0"/>
          </a:solid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 软件工程学科发展历程</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2" name="圆角矩形 11"/>
          <p:cNvSpPr/>
          <p:nvPr/>
        </p:nvSpPr>
        <p:spPr>
          <a:xfrm>
            <a:off x="5128252" y="2966986"/>
            <a:ext cx="3453962" cy="55373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3" name="矩形 12"/>
          <p:cNvSpPr/>
          <p:nvPr/>
        </p:nvSpPr>
        <p:spPr>
          <a:xfrm>
            <a:off x="5250739" y="3026371"/>
            <a:ext cx="3022774" cy="430928"/>
          </a:xfrm>
          <a:prstGeom prst="rect">
            <a:avLst/>
          </a:prstGeom>
          <a:no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 软件工程学科知识体系</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4" name="圆角矩形 13"/>
          <p:cNvSpPr/>
          <p:nvPr/>
        </p:nvSpPr>
        <p:spPr>
          <a:xfrm>
            <a:off x="5128252" y="3790194"/>
            <a:ext cx="3453962" cy="527621"/>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5" name="圆角矩形 14"/>
          <p:cNvSpPr/>
          <p:nvPr/>
        </p:nvSpPr>
        <p:spPr>
          <a:xfrm>
            <a:off x="5128252" y="4619751"/>
            <a:ext cx="3453962" cy="57528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485" y="2021898"/>
            <a:ext cx="2377834" cy="4037283"/>
          </a:xfrm>
          <a:prstGeom prst="rect">
            <a:avLst/>
          </a:prstGeom>
          <a:solidFill>
            <a:srgbClr val="7030A0"/>
          </a:solidFill>
          <a:ln>
            <a:noFill/>
          </a:ln>
        </p:spPr>
      </p:pic>
      <p:grpSp>
        <p:nvGrpSpPr>
          <p:cNvPr id="17" name="组合 16"/>
          <p:cNvGrpSpPr/>
          <p:nvPr/>
        </p:nvGrpSpPr>
        <p:grpSpPr>
          <a:xfrm>
            <a:off x="2670468" y="2021898"/>
            <a:ext cx="1608190" cy="1498822"/>
            <a:chOff x="346473" y="496025"/>
            <a:chExt cx="1344215" cy="1252800"/>
          </a:xfrm>
          <a:solidFill>
            <a:srgbClr val="7030A0"/>
          </a:solidFill>
        </p:grpSpPr>
        <p:sp>
          <p:nvSpPr>
            <p:cNvPr id="18" name="六边形 19"/>
            <p:cNvSpPr>
              <a:spLocks noChangeArrowheads="1"/>
            </p:cNvSpPr>
            <p:nvPr/>
          </p:nvSpPr>
          <p:spPr bwMode="auto">
            <a:xfrm rot="16200000">
              <a:off x="392180" y="496751"/>
              <a:ext cx="1252800" cy="1251347"/>
            </a:xfrm>
            <a:prstGeom prst="chord">
              <a:avLst>
                <a:gd name="adj1" fmla="val 21039823"/>
                <a:gd name="adj2" fmla="val 16726182"/>
              </a:avLst>
            </a:prstGeom>
            <a:grp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19" name="矩形 24"/>
            <p:cNvSpPr>
              <a:spLocks noChangeArrowheads="1"/>
            </p:cNvSpPr>
            <p:nvPr/>
          </p:nvSpPr>
          <p:spPr bwMode="auto">
            <a:xfrm>
              <a:off x="346473" y="846473"/>
              <a:ext cx="1344215" cy="544367"/>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grpSp>
      <p:sp>
        <p:nvSpPr>
          <p:cNvPr id="20" name="任意多边形 19"/>
          <p:cNvSpPr/>
          <p:nvPr/>
        </p:nvSpPr>
        <p:spPr bwMode="auto">
          <a:xfrm rot="8100000" flipV="1">
            <a:off x="4308782" y="5447247"/>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1" name="文本框 42"/>
          <p:cNvSpPr txBox="1">
            <a:spLocks noChangeArrowheads="1"/>
          </p:cNvSpPr>
          <p:nvPr/>
        </p:nvSpPr>
        <p:spPr bwMode="auto">
          <a:xfrm>
            <a:off x="4366365" y="5492005"/>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2" name="圆角矩形 21"/>
          <p:cNvSpPr/>
          <p:nvPr/>
        </p:nvSpPr>
        <p:spPr>
          <a:xfrm>
            <a:off x="5147690" y="5492005"/>
            <a:ext cx="3453962" cy="547788"/>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3" name="文本框 22"/>
          <p:cNvSpPr txBox="1"/>
          <p:nvPr/>
        </p:nvSpPr>
        <p:spPr>
          <a:xfrm>
            <a:off x="9069111" y="2077922"/>
            <a:ext cx="902811" cy="523220"/>
          </a:xfrm>
          <a:prstGeom prst="rect">
            <a:avLst/>
          </a:prstGeom>
          <a:noFill/>
        </p:spPr>
        <p:txBody>
          <a:bodyPr wrap="none" rtlCol="0">
            <a:spAutoFit/>
          </a:bodyPr>
          <a:lstStyle/>
          <a:p>
            <a:r>
              <a:rPr lang="zh-CN" altLang="en-US" sz="2800" b="1" dirty="0">
                <a:solidFill>
                  <a:srgbClr val="889BBE"/>
                </a:solidFill>
                <a:latin typeface="华文楷体" panose="02010600040101010101" pitchFamily="2" charset="-122"/>
                <a:ea typeface="华文楷体" panose="02010600040101010101" pitchFamily="2" charset="-122"/>
              </a:rPr>
              <a:t>过去</a:t>
            </a:r>
          </a:p>
        </p:txBody>
      </p:sp>
      <p:sp>
        <p:nvSpPr>
          <p:cNvPr id="24" name="文本框 23"/>
          <p:cNvSpPr txBox="1"/>
          <p:nvPr/>
        </p:nvSpPr>
        <p:spPr>
          <a:xfrm>
            <a:off x="9143848" y="3871025"/>
            <a:ext cx="902811" cy="523220"/>
          </a:xfrm>
          <a:prstGeom prst="rect">
            <a:avLst/>
          </a:prstGeom>
          <a:noFill/>
        </p:spPr>
        <p:txBody>
          <a:bodyPr wrap="none" rtlCol="0">
            <a:spAutoFit/>
          </a:bodyPr>
          <a:lstStyle/>
          <a:p>
            <a:r>
              <a:rPr lang="zh-CN" altLang="en-US" sz="2800" b="1" dirty="0">
                <a:solidFill>
                  <a:srgbClr val="889BBE"/>
                </a:solidFill>
                <a:latin typeface="华文楷体" panose="02010600040101010101" pitchFamily="2" charset="-122"/>
                <a:ea typeface="华文楷体" panose="02010600040101010101" pitchFamily="2" charset="-122"/>
              </a:rPr>
              <a:t>现在</a:t>
            </a:r>
          </a:p>
        </p:txBody>
      </p:sp>
      <p:sp>
        <p:nvSpPr>
          <p:cNvPr id="25" name="文本框 24"/>
          <p:cNvSpPr txBox="1"/>
          <p:nvPr/>
        </p:nvSpPr>
        <p:spPr>
          <a:xfrm>
            <a:off x="9143847" y="5515717"/>
            <a:ext cx="902811" cy="523220"/>
          </a:xfrm>
          <a:prstGeom prst="rect">
            <a:avLst/>
          </a:prstGeom>
          <a:noFill/>
        </p:spPr>
        <p:txBody>
          <a:bodyPr wrap="none" rtlCol="0">
            <a:spAutoFit/>
          </a:bodyPr>
          <a:lstStyle/>
          <a:p>
            <a:r>
              <a:rPr lang="zh-CN" altLang="en-US" sz="2800" b="1" dirty="0">
                <a:solidFill>
                  <a:srgbClr val="889BBE"/>
                </a:solidFill>
                <a:latin typeface="华文楷体" panose="02010600040101010101" pitchFamily="2" charset="-122"/>
                <a:ea typeface="华文楷体" panose="02010600040101010101" pitchFamily="2" charset="-122"/>
              </a:rPr>
              <a:t>未来</a:t>
            </a:r>
          </a:p>
        </p:txBody>
      </p:sp>
      <p:sp>
        <p:nvSpPr>
          <p:cNvPr id="26" name="矩形 25"/>
          <p:cNvSpPr/>
          <p:nvPr/>
        </p:nvSpPr>
        <p:spPr>
          <a:xfrm>
            <a:off x="5306604" y="3830940"/>
            <a:ext cx="3097258" cy="430928"/>
          </a:xfrm>
          <a:prstGeom prst="rect">
            <a:avLst/>
          </a:prstGeom>
          <a:no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7" name="TextBox 4"/>
          <p:cNvSpPr txBox="1"/>
          <p:nvPr/>
        </p:nvSpPr>
        <p:spPr>
          <a:xfrm>
            <a:off x="7540488" y="574053"/>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Tree>
    <p:extLst>
      <p:ext uri="{BB962C8B-B14F-4D97-AF65-F5344CB8AC3E}">
        <p14:creationId xmlns:p14="http://schemas.microsoft.com/office/powerpoint/2010/main" val="154651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bwMode="auto">
          <a:xfrm rot="8100000" flipV="1">
            <a:off x="4469778" y="2217655"/>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3" name="文本框 2"/>
          <p:cNvSpPr txBox="1">
            <a:spLocks noChangeArrowheads="1"/>
          </p:cNvSpPr>
          <p:nvPr/>
        </p:nvSpPr>
        <p:spPr bwMode="auto">
          <a:xfrm>
            <a:off x="4545651" y="2253556"/>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4" name="任意多边形 3"/>
          <p:cNvSpPr/>
          <p:nvPr/>
        </p:nvSpPr>
        <p:spPr bwMode="auto">
          <a:xfrm rot="8100000" flipV="1">
            <a:off x="4470414" y="4747345"/>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5" name="文本框 42"/>
          <p:cNvSpPr txBox="1">
            <a:spLocks noChangeArrowheads="1"/>
          </p:cNvSpPr>
          <p:nvPr/>
        </p:nvSpPr>
        <p:spPr bwMode="auto">
          <a:xfrm>
            <a:off x="4527997" y="4792103"/>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6" name="任意多边形 5"/>
          <p:cNvSpPr/>
          <p:nvPr/>
        </p:nvSpPr>
        <p:spPr bwMode="auto">
          <a:xfrm rot="8100000" flipV="1">
            <a:off x="4470415" y="3968699"/>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7" name="文本框 45"/>
          <p:cNvSpPr txBox="1">
            <a:spLocks noChangeArrowheads="1"/>
          </p:cNvSpPr>
          <p:nvPr/>
        </p:nvSpPr>
        <p:spPr bwMode="auto">
          <a:xfrm>
            <a:off x="4527998" y="4001006"/>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8" name="任意多边形 7"/>
          <p:cNvSpPr/>
          <p:nvPr/>
        </p:nvSpPr>
        <p:spPr bwMode="auto">
          <a:xfrm rot="8100000" flipV="1">
            <a:off x="4469776" y="3052562"/>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9" name="文本框 48"/>
          <p:cNvSpPr txBox="1">
            <a:spLocks noChangeArrowheads="1"/>
          </p:cNvSpPr>
          <p:nvPr/>
        </p:nvSpPr>
        <p:spPr bwMode="auto">
          <a:xfrm>
            <a:off x="4527980" y="3084324"/>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0" name="圆角矩形 9"/>
          <p:cNvSpPr/>
          <p:nvPr/>
        </p:nvSpPr>
        <p:spPr>
          <a:xfrm>
            <a:off x="5309322" y="2246214"/>
            <a:ext cx="3453962" cy="563692"/>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1" name="矩形 10"/>
          <p:cNvSpPr/>
          <p:nvPr/>
        </p:nvSpPr>
        <p:spPr>
          <a:xfrm>
            <a:off x="5349742" y="2293124"/>
            <a:ext cx="3362172" cy="430928"/>
          </a:xfrm>
          <a:prstGeom prst="rect">
            <a:avLst/>
          </a:prstGeom>
          <a:solidFill>
            <a:srgbClr val="7030A0"/>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软件工程学科学科发展历程</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2" name="圆角矩形 11"/>
          <p:cNvSpPr/>
          <p:nvPr/>
        </p:nvSpPr>
        <p:spPr>
          <a:xfrm>
            <a:off x="5309322" y="3111842"/>
            <a:ext cx="3453962"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3" name="矩形 12"/>
          <p:cNvSpPr/>
          <p:nvPr/>
        </p:nvSpPr>
        <p:spPr>
          <a:xfrm>
            <a:off x="5421535" y="3212323"/>
            <a:ext cx="3022774"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软件工程学科知识体系</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4" name="圆角矩形 13"/>
          <p:cNvSpPr/>
          <p:nvPr/>
        </p:nvSpPr>
        <p:spPr>
          <a:xfrm>
            <a:off x="5309322" y="3967512"/>
            <a:ext cx="3453962" cy="495159"/>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5" name="圆角矩形 14"/>
          <p:cNvSpPr/>
          <p:nvPr/>
        </p:nvSpPr>
        <p:spPr>
          <a:xfrm>
            <a:off x="5309322" y="4764607"/>
            <a:ext cx="3453962" cy="556216"/>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6" name="Picture 6" descr="D:\360data\重要数据\桌面\未标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8873626" y="2267217"/>
            <a:ext cx="1586806" cy="40075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1555" y="2166754"/>
            <a:ext cx="2377834" cy="4037283"/>
          </a:xfrm>
          <a:prstGeom prst="rect">
            <a:avLst/>
          </a:prstGeom>
          <a:solidFill>
            <a:srgbClr val="7030A0"/>
          </a:solidFill>
          <a:ln>
            <a:noFill/>
          </a:ln>
        </p:spPr>
      </p:pic>
      <p:sp>
        <p:nvSpPr>
          <p:cNvPr id="18" name="六边形 19"/>
          <p:cNvSpPr>
            <a:spLocks noChangeArrowheads="1"/>
          </p:cNvSpPr>
          <p:nvPr/>
        </p:nvSpPr>
        <p:spPr bwMode="auto">
          <a:xfrm rot="16200000">
            <a:off x="2906221" y="2167622"/>
            <a:ext cx="1498822" cy="1497085"/>
          </a:xfrm>
          <a:prstGeom prst="chord">
            <a:avLst>
              <a:gd name="adj1" fmla="val 21039823"/>
              <a:gd name="adj2" fmla="val 16726182"/>
            </a:avLst>
          </a:prstGeom>
          <a:solidFill>
            <a:srgbClr val="7030A0"/>
          </a:solid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19" name="矩形 24"/>
          <p:cNvSpPr>
            <a:spLocks noChangeArrowheads="1"/>
          </p:cNvSpPr>
          <p:nvPr/>
        </p:nvSpPr>
        <p:spPr bwMode="auto">
          <a:xfrm>
            <a:off x="2851538" y="2586022"/>
            <a:ext cx="1608190" cy="651269"/>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sp>
        <p:nvSpPr>
          <p:cNvPr id="20" name="任意多边形 19"/>
          <p:cNvSpPr/>
          <p:nvPr/>
        </p:nvSpPr>
        <p:spPr bwMode="auto">
          <a:xfrm rot="8100000" flipV="1">
            <a:off x="4489852" y="5592103"/>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1" name="文本框 42"/>
          <p:cNvSpPr txBox="1">
            <a:spLocks noChangeArrowheads="1"/>
          </p:cNvSpPr>
          <p:nvPr/>
        </p:nvSpPr>
        <p:spPr bwMode="auto">
          <a:xfrm>
            <a:off x="4547435" y="5636861"/>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2" name="圆角矩形 21"/>
          <p:cNvSpPr/>
          <p:nvPr/>
        </p:nvSpPr>
        <p:spPr>
          <a:xfrm>
            <a:off x="5328760" y="5609365"/>
            <a:ext cx="3453962" cy="544578"/>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3" name="矩形 22"/>
          <p:cNvSpPr/>
          <p:nvPr/>
        </p:nvSpPr>
        <p:spPr>
          <a:xfrm>
            <a:off x="5422697" y="4003956"/>
            <a:ext cx="3097258" cy="430928"/>
          </a:xfrm>
          <a:prstGeom prst="rect">
            <a:avLst/>
          </a:prstGeom>
          <a:no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4" name="TextBox 4"/>
          <p:cNvSpPr txBox="1"/>
          <p:nvPr/>
        </p:nvSpPr>
        <p:spPr>
          <a:xfrm>
            <a:off x="7721558" y="718909"/>
            <a:ext cx="3057247" cy="523220"/>
          </a:xfrm>
          <a:prstGeom prst="rect">
            <a:avLst/>
          </a:prstGeom>
          <a:noFill/>
        </p:spPr>
        <p:txBody>
          <a:bodyPr wrap="none" rtlCol="0">
            <a:spAutoFit/>
          </a:bodyPr>
          <a:lstStyle/>
          <a:p>
            <a:r>
              <a:rPr lang="zh-CN" altLang="en-US" sz="2800" b="1" dirty="0">
                <a:solidFill>
                  <a:schemeClr val="accent1">
                    <a:lumMod val="75000"/>
                  </a:schemeClr>
                </a:solidFill>
                <a:latin typeface="华文中宋" panose="02010600040101010101" pitchFamily="2" charset="-122"/>
                <a:ea typeface="华文中宋" panose="02010600040101010101" pitchFamily="2" charset="-122"/>
              </a:rPr>
              <a:t>软件工程学科导论</a:t>
            </a:r>
          </a:p>
        </p:txBody>
      </p:sp>
    </p:spTree>
    <p:extLst>
      <p:ext uri="{BB962C8B-B14F-4D97-AF65-F5344CB8AC3E}">
        <p14:creationId xmlns:p14="http://schemas.microsoft.com/office/powerpoint/2010/main" val="2467082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8204" y="29808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矩形 2"/>
          <p:cNvSpPr/>
          <p:nvPr/>
        </p:nvSpPr>
        <p:spPr>
          <a:xfrm>
            <a:off x="272310" y="2891881"/>
            <a:ext cx="6638889" cy="3046988"/>
          </a:xfrm>
          <a:prstGeom prst="rect">
            <a:avLst/>
          </a:prstGeom>
        </p:spPr>
        <p:txBody>
          <a:bodyPr wrap="square">
            <a:spAutoFit/>
          </a:bodyPr>
          <a:lstStyle/>
          <a:p>
            <a:r>
              <a:rPr lang="en-US" altLang="zh-CN" sz="2400" b="1" dirty="0">
                <a:latin typeface="华文仿宋" panose="02010600040101010101" pitchFamily="2" charset="-122"/>
                <a:ea typeface="华文仿宋" panose="02010600040101010101" pitchFamily="2" charset="-122"/>
              </a:rPr>
              <a:t>        </a:t>
            </a:r>
            <a:r>
              <a:rPr lang="zh-CN" altLang="en-US" sz="2400" b="1" dirty="0">
                <a:latin typeface="华文仿宋" panose="02010600040101010101" pitchFamily="2" charset="-122"/>
                <a:ea typeface="华文仿宋" panose="02010600040101010101" pitchFamily="2" charset="-122"/>
              </a:rPr>
              <a:t>“工程”是科学和数学的某种应用，通过这一应用，使自然界的物质和能源的特性能够通过各种结构、机器、产品、系统和过程，是以最短的时间和最少的人力、物力做出高效、可靠且对人类有用的东西。</a:t>
            </a:r>
            <a:endParaRPr lang="en-US" altLang="zh-CN" sz="2400" b="1" dirty="0">
              <a:latin typeface="华文仿宋" panose="02010600040101010101" pitchFamily="2" charset="-122"/>
              <a:ea typeface="华文仿宋" panose="02010600040101010101" pitchFamily="2" charset="-122"/>
            </a:endParaRPr>
          </a:p>
          <a:p>
            <a:r>
              <a:rPr lang="en-US" altLang="zh-CN" sz="2400" b="1" dirty="0">
                <a:latin typeface="华文仿宋" panose="02010600040101010101" pitchFamily="2" charset="-122"/>
                <a:ea typeface="华文仿宋" panose="02010600040101010101" pitchFamily="2" charset="-122"/>
              </a:rPr>
              <a:t>        </a:t>
            </a:r>
            <a:r>
              <a:rPr lang="zh-CN" altLang="en-US" sz="2400" b="1" dirty="0">
                <a:latin typeface="华文仿宋" panose="02010600040101010101" pitchFamily="2" charset="-122"/>
                <a:ea typeface="华文仿宋" panose="02010600040101010101" pitchFamily="2" charset="-122"/>
              </a:rPr>
              <a:t>因而，“软件工程”就是科学和数学的某种应用，使计算机设备的能力能够借助于计算机程序、过程和有关文档成为对人类有用的东西。</a:t>
            </a:r>
            <a:endParaRPr lang="en-US" altLang="zh-CN" sz="2400" b="1" dirty="0">
              <a:latin typeface="华文仿宋" panose="02010600040101010101" pitchFamily="2" charset="-122"/>
              <a:ea typeface="华文仿宋" panose="02010600040101010101" pitchFamily="2" charset="-122"/>
            </a:endParaRPr>
          </a:p>
        </p:txBody>
      </p:sp>
      <p:sp>
        <p:nvSpPr>
          <p:cNvPr id="4" name="文本框 3"/>
          <p:cNvSpPr txBox="1"/>
          <p:nvPr/>
        </p:nvSpPr>
        <p:spPr>
          <a:xfrm>
            <a:off x="4859995" y="1167489"/>
            <a:ext cx="2502608"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工程  软件工程</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1199" y="3007581"/>
            <a:ext cx="4784557" cy="2682930"/>
          </a:xfrm>
          <a:prstGeom prst="rect">
            <a:avLst/>
          </a:prstGeom>
        </p:spPr>
      </p:pic>
      <p:pic>
        <p:nvPicPr>
          <p:cNvPr id="15362" name="Picture 2" descr="https://bkimg.cdn.bcebos.com/pic/2f738bd4b31c87015b689107247f9e2f0608ff71?x-bce-process=image/resize,m_lfit,w_268,limit_1/format,f_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76" y="821309"/>
            <a:ext cx="2245913" cy="1609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063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8082" y="2051462"/>
            <a:ext cx="6132351" cy="3539430"/>
          </a:xfrm>
          <a:prstGeom prst="rect">
            <a:avLst/>
          </a:prstGeom>
        </p:spPr>
        <p:txBody>
          <a:bodyPr wrap="square">
            <a:spAutoFit/>
          </a:bodyPr>
          <a:lstStyle/>
          <a:p>
            <a:r>
              <a:rPr lang="zh-CN" altLang="en-US" sz="2800" dirty="0">
                <a:solidFill>
                  <a:srgbClr val="0070C0"/>
                </a:solidFill>
                <a:latin typeface="楷体" panose="02010609060101010101" pitchFamily="49" charset="-122"/>
                <a:ea typeface="楷体" panose="02010609060101010101" pitchFamily="49" charset="-122"/>
              </a:rPr>
              <a:t>    软件工程(Software Engineering，简称为SE)是针对软件这一具有特殊性质的产品的工程化方法。软件工程涵盖了软件生存周期的所有阶段，并提供了一整套工程化的方法，来指导软件人员的工作。</a:t>
            </a:r>
            <a:endParaRPr lang="en-US" altLang="zh-CN" sz="2800" dirty="0">
              <a:solidFill>
                <a:srgbClr val="0070C0"/>
              </a:solidFill>
              <a:latin typeface="楷体" panose="02010609060101010101" pitchFamily="49" charset="-122"/>
              <a:ea typeface="楷体" panose="02010609060101010101" pitchFamily="49" charset="-122"/>
            </a:endParaRPr>
          </a:p>
          <a:p>
            <a:r>
              <a:rPr lang="zh-CN" altLang="en-US" sz="2800" dirty="0">
                <a:solidFill>
                  <a:srgbClr val="0070C0"/>
                </a:solidFill>
                <a:latin typeface="楷体" panose="02010609060101010101" pitchFamily="49" charset="-122"/>
                <a:ea typeface="楷体" panose="02010609060101010101" pitchFamily="49" charset="-122"/>
              </a:rPr>
              <a:t>    软件工程研究的主要内容是软件开发技术和软件开发管理两个方面</a:t>
            </a:r>
            <a:endParaRPr lang="en-US" altLang="zh-CN" sz="2800" dirty="0">
              <a:solidFill>
                <a:srgbClr val="0070C0"/>
              </a:solidFill>
              <a:latin typeface="楷体" panose="02010609060101010101" pitchFamily="49" charset="-122"/>
              <a:ea typeface="楷体" panose="02010609060101010101" pitchFamily="49" charset="-122"/>
            </a:endParaRPr>
          </a:p>
        </p:txBody>
      </p:sp>
      <p:sp>
        <p:nvSpPr>
          <p:cNvPr id="3" name="文本框 2"/>
          <p:cNvSpPr txBox="1"/>
          <p:nvPr/>
        </p:nvSpPr>
        <p:spPr>
          <a:xfrm>
            <a:off x="468082" y="316197"/>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2471886" y="1153052"/>
            <a:ext cx="1826141" cy="584775"/>
          </a:xfrm>
          <a:prstGeom prst="rect">
            <a:avLst/>
          </a:prstGeom>
          <a:noFill/>
        </p:spPr>
        <p:txBody>
          <a:bodyPr wrap="none" rtlCol="0">
            <a:spAutoFit/>
          </a:bodyPr>
          <a:lstStyle/>
          <a:p>
            <a:r>
              <a:rPr lang="zh-CN" altLang="en-US" sz="3200" b="1" dirty="0">
                <a:latin typeface="华文仿宋" panose="02010600040101010101" pitchFamily="2" charset="-122"/>
                <a:ea typeface="华文仿宋" panose="02010600040101010101" pitchFamily="2" charset="-122"/>
              </a:rPr>
              <a:t>软件工程</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2804" y="1994651"/>
            <a:ext cx="5082900" cy="4283122"/>
          </a:xfrm>
          <a:prstGeom prst="rect">
            <a:avLst/>
          </a:prstGeom>
        </p:spPr>
      </p:pic>
    </p:spTree>
    <p:extLst>
      <p:ext uri="{BB962C8B-B14F-4D97-AF65-F5344CB8AC3E}">
        <p14:creationId xmlns:p14="http://schemas.microsoft.com/office/powerpoint/2010/main" val="1254507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05721" y="50631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矩形 2"/>
          <p:cNvSpPr/>
          <p:nvPr/>
        </p:nvSpPr>
        <p:spPr>
          <a:xfrm>
            <a:off x="787651" y="2028064"/>
            <a:ext cx="5260064" cy="4401205"/>
          </a:xfrm>
          <a:prstGeom prst="rect">
            <a:avLst/>
          </a:prstGeom>
        </p:spPr>
        <p:txBody>
          <a:bodyPr wrap="square">
            <a:spAutoFit/>
          </a:bodyPr>
          <a:lstStyle/>
          <a:p>
            <a:r>
              <a:rPr lang="en-US" altLang="zh-CN" sz="2800" dirty="0">
                <a:latin typeface="华文仿宋" panose="02010600040101010101" pitchFamily="2" charset="-122"/>
                <a:ea typeface="华文仿宋" panose="02010600040101010101" pitchFamily="2" charset="-122"/>
              </a:rPr>
              <a:t>        </a:t>
            </a:r>
            <a:r>
              <a:rPr lang="zh-CN" altLang="en-US" sz="2800" b="1" dirty="0">
                <a:solidFill>
                  <a:srgbClr val="0070C0"/>
                </a:solidFill>
                <a:latin typeface="华文仿宋" panose="02010600040101010101" pitchFamily="2" charset="-122"/>
                <a:ea typeface="华文仿宋" panose="02010600040101010101" pitchFamily="2" charset="-122"/>
              </a:rPr>
              <a:t>软件工程</a:t>
            </a:r>
            <a:r>
              <a:rPr lang="zh-CN" altLang="en-US" sz="2800" dirty="0">
                <a:latin typeface="华文仿宋" panose="02010600040101010101" pitchFamily="2" charset="-122"/>
                <a:ea typeface="华文仿宋" panose="02010600040101010101" pitchFamily="2" charset="-122"/>
              </a:rPr>
              <a:t>的</a:t>
            </a:r>
            <a:r>
              <a:rPr lang="zh-CN" altLang="en-US" sz="2800" dirty="0">
                <a:solidFill>
                  <a:srgbClr val="FF0000"/>
                </a:solidFill>
                <a:latin typeface="华文仿宋" panose="02010600040101010101" pitchFamily="2" charset="-122"/>
                <a:ea typeface="华文仿宋" panose="02010600040101010101" pitchFamily="2" charset="-122"/>
              </a:rPr>
              <a:t>成果</a:t>
            </a:r>
            <a:r>
              <a:rPr lang="zh-CN" altLang="en-US" sz="2800" dirty="0">
                <a:latin typeface="华文仿宋" panose="02010600040101010101" pitchFamily="2" charset="-122"/>
                <a:ea typeface="华文仿宋" panose="02010600040101010101" pitchFamily="2" charset="-122"/>
              </a:rPr>
              <a:t>是为软件设计和开发人员提供思想方法和工具，而软件开发是一项需要良好组织、严密管理且各方面人员配合协作的复杂工作。</a:t>
            </a:r>
            <a:endParaRPr lang="en-US" altLang="zh-CN" sz="2800" dirty="0">
              <a:latin typeface="华文仿宋" panose="02010600040101010101" pitchFamily="2" charset="-122"/>
              <a:ea typeface="华文仿宋" panose="02010600040101010101" pitchFamily="2" charset="-122"/>
            </a:endParaRPr>
          </a:p>
          <a:p>
            <a:r>
              <a:rPr lang="en-US" altLang="zh-CN" sz="2800" dirty="0">
                <a:latin typeface="华文仿宋" panose="02010600040101010101" pitchFamily="2" charset="-122"/>
                <a:ea typeface="华文仿宋" panose="02010600040101010101" pitchFamily="2" charset="-122"/>
              </a:rPr>
              <a:t>        </a:t>
            </a:r>
            <a:r>
              <a:rPr lang="zh-CN" altLang="en-US" sz="2800" dirty="0">
                <a:latin typeface="华文仿宋" panose="02010600040101010101" pitchFamily="2" charset="-122"/>
                <a:ea typeface="华文仿宋" panose="02010600040101010101" pitchFamily="2" charset="-122"/>
              </a:rPr>
              <a:t>软件工程正是指导这项工程的一门科学。软件工程在过去一段时间内容已经取得了长足的进展，可以说在软件的开发和应用中起到了其应有的作用。</a:t>
            </a:r>
            <a:endParaRPr lang="en-US" altLang="zh-CN" sz="2800" dirty="0">
              <a:latin typeface="华文仿宋" panose="02010600040101010101" pitchFamily="2" charset="-122"/>
              <a:ea typeface="华文仿宋" panose="02010600040101010101" pitchFamily="2" charset="-122"/>
            </a:endParaRPr>
          </a:p>
        </p:txBody>
      </p:sp>
      <p:sp>
        <p:nvSpPr>
          <p:cNvPr id="4" name="文本框 3"/>
          <p:cNvSpPr txBox="1"/>
          <p:nvPr/>
        </p:nvSpPr>
        <p:spPr>
          <a:xfrm>
            <a:off x="5011730" y="1191158"/>
            <a:ext cx="1826141" cy="584775"/>
          </a:xfrm>
          <a:prstGeom prst="rect">
            <a:avLst/>
          </a:prstGeom>
          <a:noFill/>
        </p:spPr>
        <p:txBody>
          <a:bodyPr wrap="none" rtlCol="0">
            <a:spAutoFit/>
          </a:bodyPr>
          <a:lstStyle/>
          <a:p>
            <a:r>
              <a:rPr lang="zh-CN" altLang="en-US" sz="3200" b="1" dirty="0">
                <a:latin typeface="华文仿宋" panose="02010600040101010101" pitchFamily="2" charset="-122"/>
                <a:ea typeface="华文仿宋" panose="02010600040101010101" pitchFamily="2" charset="-122"/>
              </a:rPr>
              <a:t>软件工程</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0630" y="2159974"/>
            <a:ext cx="5439099" cy="4137386"/>
          </a:xfrm>
          <a:prstGeom prst="rect">
            <a:avLst/>
          </a:prstGeom>
        </p:spPr>
      </p:pic>
    </p:spTree>
    <p:extLst>
      <p:ext uri="{BB962C8B-B14F-4D97-AF65-F5344CB8AC3E}">
        <p14:creationId xmlns:p14="http://schemas.microsoft.com/office/powerpoint/2010/main" val="107280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6188" y="29808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2697420" y="1176614"/>
            <a:ext cx="1826141" cy="584775"/>
          </a:xfrm>
          <a:prstGeom prst="rect">
            <a:avLst/>
          </a:prstGeom>
          <a:noFill/>
        </p:spPr>
        <p:txBody>
          <a:bodyPr wrap="none" rtlCol="0">
            <a:spAutoFit/>
          </a:bodyPr>
          <a:lstStyle/>
          <a:p>
            <a:r>
              <a:rPr lang="zh-CN" altLang="en-US" sz="3200" b="1" dirty="0">
                <a:latin typeface="华文仿宋" panose="02010600040101010101" pitchFamily="2" charset="-122"/>
                <a:ea typeface="华文仿宋" panose="02010600040101010101" pitchFamily="2" charset="-122"/>
              </a:rPr>
              <a:t>软件工程</a:t>
            </a:r>
          </a:p>
        </p:txBody>
      </p:sp>
      <p:sp>
        <p:nvSpPr>
          <p:cNvPr id="4" name="矩形 3"/>
          <p:cNvSpPr/>
          <p:nvPr/>
        </p:nvSpPr>
        <p:spPr>
          <a:xfrm>
            <a:off x="486188" y="2428081"/>
            <a:ext cx="5000212" cy="3539430"/>
          </a:xfrm>
          <a:prstGeom prst="rect">
            <a:avLst/>
          </a:prstGeom>
        </p:spPr>
        <p:txBody>
          <a:bodyPr wrap="square">
            <a:spAutoFit/>
          </a:bodyPr>
          <a:lstStyle/>
          <a:p>
            <a:r>
              <a:rPr lang="en-US" altLang="zh-CN" sz="2800" dirty="0">
                <a:latin typeface="华文仿宋" panose="02010600040101010101" pitchFamily="2" charset="-122"/>
                <a:ea typeface="华文仿宋" panose="02010600040101010101" pitchFamily="2" charset="-122"/>
              </a:rPr>
              <a:t>         IEEE</a:t>
            </a:r>
            <a:r>
              <a:rPr lang="zh-CN" altLang="en-US" sz="2800" dirty="0">
                <a:latin typeface="华文仿宋" panose="02010600040101010101" pitchFamily="2" charset="-122"/>
                <a:ea typeface="华文仿宋" panose="02010600040101010101" pitchFamily="2" charset="-122"/>
              </a:rPr>
              <a:t>软件工程知识体系指南（</a:t>
            </a:r>
            <a:r>
              <a:rPr lang="en-US" altLang="zh-CN" sz="2800" dirty="0">
                <a:latin typeface="华文仿宋" panose="02010600040101010101" pitchFamily="2" charset="-122"/>
                <a:ea typeface="华文仿宋" panose="02010600040101010101" pitchFamily="2" charset="-122"/>
              </a:rPr>
              <a:t>SWEBOK</a:t>
            </a:r>
            <a:r>
              <a:rPr lang="zh-CN" altLang="en-US" sz="2800" dirty="0">
                <a:latin typeface="华文仿宋" panose="02010600040101010101" pitchFamily="2" charset="-122"/>
                <a:ea typeface="华文仿宋" panose="02010600040101010101" pitchFamily="2" charset="-122"/>
              </a:rPr>
              <a:t>：</a:t>
            </a:r>
            <a:r>
              <a:rPr lang="en-US" altLang="zh-CN" sz="2800" dirty="0">
                <a:latin typeface="华文仿宋" panose="02010600040101010101" pitchFamily="2" charset="-122"/>
                <a:ea typeface="华文仿宋" panose="02010600040101010101" pitchFamily="2" charset="-122"/>
              </a:rPr>
              <a:t>Guide to the Software Engineering Body of Knowledge</a:t>
            </a:r>
            <a:r>
              <a:rPr lang="zh-CN" altLang="en-US" sz="2800" dirty="0">
                <a:latin typeface="华文仿宋" panose="02010600040101010101" pitchFamily="2" charset="-122"/>
                <a:ea typeface="华文仿宋" panose="02010600040101010101" pitchFamily="2" charset="-122"/>
              </a:rPr>
              <a:t>）定义：</a:t>
            </a:r>
            <a:r>
              <a:rPr lang="zh-CN" altLang="en-US" sz="2800" dirty="0">
                <a:latin typeface="华文仿宋" panose="02010600040101010101" pitchFamily="2" charset="-122"/>
                <a:ea typeface="华文仿宋" panose="02010600040101010101" pitchFamily="2" charset="-122"/>
                <a:sym typeface="Wingdings" panose="05000000000000000000" pitchFamily="2" charset="2"/>
              </a:rPr>
              <a:t>（</a:t>
            </a:r>
            <a:r>
              <a:rPr lang="en-US" altLang="zh-CN" sz="2800" dirty="0">
                <a:latin typeface="华文仿宋" panose="02010600040101010101" pitchFamily="2" charset="-122"/>
                <a:ea typeface="华文仿宋" panose="02010600040101010101" pitchFamily="2" charset="-122"/>
                <a:sym typeface="Wingdings" panose="05000000000000000000" pitchFamily="2" charset="2"/>
              </a:rPr>
              <a:t>1</a:t>
            </a:r>
            <a:r>
              <a:rPr lang="zh-CN" altLang="en-US" sz="2800" dirty="0">
                <a:latin typeface="华文仿宋" panose="02010600040101010101" pitchFamily="2" charset="-122"/>
                <a:ea typeface="华文仿宋" panose="02010600040101010101" pitchFamily="2" charset="-122"/>
                <a:sym typeface="Wingdings" panose="05000000000000000000" pitchFamily="2" charset="2"/>
              </a:rPr>
              <a:t>）软件开发、实施、维护的系统化、规范化、可量化的方法的应用，也就是软件的应用工程；（</a:t>
            </a:r>
            <a:r>
              <a:rPr lang="en-US" altLang="zh-CN" sz="2800" dirty="0">
                <a:latin typeface="华文仿宋" panose="02010600040101010101" pitchFamily="2" charset="-122"/>
                <a:ea typeface="华文仿宋" panose="02010600040101010101" pitchFamily="2" charset="-122"/>
                <a:sym typeface="Wingdings" panose="05000000000000000000" pitchFamily="2" charset="2"/>
              </a:rPr>
              <a:t>2</a:t>
            </a:r>
            <a:r>
              <a:rPr lang="zh-CN" altLang="en-US" sz="2800" dirty="0">
                <a:latin typeface="华文仿宋" panose="02010600040101010101" pitchFamily="2" charset="-122"/>
                <a:ea typeface="华文仿宋" panose="02010600040101010101" pitchFamily="2" charset="-122"/>
                <a:sym typeface="Wingdings" panose="05000000000000000000" pitchFamily="2" charset="2"/>
              </a:rPr>
              <a:t>）对上述方法的研究。</a:t>
            </a:r>
            <a:endParaRPr lang="zh-CN" altLang="en-US" sz="2800"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1953" y="1625909"/>
            <a:ext cx="6003858" cy="4584765"/>
          </a:xfrm>
          <a:prstGeom prst="rect">
            <a:avLst/>
          </a:prstGeom>
        </p:spPr>
      </p:pic>
    </p:spTree>
    <p:extLst>
      <p:ext uri="{BB962C8B-B14F-4D97-AF65-F5344CB8AC3E}">
        <p14:creationId xmlns:p14="http://schemas.microsoft.com/office/powerpoint/2010/main" val="1038746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1571" y="1895066"/>
            <a:ext cx="4014091" cy="4031873"/>
          </a:xfrm>
          <a:prstGeom prst="rect">
            <a:avLst/>
          </a:prstGeom>
        </p:spPr>
        <p:txBody>
          <a:bodyPr wrap="square">
            <a:spAutoFit/>
          </a:bodyPr>
          <a:lstStyle/>
          <a:p>
            <a:r>
              <a:rPr lang="zh-CN" altLang="en-US" sz="3200" dirty="0">
                <a:latin typeface="华文仿宋" panose="02010600040101010101" pitchFamily="2" charset="-122"/>
                <a:ea typeface="华文仿宋" panose="02010600040101010101" pitchFamily="2" charset="-122"/>
              </a:rPr>
              <a:t>        软件工程是将系统化的、规范的、可量化的方法应用到软件的开发、运行及维护中，即将工程化方法应用于软件开发，以达到提高软件质量、降低开发成本的目的。</a:t>
            </a:r>
          </a:p>
        </p:txBody>
      </p:sp>
      <p:sp>
        <p:nvSpPr>
          <p:cNvPr id="3" name="文本框 2"/>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5092476" y="838821"/>
            <a:ext cx="1826141" cy="584775"/>
          </a:xfrm>
          <a:prstGeom prst="rect">
            <a:avLst/>
          </a:prstGeom>
          <a:noFill/>
        </p:spPr>
        <p:txBody>
          <a:bodyPr wrap="none" rtlCol="0">
            <a:spAutoFit/>
          </a:bodyPr>
          <a:lstStyle/>
          <a:p>
            <a:r>
              <a:rPr lang="zh-CN" altLang="en-US" sz="3200" b="1" dirty="0">
                <a:latin typeface="华文仿宋" panose="02010600040101010101" pitchFamily="2" charset="-122"/>
                <a:ea typeface="华文仿宋" panose="02010600040101010101" pitchFamily="2" charset="-122"/>
              </a:rPr>
              <a:t>软件工程</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2323" y="2126855"/>
            <a:ext cx="5993547" cy="4233974"/>
          </a:xfrm>
          <a:prstGeom prst="rect">
            <a:avLst/>
          </a:prstGeom>
        </p:spPr>
      </p:pic>
    </p:spTree>
    <p:extLst>
      <p:ext uri="{BB962C8B-B14F-4D97-AF65-F5344CB8AC3E}">
        <p14:creationId xmlns:p14="http://schemas.microsoft.com/office/powerpoint/2010/main" val="3207817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矩形 2"/>
          <p:cNvSpPr/>
          <p:nvPr/>
        </p:nvSpPr>
        <p:spPr>
          <a:xfrm>
            <a:off x="1086416" y="1328003"/>
            <a:ext cx="10384326" cy="4893647"/>
          </a:xfrm>
          <a:prstGeom prst="rect">
            <a:avLst/>
          </a:prstGeom>
        </p:spPr>
        <p:txBody>
          <a:bodyPr wrap="square">
            <a:spAutoFit/>
          </a:bodyPr>
          <a:lstStyle/>
          <a:p>
            <a:r>
              <a:rPr lang="en-US" altLang="zh-CN" sz="2400" dirty="0">
                <a:latin typeface="华文楷体" panose="02010600040101010101" pitchFamily="2" charset="-122"/>
                <a:ea typeface="华文楷体" panose="02010600040101010101" pitchFamily="2" charset="-122"/>
              </a:rPr>
              <a:t>        2011</a:t>
            </a:r>
            <a:r>
              <a:rPr lang="zh-CN" altLang="en-US" sz="2400" dirty="0">
                <a:latin typeface="华文楷体" panose="02010600040101010101" pitchFamily="2" charset="-122"/>
                <a:ea typeface="华文楷体" panose="02010600040101010101" pitchFamily="2" charset="-122"/>
              </a:rPr>
              <a:t>年</a:t>
            </a: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月，国务院学位委员会公布新修订的学科目录，其中把软件工程新增为一级学科。说明软件工程学科在国家战略层面上已经被提到一个新的高度。软件工程是涉及多个学科，是一门综合性交叉学科。</a:t>
            </a:r>
            <a:endParaRPr lang="en-US" altLang="zh-CN" sz="2400" dirty="0">
              <a:latin typeface="华文楷体" panose="02010600040101010101" pitchFamily="2" charset="-122"/>
              <a:ea typeface="华文楷体" panose="02010600040101010101" pitchFamily="2" charset="-122"/>
            </a:endParaRPr>
          </a:p>
          <a:p>
            <a:endParaRPr lang="en-US" altLang="zh-CN" sz="2400" dirty="0">
              <a:latin typeface="华文楷体" panose="02010600040101010101" pitchFamily="2" charset="-122"/>
              <a:ea typeface="华文楷体" panose="02010600040101010101" pitchFamily="2" charset="-122"/>
            </a:endParaRPr>
          </a:p>
          <a:p>
            <a:r>
              <a:rPr lang="zh-CN" altLang="en-US" sz="2400" b="1" dirty="0">
                <a:latin typeface="华文楷体" panose="02010600040101010101" pitchFamily="2" charset="-122"/>
                <a:ea typeface="华文楷体" panose="02010600040101010101" pitchFamily="2" charset="-122"/>
              </a:rPr>
              <a:t>软件工程与其他传统工程之间的关系</a:t>
            </a:r>
            <a:endParaRPr lang="en-US" altLang="zh-CN" sz="2400" b="1"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软件，可能根本就不同于人类历史上任何已有的人造制品，所以就不能像处理传统的工程那样处理软件的开发过程。</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任何软件或软件科学都不是自然的。程序的存在是因为有人编写，而人们编写的程序，只能在现有的计算机结构环境下运行，并最终输出反映实际问题的结果。</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因此，软件开发是一个动态、复杂的过程，它的整个开发生命周期受到许多因素的影响。比如开发成本、开发进度、雇主不断变化的需求、人际关系、软件复杂度和工程质量等。</a:t>
            </a:r>
          </a:p>
        </p:txBody>
      </p:sp>
    </p:spTree>
    <p:extLst>
      <p:ext uri="{BB962C8B-B14F-4D97-AF65-F5344CB8AC3E}">
        <p14:creationId xmlns:p14="http://schemas.microsoft.com/office/powerpoint/2010/main" val="3200673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584947" y="1198219"/>
            <a:ext cx="3775393" cy="523220"/>
          </a:xfrm>
          <a:prstGeom prst="rect">
            <a:avLst/>
          </a:prstGeom>
          <a:noFill/>
        </p:spPr>
        <p:txBody>
          <a:bodyPr wrap="none" rtlCol="0">
            <a:spAutoFit/>
          </a:bodyPr>
          <a:lstStyle/>
          <a:p>
            <a:r>
              <a:rPr lang="zh-CN" altLang="en-US" sz="2800" dirty="0">
                <a:latin typeface="华文楷体" panose="02010600040101010101" pitchFamily="2" charset="-122"/>
                <a:ea typeface="华文楷体" panose="02010600040101010101" pitchFamily="2" charset="-122"/>
              </a:rPr>
              <a:t>软件工程学科发展历程</a:t>
            </a:r>
          </a:p>
        </p:txBody>
      </p:sp>
      <p:grpSp>
        <p:nvGrpSpPr>
          <p:cNvPr id="4" name="组合 3"/>
          <p:cNvGrpSpPr/>
          <p:nvPr/>
        </p:nvGrpSpPr>
        <p:grpSpPr>
          <a:xfrm>
            <a:off x="627754" y="2128703"/>
            <a:ext cx="3305113" cy="3000054"/>
            <a:chOff x="3013494" y="2524580"/>
            <a:chExt cx="3305113" cy="3000054"/>
          </a:xfrm>
        </p:grpSpPr>
        <p:sp>
          <p:nvSpPr>
            <p:cNvPr id="5" name="矩形 4"/>
            <p:cNvSpPr/>
            <p:nvPr/>
          </p:nvSpPr>
          <p:spPr>
            <a:xfrm>
              <a:off x="3061699" y="2524580"/>
              <a:ext cx="1628454" cy="150002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690153" y="2524580"/>
              <a:ext cx="1628454" cy="150002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061699" y="4024607"/>
              <a:ext cx="1628454" cy="150002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690153" y="4024607"/>
              <a:ext cx="1628454" cy="1500027"/>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756846" y="3225892"/>
              <a:ext cx="1879480" cy="1701329"/>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014151" y="2663601"/>
              <a:ext cx="1723549" cy="461665"/>
            </a:xfrm>
            <a:prstGeom prst="rect">
              <a:avLst/>
            </a:prstGeom>
            <a:noFill/>
          </p:spPr>
          <p:txBody>
            <a:bodyPr wrap="none" rtlCol="0">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计算机科学</a:t>
              </a:r>
            </a:p>
          </p:txBody>
        </p:sp>
        <p:sp>
          <p:nvSpPr>
            <p:cNvPr id="11" name="文本框 10"/>
            <p:cNvSpPr txBox="1"/>
            <p:nvPr/>
          </p:nvSpPr>
          <p:spPr>
            <a:xfrm>
              <a:off x="3013494" y="4965489"/>
              <a:ext cx="1415772" cy="461665"/>
            </a:xfrm>
            <a:prstGeom prst="rect">
              <a:avLst/>
            </a:prstGeom>
            <a:noFill/>
          </p:spPr>
          <p:txBody>
            <a:bodyPr wrap="none" rtlCol="0">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管理科学</a:t>
              </a:r>
            </a:p>
          </p:txBody>
        </p:sp>
        <p:sp>
          <p:nvSpPr>
            <p:cNvPr id="12" name="文本框 11"/>
            <p:cNvSpPr txBox="1"/>
            <p:nvPr/>
          </p:nvSpPr>
          <p:spPr>
            <a:xfrm>
              <a:off x="5210611" y="2651509"/>
              <a:ext cx="1107996" cy="461665"/>
            </a:xfrm>
            <a:prstGeom prst="rect">
              <a:avLst/>
            </a:prstGeom>
            <a:noFill/>
          </p:spPr>
          <p:txBody>
            <a:bodyPr wrap="none" rtlCol="0">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经济学</a:t>
              </a:r>
            </a:p>
          </p:txBody>
        </p:sp>
        <p:sp>
          <p:nvSpPr>
            <p:cNvPr id="13" name="文本框 12"/>
            <p:cNvSpPr txBox="1"/>
            <p:nvPr/>
          </p:nvSpPr>
          <p:spPr>
            <a:xfrm>
              <a:off x="5210611" y="4967344"/>
              <a:ext cx="1107996" cy="461665"/>
            </a:xfrm>
            <a:prstGeom prst="rect">
              <a:avLst/>
            </a:prstGeom>
            <a:noFill/>
          </p:spPr>
          <p:txBody>
            <a:bodyPr wrap="none" rtlCol="0">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社会学</a:t>
              </a:r>
            </a:p>
          </p:txBody>
        </p:sp>
        <p:sp>
          <p:nvSpPr>
            <p:cNvPr id="14" name="文本框 13"/>
            <p:cNvSpPr txBox="1"/>
            <p:nvPr/>
          </p:nvSpPr>
          <p:spPr>
            <a:xfrm>
              <a:off x="4029814" y="3894400"/>
              <a:ext cx="1415772" cy="461665"/>
            </a:xfrm>
            <a:prstGeom prst="rect">
              <a:avLst/>
            </a:prstGeom>
            <a:noFill/>
          </p:spPr>
          <p:txBody>
            <a:bodyPr wrap="none" rtlCol="0">
              <a:spAutoFit/>
            </a:bodyPr>
            <a:lstStyle/>
            <a:p>
              <a:r>
                <a:rPr lang="zh-CN" altLang="en-US" sz="2400" b="1" dirty="0">
                  <a:solidFill>
                    <a:srgbClr val="92D050"/>
                  </a:solidFill>
                </a:rPr>
                <a:t>软件工程</a:t>
              </a:r>
            </a:p>
          </p:txBody>
        </p:sp>
      </p:grpSp>
      <p:sp>
        <p:nvSpPr>
          <p:cNvPr id="15" name="矩形 14"/>
          <p:cNvSpPr/>
          <p:nvPr/>
        </p:nvSpPr>
        <p:spPr>
          <a:xfrm>
            <a:off x="4593206" y="2338660"/>
            <a:ext cx="6596877" cy="2246769"/>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        软件与软件开发的确是人类进化过程中的一次创新。作为一门工程类学科，软件工程综合了计算机科学、管理科学、经济学和社会学等多门学科，形成了新型交叉学科，这是毫无疑问，水到渠成的。</a:t>
            </a:r>
          </a:p>
        </p:txBody>
      </p:sp>
      <p:sp>
        <p:nvSpPr>
          <p:cNvPr id="16" name="矩形 15"/>
          <p:cNvSpPr/>
          <p:nvPr/>
        </p:nvSpPr>
        <p:spPr>
          <a:xfrm>
            <a:off x="4593206" y="4800444"/>
            <a:ext cx="6596877" cy="1384995"/>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        直到</a:t>
            </a:r>
            <a:r>
              <a:rPr lang="en-US" altLang="zh-CN" sz="2800" dirty="0">
                <a:latin typeface="华文楷体" panose="02010600040101010101" pitchFamily="2" charset="-122"/>
                <a:ea typeface="华文楷体" panose="02010600040101010101" pitchFamily="2" charset="-122"/>
              </a:rPr>
              <a:t>20</a:t>
            </a:r>
            <a:r>
              <a:rPr lang="zh-CN" altLang="en-US" sz="2800" dirty="0">
                <a:latin typeface="华文楷体" panose="02010600040101010101" pitchFamily="2" charset="-122"/>
                <a:ea typeface="华文楷体" panose="02010600040101010101" pitchFamily="2" charset="-122"/>
              </a:rPr>
              <a:t>世纪</a:t>
            </a:r>
            <a:r>
              <a:rPr lang="en-US" altLang="zh-CN" sz="2800" dirty="0">
                <a:latin typeface="华文楷体" panose="02010600040101010101" pitchFamily="2" charset="-122"/>
                <a:ea typeface="华文楷体" panose="02010600040101010101" pitchFamily="2" charset="-122"/>
              </a:rPr>
              <a:t>80</a:t>
            </a:r>
            <a:r>
              <a:rPr lang="zh-CN" altLang="en-US" sz="2800" dirty="0">
                <a:latin typeface="华文楷体" panose="02010600040101010101" pitchFamily="2" charset="-122"/>
                <a:ea typeface="华文楷体" panose="02010600040101010101" pitchFamily="2" charset="-122"/>
              </a:rPr>
              <a:t>年代，真正的软件工程学科才被提到美国政府和教育机构的议事日程上来。</a:t>
            </a:r>
          </a:p>
        </p:txBody>
      </p:sp>
    </p:spTree>
    <p:extLst>
      <p:ext uri="{BB962C8B-B14F-4D97-AF65-F5344CB8AC3E}">
        <p14:creationId xmlns:p14="http://schemas.microsoft.com/office/powerpoint/2010/main" val="1192775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879508" y="1004888"/>
            <a:ext cx="3775393" cy="523220"/>
          </a:xfrm>
          <a:prstGeom prst="rect">
            <a:avLst/>
          </a:prstGeom>
          <a:noFill/>
        </p:spPr>
        <p:txBody>
          <a:bodyPr wrap="none" rtlCol="0">
            <a:spAutoFit/>
          </a:bodyPr>
          <a:lstStyle/>
          <a:p>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581169" y="1694175"/>
            <a:ext cx="5186035"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软件工程教育成长经历的而几个因素</a:t>
            </a:r>
          </a:p>
        </p:txBody>
      </p:sp>
      <p:sp>
        <p:nvSpPr>
          <p:cNvPr id="5" name="文本框 4"/>
          <p:cNvSpPr txBox="1"/>
          <p:nvPr/>
        </p:nvSpPr>
        <p:spPr>
          <a:xfrm>
            <a:off x="1428409" y="2234846"/>
            <a:ext cx="8443337"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影响因素之一：软件工程学科领域的起源及主要人物</a:t>
            </a:r>
          </a:p>
        </p:txBody>
      </p:sp>
      <p:sp>
        <p:nvSpPr>
          <p:cNvPr id="6" name="矩形 5"/>
          <p:cNvSpPr/>
          <p:nvPr/>
        </p:nvSpPr>
        <p:spPr>
          <a:xfrm>
            <a:off x="1064036" y="3011194"/>
            <a:ext cx="10352384" cy="3539430"/>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20</a:t>
            </a:r>
            <a:r>
              <a:rPr lang="zh-CN" altLang="en-US" sz="2800" dirty="0">
                <a:latin typeface="华文楷体" panose="02010600040101010101" pitchFamily="2" charset="-122"/>
                <a:ea typeface="华文楷体" panose="02010600040101010101" pitchFamily="2" charset="-122"/>
              </a:rPr>
              <a:t>世纪</a:t>
            </a:r>
            <a:r>
              <a:rPr lang="en-US" altLang="zh-CN" sz="2800" dirty="0">
                <a:latin typeface="华文楷体" panose="02010600040101010101" pitchFamily="2" charset="-122"/>
                <a:ea typeface="华文楷体" panose="02010600040101010101" pitchFamily="2" charset="-122"/>
              </a:rPr>
              <a:t>80</a:t>
            </a:r>
            <a:r>
              <a:rPr lang="zh-CN" altLang="en-US" sz="2800" dirty="0">
                <a:latin typeface="华文楷体" panose="02010600040101010101" pitchFamily="2" charset="-122"/>
                <a:ea typeface="华文楷体" panose="02010600040101010101" pitchFamily="2" charset="-122"/>
              </a:rPr>
              <a:t>年代中后期，卡耐基</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梅隆大学（</a:t>
            </a:r>
            <a:r>
              <a:rPr lang="en-US" altLang="zh-CN" sz="2800" dirty="0">
                <a:latin typeface="华文楷体" panose="02010600040101010101" pitchFamily="2" charset="-122"/>
                <a:ea typeface="华文楷体" panose="02010600040101010101" pitchFamily="2" charset="-122"/>
              </a:rPr>
              <a:t>CMU</a:t>
            </a:r>
            <a:r>
              <a:rPr lang="zh-CN" altLang="en-US" sz="2800" dirty="0">
                <a:latin typeface="华文楷体" panose="02010600040101010101" pitchFamily="2" charset="-122"/>
                <a:ea typeface="华文楷体" panose="02010600040101010101" pitchFamily="2" charset="-122"/>
              </a:rPr>
              <a:t>）接到了来自美国国防部</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DoD</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的一份合同，当时正在研制国家防卫预警系统的项目组，在系统开发过程中遇到了棘手的安全问题，得不到保障，于是要求</a:t>
            </a:r>
            <a:r>
              <a:rPr lang="en-US" altLang="zh-CN" sz="2800" dirty="0">
                <a:latin typeface="华文楷体" panose="02010600040101010101" pitchFamily="2" charset="-122"/>
                <a:ea typeface="华文楷体" panose="02010600040101010101" pitchFamily="2" charset="-122"/>
              </a:rPr>
              <a:t>CMU</a:t>
            </a:r>
            <a:r>
              <a:rPr lang="zh-CN" altLang="en-US" sz="2800" dirty="0">
                <a:latin typeface="华文楷体" panose="02010600040101010101" pitchFamily="2" charset="-122"/>
                <a:ea typeface="华文楷体" panose="02010600040101010101" pitchFamily="2" charset="-122"/>
              </a:rPr>
              <a:t>研究软件技术在未来国防发展战略上的课题。随后，学校决定为此专门成立软件工程研究所（</a:t>
            </a:r>
            <a:r>
              <a:rPr lang="en-US" altLang="zh-CN" sz="2800" dirty="0">
                <a:latin typeface="华文楷体" panose="02010600040101010101" pitchFamily="2" charset="-122"/>
                <a:ea typeface="华文楷体" panose="02010600040101010101" pitchFamily="2" charset="-122"/>
              </a:rPr>
              <a:t>SEI</a:t>
            </a:r>
            <a:r>
              <a:rPr lang="zh-CN" altLang="en-US" sz="2800" dirty="0">
                <a:latin typeface="华文楷体" panose="02010600040101010101" pitchFamily="2" charset="-122"/>
                <a:ea typeface="华文楷体" panose="02010600040101010101" pitchFamily="2" charset="-122"/>
              </a:rPr>
              <a:t>），通过工程化的方法解决软件开发过程中遇到的问题。后来的历史事实证明，</a:t>
            </a:r>
            <a:r>
              <a:rPr lang="en-US" altLang="zh-CN" sz="2800" dirty="0">
                <a:latin typeface="华文楷体" panose="02010600040101010101" pitchFamily="2" charset="-122"/>
                <a:ea typeface="华文楷体" panose="02010600040101010101" pitchFamily="2" charset="-122"/>
              </a:rPr>
              <a:t>SEI</a:t>
            </a:r>
            <a:r>
              <a:rPr lang="zh-CN" altLang="en-US" sz="2800" dirty="0">
                <a:latin typeface="华文楷体" panose="02010600040101010101" pitchFamily="2" charset="-122"/>
                <a:ea typeface="华文楷体" panose="02010600040101010101" pitchFamily="2" charset="-122"/>
              </a:rPr>
              <a:t>对软件工程教育的发展起到了决定性的作用。特别是产生了一批热衷软件工程教育事业的人。</a:t>
            </a:r>
          </a:p>
        </p:txBody>
      </p:sp>
    </p:spTree>
    <p:extLst>
      <p:ext uri="{BB962C8B-B14F-4D97-AF65-F5344CB8AC3E}">
        <p14:creationId xmlns:p14="http://schemas.microsoft.com/office/powerpoint/2010/main" val="3201642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3545510" y="1101998"/>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5" name="文本框 4"/>
          <p:cNvSpPr txBox="1"/>
          <p:nvPr/>
        </p:nvSpPr>
        <p:spPr>
          <a:xfrm>
            <a:off x="649150" y="1596007"/>
            <a:ext cx="7263527" cy="461665"/>
          </a:xfrm>
          <a:prstGeom prst="rect">
            <a:avLst/>
          </a:prstGeom>
          <a:noFill/>
        </p:spPr>
        <p:txBody>
          <a:bodyPr wrap="none" rtlCol="0">
            <a:spAutoFit/>
          </a:bodyPr>
          <a:lstStyle/>
          <a:p>
            <a:r>
              <a:rPr lang="zh-CN" altLang="en-US" sz="2400" dirty="0">
                <a:solidFill>
                  <a:srgbClr val="0070C0"/>
                </a:solidFill>
                <a:latin typeface="华文楷体" panose="02010600040101010101" pitchFamily="2" charset="-122"/>
                <a:ea typeface="华文楷体" panose="02010600040101010101" pitchFamily="2" charset="-122"/>
              </a:rPr>
              <a:t>影响因素之一：软件工程学科领域的起源及主要人物</a:t>
            </a:r>
          </a:p>
        </p:txBody>
      </p:sp>
      <p:sp>
        <p:nvSpPr>
          <p:cNvPr id="6" name="矩形 5"/>
          <p:cNvSpPr/>
          <p:nvPr/>
        </p:nvSpPr>
        <p:spPr>
          <a:xfrm>
            <a:off x="649150" y="2320849"/>
            <a:ext cx="10720246" cy="3970318"/>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SEI</a:t>
            </a:r>
            <a:r>
              <a:rPr lang="zh-CN" altLang="en-US" sz="2800" dirty="0">
                <a:latin typeface="华文楷体" panose="02010600040101010101" pitchFamily="2" charset="-122"/>
                <a:ea typeface="华文楷体" panose="02010600040101010101" pitchFamily="2" charset="-122"/>
              </a:rPr>
              <a:t>创建之初，学校从各个院系、校外软件企业抽调多位资深的、热心于软件工程教育事业的教授、专家充实这个重大项目。</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最早由擅长工业工程管理、战略信息系统的</a:t>
            </a:r>
            <a:r>
              <a:rPr lang="en-US" altLang="zh-CN" sz="2800" dirty="0">
                <a:latin typeface="华文楷体" panose="02010600040101010101" pitchFamily="2" charset="-122"/>
                <a:ea typeface="华文楷体" panose="02010600040101010101" pitchFamily="2" charset="-122"/>
              </a:rPr>
              <a:t>John H. Manley</a:t>
            </a:r>
            <a:r>
              <a:rPr lang="zh-CN" altLang="en-US" sz="2800" dirty="0">
                <a:latin typeface="华文楷体" panose="02010600040101010101" pitchFamily="2" charset="-122"/>
                <a:ea typeface="华文楷体" panose="02010600040101010101" pitchFamily="2" charset="-122"/>
              </a:rPr>
              <a:t>教授担任第一任主任；学数学出身并擅长教育管理的</a:t>
            </a:r>
            <a:r>
              <a:rPr lang="en-US" altLang="zh-CN" sz="2800" dirty="0">
                <a:latin typeface="华文楷体" panose="02010600040101010101" pitchFamily="2" charset="-122"/>
                <a:ea typeface="华文楷体" panose="02010600040101010101" pitchFamily="2" charset="-122"/>
              </a:rPr>
              <a:t>Norm Gibbs</a:t>
            </a:r>
            <a:r>
              <a:rPr lang="zh-CN" altLang="en-US" sz="2800" dirty="0">
                <a:latin typeface="华文楷体" panose="02010600040101010101" pitchFamily="2" charset="-122"/>
                <a:ea typeface="华文楷体" panose="02010600040101010101" pitchFamily="2" charset="-122"/>
              </a:rPr>
              <a:t>教授担任第一任教务长。当时学校的教务长是</a:t>
            </a:r>
            <a:r>
              <a:rPr lang="en-US" altLang="zh-CN" sz="2800" dirty="0">
                <a:latin typeface="华文楷体" panose="02010600040101010101" pitchFamily="2" charset="-122"/>
                <a:ea typeface="华文楷体" panose="02010600040101010101" pitchFamily="2" charset="-122"/>
              </a:rPr>
              <a:t>Anger Jorden</a:t>
            </a:r>
            <a:r>
              <a:rPr lang="zh-CN" altLang="en-US" sz="2800" dirty="0">
                <a:latin typeface="华文楷体" panose="02010600040101010101" pitchFamily="2" charset="-122"/>
                <a:ea typeface="华文楷体" panose="02010600040101010101" pitchFamily="2" charset="-122"/>
              </a:rPr>
              <a:t>教授，充当着项目中护卫勇士的角色；计算机学院教授</a:t>
            </a:r>
            <a:r>
              <a:rPr lang="en-US" altLang="zh-CN" sz="2800" dirty="0">
                <a:latin typeface="华文楷体" panose="02010600040101010101" pitchFamily="2" charset="-122"/>
                <a:ea typeface="华文楷体" panose="02010600040101010101" pitchFamily="2" charset="-122"/>
              </a:rPr>
              <a:t>Mary Shaw</a:t>
            </a:r>
            <a:r>
              <a:rPr lang="zh-CN" altLang="en-US" sz="2800" dirty="0">
                <a:latin typeface="华文楷体" panose="02010600040101010101" pitchFamily="2" charset="-122"/>
                <a:ea typeface="华文楷体" panose="02010600040101010101" pitchFamily="2" charset="-122"/>
              </a:rPr>
              <a:t>成为积极参与建言者，而当时计算机学院院长</a:t>
            </a:r>
            <a:r>
              <a:rPr lang="en-US" altLang="zh-CN" sz="2800" dirty="0" err="1">
                <a:latin typeface="华文楷体" panose="02010600040101010101" pitchFamily="2" charset="-122"/>
                <a:ea typeface="华文楷体" panose="02010600040101010101" pitchFamily="2" charset="-122"/>
              </a:rPr>
              <a:t>Nico</a:t>
            </a:r>
            <a:r>
              <a:rPr lang="en-US" altLang="zh-CN" sz="2800" dirty="0">
                <a:latin typeface="华文楷体" panose="02010600040101010101" pitchFamily="2" charset="-122"/>
                <a:ea typeface="华文楷体" panose="02010600040101010101" pitchFamily="2" charset="-122"/>
              </a:rPr>
              <a:t> </a:t>
            </a:r>
            <a:r>
              <a:rPr lang="en-US" altLang="zh-CN" sz="2800" dirty="0" err="1">
                <a:latin typeface="华文楷体" panose="02010600040101010101" pitchFamily="2" charset="-122"/>
                <a:ea typeface="华文楷体" panose="02010600040101010101" pitchFamily="2" charset="-122"/>
              </a:rPr>
              <a:t>Habermann</a:t>
            </a:r>
            <a:r>
              <a:rPr lang="zh-CN" altLang="en-US" sz="2800" dirty="0">
                <a:latin typeface="华文楷体" panose="02010600040101010101" pitchFamily="2" charset="-122"/>
                <a:ea typeface="华文楷体" panose="02010600040101010101" pitchFamily="2" charset="-122"/>
              </a:rPr>
              <a:t>教授在</a:t>
            </a:r>
            <a:r>
              <a:rPr lang="en-US" altLang="zh-CN" sz="2800" dirty="0">
                <a:latin typeface="华文楷体" panose="02010600040101010101" pitchFamily="2" charset="-122"/>
                <a:ea typeface="华文楷体" panose="02010600040101010101" pitchFamily="2" charset="-122"/>
              </a:rPr>
              <a:t>SEI</a:t>
            </a:r>
            <a:r>
              <a:rPr lang="zh-CN" altLang="en-US" sz="2800" dirty="0">
                <a:latin typeface="华文楷体" panose="02010600040101010101" pitchFamily="2" charset="-122"/>
                <a:ea typeface="华文楷体" panose="02010600040101010101" pitchFamily="2" charset="-122"/>
              </a:rPr>
              <a:t>各个成立初期受命于危难之际，也成为</a:t>
            </a:r>
            <a:r>
              <a:rPr lang="en-US" altLang="zh-CN" sz="2800" dirty="0">
                <a:latin typeface="华文楷体" panose="02010600040101010101" pitchFamily="2" charset="-122"/>
                <a:ea typeface="华文楷体" panose="02010600040101010101" pitchFamily="2" charset="-122"/>
              </a:rPr>
              <a:t>SEI</a:t>
            </a:r>
            <a:r>
              <a:rPr lang="zh-CN" altLang="en-US" sz="2800" dirty="0">
                <a:latin typeface="华文楷体" panose="02010600040101010101" pitchFamily="2" charset="-122"/>
                <a:ea typeface="华文楷体" panose="02010600040101010101" pitchFamily="2" charset="-122"/>
              </a:rPr>
              <a:t>的主要负责人。几年后，来自</a:t>
            </a:r>
            <a:r>
              <a:rPr lang="en-US" altLang="zh-CN" sz="2800" dirty="0">
                <a:latin typeface="华文楷体" panose="02010600040101010101" pitchFamily="2" charset="-122"/>
                <a:ea typeface="华文楷体" panose="02010600040101010101" pitchFamily="2" charset="-122"/>
              </a:rPr>
              <a:t>IBM</a:t>
            </a:r>
            <a:r>
              <a:rPr lang="zh-CN" altLang="en-US" sz="2800" dirty="0">
                <a:latin typeface="华文楷体" panose="02010600040101010101" pitchFamily="2" charset="-122"/>
                <a:ea typeface="华文楷体" panose="02010600040101010101" pitchFamily="2" charset="-122"/>
              </a:rPr>
              <a:t>联邦系统部的资深专家</a:t>
            </a:r>
            <a:r>
              <a:rPr lang="en-US" altLang="zh-CN" sz="2800" dirty="0">
                <a:latin typeface="华文楷体" panose="02010600040101010101" pitchFamily="2" charset="-122"/>
                <a:ea typeface="华文楷体" panose="02010600040101010101" pitchFamily="2" charset="-122"/>
              </a:rPr>
              <a:t>Nancy Mead</a:t>
            </a:r>
            <a:r>
              <a:rPr lang="zh-CN" altLang="en-US" sz="2800" dirty="0">
                <a:latin typeface="华文楷体" panose="02010600040101010101" pitchFamily="2" charset="-122"/>
                <a:ea typeface="华文楷体" panose="02010600040101010101" pitchFamily="2" charset="-122"/>
              </a:rPr>
              <a:t>接手该工作。</a:t>
            </a:r>
          </a:p>
        </p:txBody>
      </p:sp>
    </p:spTree>
    <p:extLst>
      <p:ext uri="{BB962C8B-B14F-4D97-AF65-F5344CB8AC3E}">
        <p14:creationId xmlns:p14="http://schemas.microsoft.com/office/powerpoint/2010/main" val="1131522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3971023" y="974386"/>
            <a:ext cx="5186035"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软件工程教育成长经历的而几个 因素</a:t>
            </a:r>
          </a:p>
        </p:txBody>
      </p:sp>
      <p:sp>
        <p:nvSpPr>
          <p:cNvPr id="5" name="文本框 4"/>
          <p:cNvSpPr txBox="1"/>
          <p:nvPr/>
        </p:nvSpPr>
        <p:spPr>
          <a:xfrm>
            <a:off x="631043" y="1500541"/>
            <a:ext cx="8443337"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影响因素之一：软件工程学科领域的起源及主要人物</a:t>
            </a:r>
          </a:p>
        </p:txBody>
      </p:sp>
      <p:sp>
        <p:nvSpPr>
          <p:cNvPr id="6" name="矩形 5"/>
          <p:cNvSpPr/>
          <p:nvPr/>
        </p:nvSpPr>
        <p:spPr>
          <a:xfrm>
            <a:off x="737271" y="2359381"/>
            <a:ext cx="10661042" cy="3970318"/>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这些人为了一个共同的目标，从不同的岗位走到一起，为软件工程学科建设贡献了他们的智慧。</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诺曼 吉布斯等深入业内企业、院校调研，了解当时软件开发的状况，分析、研究所存在的问题：软件开发基本还属于实验室研究或专门用途开发阶段，推广工程中受到编程语言、经费、人员组织和软件质量等限制。一个小型软件项目所用的专人、专用设备、专款专用开发没有问题，但一旦软件项目形成规模或形成体系，特别是想国防部战略预警这样庞大的系统中，就会出现各种各样的问题，最后导致项目失败。</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377198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4288515" y="895422"/>
            <a:ext cx="3775393" cy="523220"/>
          </a:xfrm>
          <a:prstGeom prst="rect">
            <a:avLst/>
          </a:prstGeom>
          <a:noFill/>
        </p:spPr>
        <p:txBody>
          <a:bodyPr wrap="none" rtlCol="0">
            <a:spAutoFit/>
          </a:bodyPr>
          <a:lstStyle/>
          <a:p>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3854549" y="1418642"/>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软件工程教育成长经历的几个因素</a:t>
            </a:r>
          </a:p>
        </p:txBody>
      </p:sp>
      <p:sp>
        <p:nvSpPr>
          <p:cNvPr id="5" name="文本框 4"/>
          <p:cNvSpPr txBox="1"/>
          <p:nvPr/>
        </p:nvSpPr>
        <p:spPr>
          <a:xfrm>
            <a:off x="538737" y="1783823"/>
            <a:ext cx="8443337"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影响因素之一：软件工程学科领域的起源及主要人物</a:t>
            </a:r>
          </a:p>
        </p:txBody>
      </p:sp>
      <p:sp>
        <p:nvSpPr>
          <p:cNvPr id="6" name="矩形 5"/>
          <p:cNvSpPr/>
          <p:nvPr/>
        </p:nvSpPr>
        <p:spPr>
          <a:xfrm>
            <a:off x="688341" y="2460128"/>
            <a:ext cx="10673758" cy="3970318"/>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他们注意到，作为较早从事计算机制造、软件研制开发的企业，</a:t>
            </a:r>
            <a:r>
              <a:rPr lang="en-US" altLang="zh-CN" sz="2800" dirty="0">
                <a:latin typeface="华文楷体" panose="02010600040101010101" pitchFamily="2" charset="-122"/>
                <a:ea typeface="华文楷体" panose="02010600040101010101" pitchFamily="2" charset="-122"/>
              </a:rPr>
              <a:t>IBM</a:t>
            </a:r>
            <a:r>
              <a:rPr lang="zh-CN" altLang="en-US" sz="2800" dirty="0">
                <a:latin typeface="华文楷体" panose="02010600040101010101" pitchFamily="2" charset="-122"/>
                <a:ea typeface="华文楷体" panose="02010600040101010101" pitchFamily="2" charset="-122"/>
              </a:rPr>
              <a:t>公司已经在这方面有过尝试，他们专门成立了软件工程研究所（历史上最早的软件工程研究所），率先提出结构化编程语言的思想，针对不同层次的软件开发人员成立了结构化编程工作室（</a:t>
            </a:r>
            <a:r>
              <a:rPr lang="en-US" altLang="zh-CN" sz="2800" dirty="0">
                <a:latin typeface="华文楷体" panose="02010600040101010101" pitchFamily="2" charset="-122"/>
                <a:ea typeface="华文楷体" panose="02010600040101010101" pitchFamily="2" charset="-122"/>
              </a:rPr>
              <a:t>SPW</a:t>
            </a:r>
            <a:r>
              <a:rPr lang="zh-CN" altLang="en-US" sz="2800" dirty="0">
                <a:latin typeface="华文楷体" panose="02010600040101010101" pitchFamily="2" charset="-122"/>
                <a:ea typeface="华文楷体" panose="02010600040101010101" pitchFamily="2" charset="-122"/>
              </a:rPr>
              <a:t>）、结构化设计工作室（</a:t>
            </a:r>
            <a:r>
              <a:rPr lang="en-US" altLang="zh-CN" sz="2800" dirty="0">
                <a:latin typeface="华文楷体" panose="02010600040101010101" pitchFamily="2" charset="-122"/>
                <a:ea typeface="华文楷体" panose="02010600040101010101" pitchFamily="2" charset="-122"/>
              </a:rPr>
              <a:t>SDW</a:t>
            </a:r>
            <a:r>
              <a:rPr lang="zh-CN" altLang="en-US" sz="2800" dirty="0">
                <a:latin typeface="华文楷体" panose="02010600040101010101" pitchFamily="2" charset="-122"/>
                <a:ea typeface="华文楷体" panose="02010600040101010101" pitchFamily="2" charset="-122"/>
              </a:rPr>
              <a:t>）、先进设计工作室（</a:t>
            </a:r>
            <a:r>
              <a:rPr lang="en-US" altLang="zh-CN" sz="2800" dirty="0">
                <a:latin typeface="华文楷体" panose="02010600040101010101" pitchFamily="2" charset="-122"/>
                <a:ea typeface="华文楷体" panose="02010600040101010101" pitchFamily="2" charset="-122"/>
              </a:rPr>
              <a:t>ADW</a:t>
            </a:r>
            <a:r>
              <a:rPr lang="zh-CN" altLang="en-US" sz="2800" dirty="0">
                <a:latin typeface="华文楷体" panose="02010600040101010101" pitchFamily="2" charset="-122"/>
                <a:ea typeface="华文楷体" panose="02010600040101010101" pitchFamily="2" charset="-122"/>
              </a:rPr>
              <a:t>）。工作室的模式也是模拟传统工程化训练工程师的思想建设的，编写教程，使软件开发人员在不同的岗位上都学习了相应的工程思想，在公司级层面上给培训讲师颁发资格证书，为工程师颁发合格证书。这些教学内容在以后的软件工程学科中也起到了补充作用。</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60570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4" name="文本框 3"/>
          <p:cNvSpPr txBox="1"/>
          <p:nvPr/>
        </p:nvSpPr>
        <p:spPr>
          <a:xfrm>
            <a:off x="4233193" y="895422"/>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5" name="文本框 4"/>
          <p:cNvSpPr txBox="1"/>
          <p:nvPr/>
        </p:nvSpPr>
        <p:spPr>
          <a:xfrm>
            <a:off x="475533" y="1446908"/>
            <a:ext cx="6647974"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影响因素之二：拟定学科建设的发展方向</a:t>
            </a:r>
          </a:p>
        </p:txBody>
      </p:sp>
      <p:sp>
        <p:nvSpPr>
          <p:cNvPr id="6" name="矩形 5"/>
          <p:cNvSpPr/>
          <p:nvPr/>
        </p:nvSpPr>
        <p:spPr>
          <a:xfrm>
            <a:off x="475533" y="2226784"/>
            <a:ext cx="11137085" cy="3970318"/>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影响软件工程学科建设的第一个因素就是最初热衷于软件工程教育事业的人们或领军人物。在他们的努力下，形成了软件工程学科建设方向的三份重要研究报告。</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为了掌握学科特点，上述人员专门成立了一个小组，称为</a:t>
            </a:r>
            <a:r>
              <a:rPr lang="en-US" altLang="zh-CN" sz="2800" dirty="0">
                <a:latin typeface="华文楷体" panose="02010600040101010101" pitchFamily="2" charset="-122"/>
                <a:ea typeface="华文楷体" panose="02010600040101010101" pitchFamily="2" charset="-122"/>
              </a:rPr>
              <a:t>WGSEE&amp;T(Work Group of Software Engineering Education &amp; Training)</a:t>
            </a:r>
            <a:r>
              <a:rPr lang="zh-CN" altLang="en-US" sz="2800" dirty="0">
                <a:latin typeface="华文楷体" panose="02010600040101010101" pitchFamily="2" charset="-122"/>
                <a:ea typeface="华文楷体" panose="02010600040101010101" pitchFamily="2" charset="-122"/>
              </a:rPr>
              <a:t>，即软件工程教育工作小组。该小组的最</a:t>
            </a:r>
            <a:r>
              <a:rPr lang="zh-CN" altLang="en-US" sz="2800" b="1" dirty="0">
                <a:solidFill>
                  <a:srgbClr val="C00000"/>
                </a:solidFill>
                <a:latin typeface="华文楷体" panose="02010600040101010101" pitchFamily="2" charset="-122"/>
                <a:ea typeface="华文楷体" panose="02010600040101010101" pitchFamily="2" charset="-122"/>
              </a:rPr>
              <a:t>核心的工作内容是培养软件工程人才</a:t>
            </a:r>
            <a:r>
              <a:rPr lang="zh-CN" altLang="en-US" sz="2800" dirty="0">
                <a:latin typeface="华文楷体" panose="02010600040101010101" pitchFamily="2" charset="-122"/>
                <a:ea typeface="华文楷体" panose="02010600040101010101" pitchFamily="2" charset="-122"/>
              </a:rPr>
              <a:t>。它提出了一套</a:t>
            </a:r>
            <a:r>
              <a:rPr lang="zh-CN" altLang="en-US" sz="2800" dirty="0">
                <a:solidFill>
                  <a:srgbClr val="00B050"/>
                </a:solidFill>
                <a:latin typeface="华文楷体" panose="02010600040101010101" pitchFamily="2" charset="-122"/>
                <a:ea typeface="华文楷体" panose="02010600040101010101" pitchFamily="2" charset="-122"/>
              </a:rPr>
              <a:t>学科建设</a:t>
            </a:r>
            <a:r>
              <a:rPr lang="zh-CN" altLang="en-US" sz="2800" dirty="0">
                <a:latin typeface="华文楷体" panose="02010600040101010101" pitchFamily="2" charset="-122"/>
                <a:ea typeface="华文楷体" panose="02010600040101010101" pitchFamily="2" charset="-122"/>
              </a:rPr>
              <a:t>、</a:t>
            </a:r>
            <a:r>
              <a:rPr lang="zh-CN" altLang="en-US" sz="2800" dirty="0">
                <a:solidFill>
                  <a:srgbClr val="7030A0"/>
                </a:solidFill>
                <a:latin typeface="华文楷体" panose="02010600040101010101" pitchFamily="2" charset="-122"/>
                <a:ea typeface="华文楷体" panose="02010600040101010101" pitchFamily="2" charset="-122"/>
              </a:rPr>
              <a:t>人才培养</a:t>
            </a:r>
            <a:r>
              <a:rPr lang="zh-CN" altLang="en-US" sz="2800" dirty="0">
                <a:latin typeface="华文楷体" panose="02010600040101010101" pitchFamily="2" charset="-122"/>
                <a:ea typeface="华文楷体" panose="02010600040101010101" pitchFamily="2" charset="-122"/>
              </a:rPr>
              <a:t>和</a:t>
            </a:r>
            <a:r>
              <a:rPr lang="zh-CN" altLang="en-US" sz="2800" dirty="0">
                <a:solidFill>
                  <a:srgbClr val="0070C0"/>
                </a:solidFill>
                <a:latin typeface="华文楷体" panose="02010600040101010101" pitchFamily="2" charset="-122"/>
                <a:ea typeface="华文楷体" panose="02010600040101010101" pitchFamily="2" charset="-122"/>
              </a:rPr>
              <a:t>校企合作</a:t>
            </a:r>
            <a:r>
              <a:rPr lang="zh-CN" altLang="en-US" sz="2800" dirty="0">
                <a:latin typeface="华文楷体" panose="02010600040101010101" pitchFamily="2" charset="-122"/>
                <a:ea typeface="华文楷体" panose="02010600040101010101" pitchFamily="2" charset="-122"/>
              </a:rPr>
              <a:t>的方案。随着这套方案的实施推广，美国的软件产业得到长足发展。这套方案具体内容涉及三个报告。</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500951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760176" y="791121"/>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140555" y="1337425"/>
            <a:ext cx="8196475"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影响因素之二：拟定学科建设的发展方向</a:t>
            </a:r>
            <a:r>
              <a:rPr lang="en-US" altLang="zh-CN" sz="2800" dirty="0">
                <a:solidFill>
                  <a:srgbClr val="0070C0"/>
                </a:solidFill>
                <a:latin typeface="华文楷体" panose="02010600040101010101" pitchFamily="2" charset="-122"/>
                <a:ea typeface="华文楷体" panose="02010600040101010101" pitchFamily="2" charset="-122"/>
              </a:rPr>
              <a:t>-</a:t>
            </a:r>
            <a:r>
              <a:rPr lang="zh-CN" altLang="en-US" sz="2800" dirty="0">
                <a:solidFill>
                  <a:srgbClr val="0070C0"/>
                </a:solidFill>
                <a:latin typeface="华文楷体" panose="02010600040101010101" pitchFamily="2" charset="-122"/>
                <a:ea typeface="华文楷体" panose="02010600040101010101" pitchFamily="2" charset="-122"/>
              </a:rPr>
              <a:t>三份报告</a:t>
            </a:r>
          </a:p>
        </p:txBody>
      </p:sp>
      <p:sp>
        <p:nvSpPr>
          <p:cNvPr id="5" name="矩形 4"/>
          <p:cNvSpPr/>
          <p:nvPr/>
        </p:nvSpPr>
        <p:spPr>
          <a:xfrm>
            <a:off x="822121" y="2104986"/>
            <a:ext cx="10284902" cy="4154984"/>
          </a:xfrm>
          <a:prstGeom prst="rect">
            <a:avLst/>
          </a:prstGeom>
        </p:spPr>
        <p:txBody>
          <a:bodyPr wrap="square">
            <a:spAutoFit/>
          </a:bodyPr>
          <a:lstStyle/>
          <a:p>
            <a:r>
              <a:rPr lang="en-US" altLang="zh-CN" sz="2400" dirty="0">
                <a:latin typeface="华文楷体" panose="02010600040101010101" pitchFamily="2" charset="-122"/>
                <a:ea typeface="华文楷体" panose="02010600040101010101" pitchFamily="2" charset="-122"/>
              </a:rPr>
              <a:t>       </a:t>
            </a:r>
            <a:r>
              <a:rPr lang="zh-CN" altLang="en-US" sz="2400" dirty="0">
                <a:solidFill>
                  <a:srgbClr val="C00000"/>
                </a:solidFill>
                <a:latin typeface="华文楷体" panose="02010600040101010101" pitchFamily="2" charset="-122"/>
                <a:ea typeface="华文楷体" panose="02010600040101010101" pitchFamily="2" charset="-122"/>
              </a:rPr>
              <a:t>第</a:t>
            </a:r>
            <a:r>
              <a:rPr lang="en-US" altLang="zh-CN" sz="2400" dirty="0">
                <a:solidFill>
                  <a:srgbClr val="C00000"/>
                </a:solidFill>
                <a:latin typeface="华文楷体" panose="02010600040101010101" pitchFamily="2" charset="-122"/>
                <a:ea typeface="华文楷体" panose="02010600040101010101" pitchFamily="2" charset="-122"/>
              </a:rPr>
              <a:t>1</a:t>
            </a:r>
            <a:r>
              <a:rPr lang="zh-CN" altLang="en-US" sz="2400" dirty="0">
                <a:solidFill>
                  <a:srgbClr val="C00000"/>
                </a:solidFill>
                <a:latin typeface="华文楷体" panose="02010600040101010101" pitchFamily="2" charset="-122"/>
                <a:ea typeface="华文楷体" panose="02010600040101010101" pitchFamily="2" charset="-122"/>
              </a:rPr>
              <a:t>份报告</a:t>
            </a:r>
            <a:r>
              <a:rPr lang="zh-CN" altLang="en-US" sz="2400" dirty="0">
                <a:latin typeface="华文楷体" panose="02010600040101010101" pitchFamily="2" charset="-122"/>
                <a:ea typeface="华文楷体" panose="02010600040101010101" pitchFamily="2" charset="-122"/>
              </a:rPr>
              <a:t>根据专业特点，提出培养计算机行业（或软件工程）人才首先要</a:t>
            </a:r>
            <a:r>
              <a:rPr lang="zh-CN" altLang="en-US" sz="2400" dirty="0">
                <a:solidFill>
                  <a:srgbClr val="00B050"/>
                </a:solidFill>
                <a:latin typeface="华文楷体" panose="02010600040101010101" pitchFamily="2" charset="-122"/>
                <a:ea typeface="华文楷体" panose="02010600040101010101" pitchFamily="2" charset="-122"/>
              </a:rPr>
              <a:t>遵循</a:t>
            </a:r>
            <a:r>
              <a:rPr lang="zh-CN" altLang="en-US" sz="2400" dirty="0">
                <a:latin typeface="华文楷体" panose="02010600040101010101" pitchFamily="2" charset="-122"/>
                <a:ea typeface="华文楷体" panose="02010600040101010101" pitchFamily="2" charset="-122"/>
              </a:rPr>
              <a:t>这个行业的</a:t>
            </a:r>
            <a:r>
              <a:rPr lang="zh-CN" altLang="en-US" sz="2400" dirty="0">
                <a:solidFill>
                  <a:srgbClr val="00B050"/>
                </a:solidFill>
                <a:latin typeface="华文楷体" panose="02010600040101010101" pitchFamily="2" charset="-122"/>
                <a:ea typeface="华文楷体" panose="02010600040101010101" pitchFamily="2" charset="-122"/>
              </a:rPr>
              <a:t>道德守</a:t>
            </a:r>
            <a:r>
              <a:rPr lang="zh-CN" altLang="en-US" sz="2400" dirty="0">
                <a:latin typeface="华文楷体" panose="02010600040101010101" pitchFamily="2" charset="-122"/>
                <a:ea typeface="华文楷体" panose="02010600040101010101" pitchFamily="2" charset="-122"/>
              </a:rPr>
              <a:t>则和</a:t>
            </a:r>
            <a:r>
              <a:rPr lang="zh-CN" altLang="en-US" sz="2400" dirty="0">
                <a:solidFill>
                  <a:srgbClr val="00B050"/>
                </a:solidFill>
                <a:latin typeface="华文楷体" panose="02010600040101010101" pitchFamily="2" charset="-122"/>
                <a:ea typeface="华文楷体" panose="02010600040101010101" pitchFamily="2" charset="-122"/>
              </a:rPr>
              <a:t>参加专业实践</a:t>
            </a:r>
            <a:r>
              <a:rPr lang="zh-CN" altLang="en-US" sz="2400" dirty="0">
                <a:latin typeface="华文楷体" panose="02010600040101010101" pitchFamily="2" charset="-122"/>
                <a:ea typeface="华文楷体" panose="02010600040101010101" pitchFamily="2" charset="-122"/>
              </a:rPr>
              <a:t>两项内容（</a:t>
            </a:r>
            <a:r>
              <a:rPr lang="en-US" altLang="zh-CN" sz="2400" dirty="0">
                <a:latin typeface="华文楷体" panose="02010600040101010101" pitchFamily="2" charset="-122"/>
                <a:ea typeface="华文楷体" panose="02010600040101010101" pitchFamily="2" charset="-122"/>
              </a:rPr>
              <a:t>Code of Ethics and Professional Practice</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报告认为，一个专业或学科的建设，首先必须要有一套具有行业特点的道德规范，规定行业里哪些事情可以做，那些事情不可以做，事先必须界定好，否则事后会出现混乱。以后发生的事实说明，这是至关重要的，起到了纲举目张的指导作用。在以后的教育和研究过程中，许多实质性的工作针对该项内容开展。例如东田纳西大学的</a:t>
            </a:r>
            <a:r>
              <a:rPr lang="en-US" altLang="zh-CN" sz="2400" dirty="0">
                <a:latin typeface="华文楷体" panose="02010600040101010101" pitchFamily="2" charset="-122"/>
                <a:ea typeface="华文楷体" panose="02010600040101010101" pitchFamily="2" charset="-122"/>
              </a:rPr>
              <a:t>Don </a:t>
            </a:r>
            <a:r>
              <a:rPr lang="en-US" altLang="zh-CN" sz="2400" dirty="0" err="1">
                <a:latin typeface="华文楷体" panose="02010600040101010101" pitchFamily="2" charset="-122"/>
                <a:ea typeface="华文楷体" panose="02010600040101010101" pitchFamily="2" charset="-122"/>
              </a:rPr>
              <a:t>Gotterbarn</a:t>
            </a:r>
            <a:r>
              <a:rPr lang="zh-CN" altLang="en-US" sz="2400" dirty="0">
                <a:latin typeface="华文楷体" panose="02010600040101010101" pitchFamily="2" charset="-122"/>
                <a:ea typeface="华文楷体" panose="02010600040101010101" pitchFamily="2" charset="-122"/>
              </a:rPr>
              <a:t>教授 专门成立了软件工程道德守则研究所，专门制定了专业软件开发和道德责任的国家标准。其二是根据行业特点和软件工程专业学生的教育，要使课堂教学与专业实践相结合，软件工程专业培养学生要不断地实践，注重学生动手实践能力的培养。</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627653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877870" y="838821"/>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140555" y="1483619"/>
            <a:ext cx="8196475"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影响因素之二：拟定学科建设的发展方向</a:t>
            </a:r>
            <a:r>
              <a:rPr lang="en-US" altLang="zh-CN" sz="2800" dirty="0">
                <a:solidFill>
                  <a:srgbClr val="0070C0"/>
                </a:solidFill>
                <a:latin typeface="华文楷体" panose="02010600040101010101" pitchFamily="2" charset="-122"/>
                <a:ea typeface="华文楷体" panose="02010600040101010101" pitchFamily="2" charset="-122"/>
              </a:rPr>
              <a:t>-</a:t>
            </a:r>
            <a:r>
              <a:rPr lang="zh-CN" altLang="en-US" sz="2800" dirty="0">
                <a:solidFill>
                  <a:srgbClr val="0070C0"/>
                </a:solidFill>
                <a:latin typeface="华文楷体" panose="02010600040101010101" pitchFamily="2" charset="-122"/>
                <a:ea typeface="华文楷体" panose="02010600040101010101" pitchFamily="2" charset="-122"/>
              </a:rPr>
              <a:t>三份报告</a:t>
            </a:r>
          </a:p>
        </p:txBody>
      </p:sp>
      <p:sp>
        <p:nvSpPr>
          <p:cNvPr id="5" name="矩形 4"/>
          <p:cNvSpPr/>
          <p:nvPr/>
        </p:nvSpPr>
        <p:spPr>
          <a:xfrm>
            <a:off x="872090" y="2255594"/>
            <a:ext cx="10447819" cy="3416320"/>
          </a:xfrm>
          <a:prstGeom prst="rect">
            <a:avLst/>
          </a:prstGeom>
        </p:spPr>
        <p:txBody>
          <a:bodyPr wrap="square">
            <a:spAutoFit/>
          </a:bodyPr>
          <a:lstStyle/>
          <a:p>
            <a:r>
              <a:rPr lang="en-US" altLang="zh-CN" sz="2400" dirty="0">
                <a:latin typeface="华文楷体" panose="02010600040101010101" pitchFamily="2" charset="-122"/>
                <a:ea typeface="华文楷体" panose="02010600040101010101" pitchFamily="2" charset="-122"/>
              </a:rPr>
              <a:t>       </a:t>
            </a:r>
            <a:r>
              <a:rPr lang="zh-CN" altLang="en-US" sz="2400" dirty="0">
                <a:solidFill>
                  <a:srgbClr val="C00000"/>
                </a:solidFill>
                <a:latin typeface="华文楷体" panose="02010600040101010101" pitchFamily="2" charset="-122"/>
                <a:ea typeface="华文楷体" panose="02010600040101010101" pitchFamily="2" charset="-122"/>
              </a:rPr>
              <a:t>第</a:t>
            </a:r>
            <a:r>
              <a:rPr lang="en-US" altLang="zh-CN" sz="2400" dirty="0">
                <a:solidFill>
                  <a:srgbClr val="C00000"/>
                </a:solidFill>
                <a:latin typeface="华文楷体" panose="02010600040101010101" pitchFamily="2" charset="-122"/>
                <a:ea typeface="华文楷体" panose="02010600040101010101" pitchFamily="2" charset="-122"/>
              </a:rPr>
              <a:t>2</a:t>
            </a:r>
            <a:r>
              <a:rPr lang="zh-CN" altLang="en-US" sz="2400" dirty="0">
                <a:solidFill>
                  <a:srgbClr val="C00000"/>
                </a:solidFill>
                <a:latin typeface="华文楷体" panose="02010600040101010101" pitchFamily="2" charset="-122"/>
                <a:ea typeface="华文楷体" panose="02010600040101010101" pitchFamily="2" charset="-122"/>
              </a:rPr>
              <a:t>份报告</a:t>
            </a:r>
            <a:r>
              <a:rPr lang="zh-CN" altLang="en-US" sz="2400" dirty="0">
                <a:latin typeface="华文楷体" panose="02010600040101010101" pitchFamily="2" charset="-122"/>
                <a:ea typeface="华文楷体" panose="02010600040101010101" pitchFamily="2" charset="-122"/>
              </a:rPr>
              <a:t>是（</a:t>
            </a:r>
            <a:r>
              <a:rPr lang="en-US" altLang="zh-CN" sz="2400" dirty="0">
                <a:latin typeface="华文楷体" panose="02010600040101010101" pitchFamily="2" charset="-122"/>
                <a:ea typeface="华文楷体" panose="02010600040101010101" pitchFamily="2" charset="-122"/>
              </a:rPr>
              <a:t>University-Industry Collaboration</a:t>
            </a:r>
            <a:r>
              <a:rPr lang="zh-CN" altLang="en-US" sz="2400" dirty="0">
                <a:latin typeface="华文楷体" panose="02010600040101010101" pitchFamily="2" charset="-122"/>
                <a:ea typeface="华文楷体" panose="02010600040101010101" pitchFamily="2" charset="-122"/>
              </a:rPr>
              <a:t>）。即学校软件工程学科与软件产业如何合作的前景分析报告。</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报告认为，</a:t>
            </a:r>
            <a:r>
              <a:rPr lang="zh-CN" altLang="en-US" sz="2400" b="1" dirty="0">
                <a:solidFill>
                  <a:srgbClr val="00B050"/>
                </a:solidFill>
                <a:latin typeface="华文楷体" panose="02010600040101010101" pitchFamily="2" charset="-122"/>
                <a:ea typeface="华文楷体" panose="02010600040101010101" pitchFamily="2" charset="-122"/>
              </a:rPr>
              <a:t>软件工程专业具有特殊性，且针对性很强，以前课堂上讲授的内容与实际开发的差距太大，导致开发过程的延误甚至失败，所以要求学习与软件企业间要经常互动，把一些传统的、适合软件开发的方法移植到软件工程中去，因为计算机软件技术毕竟是一门新兴学科。</a:t>
            </a:r>
            <a:r>
              <a:rPr lang="zh-CN" altLang="en-US" sz="2400" dirty="0">
                <a:latin typeface="华文楷体" panose="02010600040101010101" pitchFamily="2" charset="-122"/>
                <a:ea typeface="华文楷体" panose="02010600040101010101" pitchFamily="2" charset="-122"/>
              </a:rPr>
              <a:t>特别是软件系统开发项目规模越来越大，软件开发过程的管理、协调和领导，经费的使用等问题变得越来越重要，而且软件开发和传统的项目实施有很大的不同，软件工程被计算机界重视程度大幅度提高，以后的各种专业会与充分体现了这一点。</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2841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4303383" y="838821"/>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140555" y="1456355"/>
            <a:ext cx="8196475"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影响因素之二：拟定学科建设的发展方向</a:t>
            </a:r>
            <a:r>
              <a:rPr lang="en-US" altLang="zh-CN" sz="2800" dirty="0">
                <a:solidFill>
                  <a:srgbClr val="0070C0"/>
                </a:solidFill>
                <a:latin typeface="华文楷体" panose="02010600040101010101" pitchFamily="2" charset="-122"/>
                <a:ea typeface="华文楷体" panose="02010600040101010101" pitchFamily="2" charset="-122"/>
              </a:rPr>
              <a:t>-</a:t>
            </a:r>
            <a:r>
              <a:rPr lang="zh-CN" altLang="en-US" sz="2800" dirty="0">
                <a:solidFill>
                  <a:srgbClr val="0070C0"/>
                </a:solidFill>
                <a:latin typeface="华文楷体" panose="02010600040101010101" pitchFamily="2" charset="-122"/>
                <a:ea typeface="华文楷体" panose="02010600040101010101" pitchFamily="2" charset="-122"/>
              </a:rPr>
              <a:t>三份报告</a:t>
            </a:r>
          </a:p>
        </p:txBody>
      </p:sp>
      <p:sp>
        <p:nvSpPr>
          <p:cNvPr id="5" name="矩形 4"/>
          <p:cNvSpPr/>
          <p:nvPr/>
        </p:nvSpPr>
        <p:spPr>
          <a:xfrm>
            <a:off x="720982" y="2135444"/>
            <a:ext cx="10750035" cy="3785652"/>
          </a:xfrm>
          <a:prstGeom prst="rect">
            <a:avLst/>
          </a:prstGeom>
        </p:spPr>
        <p:txBody>
          <a:bodyPr wrap="square">
            <a:spAutoFit/>
          </a:bodyPr>
          <a:lstStyle/>
          <a:p>
            <a:r>
              <a:rPr lang="en-US" altLang="zh-CN" sz="2400" dirty="0">
                <a:latin typeface="华文楷体" panose="02010600040101010101" pitchFamily="2" charset="-122"/>
                <a:ea typeface="华文楷体" panose="02010600040101010101" pitchFamily="2" charset="-122"/>
              </a:rPr>
              <a:t>       </a:t>
            </a:r>
            <a:r>
              <a:rPr lang="zh-CN" altLang="en-US" sz="2400" dirty="0">
                <a:solidFill>
                  <a:srgbClr val="C00000"/>
                </a:solidFill>
                <a:latin typeface="华文楷体" panose="02010600040101010101" pitchFamily="2" charset="-122"/>
                <a:ea typeface="华文楷体" panose="02010600040101010101" pitchFamily="2" charset="-122"/>
              </a:rPr>
              <a:t>第</a:t>
            </a:r>
            <a:r>
              <a:rPr lang="en-US" altLang="zh-CN" sz="2400" dirty="0">
                <a:solidFill>
                  <a:srgbClr val="C00000"/>
                </a:solidFill>
                <a:latin typeface="华文楷体" panose="02010600040101010101" pitchFamily="2" charset="-122"/>
                <a:ea typeface="华文楷体" panose="02010600040101010101" pitchFamily="2" charset="-122"/>
              </a:rPr>
              <a:t>3</a:t>
            </a:r>
            <a:r>
              <a:rPr lang="zh-CN" altLang="en-US" sz="2400" dirty="0">
                <a:solidFill>
                  <a:srgbClr val="C00000"/>
                </a:solidFill>
                <a:latin typeface="华文楷体" panose="02010600040101010101" pitchFamily="2" charset="-122"/>
                <a:ea typeface="华文楷体" panose="02010600040101010101" pitchFamily="2" charset="-122"/>
              </a:rPr>
              <a:t>份报告</a:t>
            </a:r>
            <a:r>
              <a:rPr lang="zh-CN" altLang="en-US" sz="2400" dirty="0">
                <a:latin typeface="华文楷体" panose="02010600040101010101" pitchFamily="2" charset="-122"/>
                <a:ea typeface="华文楷体" panose="02010600040101010101" pitchFamily="2" charset="-122"/>
              </a:rPr>
              <a:t>是教学大纲（</a:t>
            </a:r>
            <a:r>
              <a:rPr lang="en-US" altLang="zh-CN" sz="2400" dirty="0">
                <a:latin typeface="华文楷体" panose="02010600040101010101" pitchFamily="2" charset="-122"/>
                <a:ea typeface="华文楷体" panose="02010600040101010101" pitchFamily="2" charset="-122"/>
              </a:rPr>
              <a:t>Curriculum</a:t>
            </a:r>
            <a:r>
              <a:rPr lang="zh-CN" altLang="en-US" sz="2400" dirty="0">
                <a:latin typeface="华文楷体" panose="02010600040101010101" pitchFamily="2" charset="-122"/>
                <a:ea typeface="华文楷体" panose="02010600040101010101" pitchFamily="2" charset="-122"/>
              </a:rPr>
              <a:t>）模式的研究。在上述两份报告的基础上，第</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份报告认为软件工程专业的学生毕业后，更多的是承担管理、领导和协调工作，脑子里首先要有工程化的思想。所以，学生除了学习计算机专业相关课程外，还要学习一些软件工程专业特有的课程，如软件架构设计、软件质量保证、软件的生命周期、人类资源管理以及信息技术管理学、软件成本核算、信息技术经济学、谈判艺术、人际沟通等。报告中研究了其他专业的教学方法后，专门为软件工程提出一些值得考虑的教学方法，比如模块化教学方法，工作室教学方法等。</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上述</a:t>
            </a: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份报告找到了软件工程学科发展的关键所在，为软件工程学科奠定了基础，为日后学科的建设发展起到了纲领性的指导作用。</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60379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979639" y="838821"/>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313167" y="1454850"/>
            <a:ext cx="7725192"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影响因素之三：软件工程学科建设过程中的活动</a:t>
            </a:r>
          </a:p>
        </p:txBody>
      </p:sp>
      <p:sp>
        <p:nvSpPr>
          <p:cNvPr id="5" name="矩形 4"/>
          <p:cNvSpPr/>
          <p:nvPr/>
        </p:nvSpPr>
        <p:spPr>
          <a:xfrm>
            <a:off x="617338" y="2132434"/>
            <a:ext cx="11299872" cy="4401205"/>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在软件工程学科的建设过程中，软件工程教育界相当具有凝聚力，活跃着一批在软件工程学科的基础期和成熟期提供指导的学者，专家，更有一批反复的回忆和活跃的团体支持机构。</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en-US" altLang="zh-CN" sz="2800" b="1" dirty="0">
                <a:solidFill>
                  <a:srgbClr val="C00000"/>
                </a:solidFill>
                <a:latin typeface="华文楷体" panose="02010600040101010101" pitchFamily="2" charset="-122"/>
                <a:ea typeface="华文楷体" panose="02010600040101010101" pitchFamily="2" charset="-122"/>
              </a:rPr>
              <a:t>CSEE&amp;T</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The Conference on Software Engineering Education and Training</a:t>
            </a:r>
            <a:r>
              <a:rPr lang="zh-CN" altLang="en-US" sz="2800" dirty="0">
                <a:latin typeface="华文楷体" panose="02010600040101010101" pitchFamily="2" charset="-122"/>
                <a:ea typeface="华文楷体" panose="02010600040101010101" pitchFamily="2" charset="-122"/>
              </a:rPr>
              <a:t>。软件工程教育与培训会议。</a:t>
            </a:r>
            <a:r>
              <a:rPr lang="en-US" altLang="zh-CN" sz="2800" dirty="0">
                <a:latin typeface="华文楷体" panose="02010600040101010101" pitchFamily="2" charset="-122"/>
                <a:ea typeface="华文楷体" panose="02010600040101010101" pitchFamily="2" charset="-122"/>
              </a:rPr>
              <a:t>1987</a:t>
            </a:r>
            <a:r>
              <a:rPr lang="zh-CN" altLang="en-US" sz="2800" dirty="0">
                <a:latin typeface="华文楷体" panose="02010600040101010101" pitchFamily="2" charset="-122"/>
                <a:ea typeface="华文楷体" panose="02010600040101010101" pitchFamily="2" charset="-122"/>
              </a:rPr>
              <a:t>年第</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届</a:t>
            </a:r>
            <a:endParaRPr lang="en-US" altLang="zh-CN" sz="2800" dirty="0">
              <a:latin typeface="华文楷体" panose="02010600040101010101" pitchFamily="2" charset="-122"/>
              <a:ea typeface="华文楷体" panose="02010600040101010101" pitchFamily="2" charset="-122"/>
            </a:endParaRPr>
          </a:p>
          <a:p>
            <a:r>
              <a:rPr lang="en-US" altLang="zh-CN" sz="2800" b="1" dirty="0">
                <a:solidFill>
                  <a:srgbClr val="C00000"/>
                </a:solidFill>
                <a:latin typeface="华文楷体" panose="02010600040101010101" pitchFamily="2" charset="-122"/>
                <a:ea typeface="华文楷体" panose="02010600040101010101" pitchFamily="2" charset="-122"/>
              </a:rPr>
              <a:t>SWEEP</a:t>
            </a:r>
            <a:r>
              <a:rPr lang="zh-CN" altLang="en-US" sz="2800" dirty="0">
                <a:latin typeface="华文楷体" panose="02010600040101010101" pitchFamily="2" charset="-122"/>
                <a:ea typeface="华文楷体" panose="02010600040101010101" pitchFamily="2" charset="-122"/>
              </a:rPr>
              <a:t>为软件工程课程建立完整的架构体系（</a:t>
            </a:r>
            <a:r>
              <a:rPr lang="en-US" altLang="zh-CN" sz="2800" dirty="0">
                <a:latin typeface="华文楷体" panose="02010600040101010101" pitchFamily="2" charset="-122"/>
                <a:ea typeface="华文楷体" panose="02010600040101010101" pitchFamily="2" charset="-122"/>
              </a:rPr>
              <a:t>SWEEP: the Software Engineering Education Project</a:t>
            </a:r>
            <a:r>
              <a:rPr lang="zh-CN" altLang="en-US" sz="2800" dirty="0">
                <a:latin typeface="华文楷体" panose="02010600040101010101" pitchFamily="2" charset="-122"/>
                <a:ea typeface="华文楷体" panose="02010600040101010101" pitchFamily="2" charset="-122"/>
              </a:rPr>
              <a:t>）。项目主要任务是为创建前面提到的</a:t>
            </a:r>
            <a:r>
              <a:rPr lang="en-US" altLang="zh-CN" sz="2800" dirty="0">
                <a:latin typeface="华文楷体" panose="02010600040101010101" pitchFamily="2" charset="-122"/>
                <a:ea typeface="华文楷体" panose="02010600040101010101" pitchFamily="2" charset="-122"/>
              </a:rPr>
              <a:t>3</a:t>
            </a:r>
            <a:r>
              <a:rPr lang="zh-CN" altLang="en-US" sz="2800" dirty="0">
                <a:latin typeface="华文楷体" panose="02010600040101010101" pitchFamily="2" charset="-122"/>
                <a:ea typeface="华文楷体" panose="02010600040101010101" pitchFamily="2" charset="-122"/>
              </a:rPr>
              <a:t>份报告中提到的软件工程本科课程教程和一套本科软件工程项目的评审准则草案的指导方针。</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17127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69263" y="824692"/>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3" name="文本框 2"/>
          <p:cNvSpPr txBox="1"/>
          <p:nvPr/>
        </p:nvSpPr>
        <p:spPr>
          <a:xfrm>
            <a:off x="558615" y="1376399"/>
            <a:ext cx="7725192"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影响因素之三：软件工程学科建设过程中的活动</a:t>
            </a:r>
          </a:p>
        </p:txBody>
      </p:sp>
      <p:sp>
        <p:nvSpPr>
          <p:cNvPr id="4" name="矩形 3"/>
          <p:cNvSpPr/>
          <p:nvPr/>
        </p:nvSpPr>
        <p:spPr>
          <a:xfrm>
            <a:off x="652222" y="2347155"/>
            <a:ext cx="10887555" cy="3539430"/>
          </a:xfrm>
          <a:prstGeom prst="rect">
            <a:avLst/>
          </a:prstGeom>
        </p:spPr>
        <p:txBody>
          <a:bodyPr wrap="square">
            <a:spAutoFit/>
          </a:bodyPr>
          <a:lstStyle/>
          <a:p>
            <a:r>
              <a:rPr lang="en-US" altLang="zh-CN" sz="2800" dirty="0">
                <a:latin typeface="华文楷体" panose="02010600040101010101" pitchFamily="2" charset="-122"/>
                <a:ea typeface="华文楷体" panose="02010600040101010101" pitchFamily="2" charset="-122"/>
              </a:rPr>
              <a:t>SWECC: the Software Engineering Coordinating Committee</a:t>
            </a:r>
            <a:r>
              <a:rPr lang="zh-CN" altLang="en-US" sz="2800" dirty="0">
                <a:latin typeface="华文楷体" panose="02010600040101010101" pitchFamily="2" charset="-122"/>
                <a:ea typeface="华文楷体" panose="02010600040101010101" pitchFamily="2" charset="-122"/>
              </a:rPr>
              <a:t>。成立于</a:t>
            </a:r>
            <a:r>
              <a:rPr lang="en-US" altLang="zh-CN" sz="2800" dirty="0">
                <a:latin typeface="华文楷体" panose="02010600040101010101" pitchFamily="2" charset="-122"/>
                <a:ea typeface="华文楷体" panose="02010600040101010101" pitchFamily="2" charset="-122"/>
              </a:rPr>
              <a:t>1998</a:t>
            </a:r>
            <a:r>
              <a:rPr lang="zh-CN" altLang="en-US" sz="2800" dirty="0">
                <a:latin typeface="华文楷体" panose="02010600040101010101" pitchFamily="2" charset="-122"/>
                <a:ea typeface="华文楷体" panose="02010600040101010101" pitchFamily="2" charset="-122"/>
              </a:rPr>
              <a:t>年，目的是促进软件工程作为一个学科的发展，以道德守则作为学科建设的出发点，通过高标准卓越的教学研究，促进师资队伍建设、教育创新和学科评估。</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SE2004</a:t>
            </a:r>
            <a:r>
              <a:rPr lang="zh-CN" altLang="en-US" sz="2800" dirty="0">
                <a:latin typeface="华文楷体" panose="02010600040101010101" pitchFamily="2" charset="-122"/>
                <a:ea typeface="华文楷体" panose="02010600040101010101" pitchFamily="2" charset="-122"/>
              </a:rPr>
              <a:t>建立了软件工程本科生学位教程大纲指南。软件工程本科生学位教程指南</a:t>
            </a:r>
            <a:r>
              <a:rPr lang="en-US" altLang="zh-CN" sz="2800" dirty="0">
                <a:latin typeface="华文楷体" panose="02010600040101010101" pitchFamily="2" charset="-122"/>
                <a:ea typeface="华文楷体" panose="02010600040101010101" pitchFamily="2" charset="-122"/>
              </a:rPr>
              <a:t>2004</a:t>
            </a:r>
            <a:r>
              <a:rPr lang="zh-CN" altLang="en-US" sz="2800" dirty="0">
                <a:latin typeface="华文楷体" panose="02010600040101010101" pitchFamily="2" charset="-122"/>
                <a:ea typeface="华文楷体" panose="02010600040101010101" pitchFamily="2" charset="-122"/>
              </a:rPr>
              <a:t>替换早期的项目名“软件工程计算机类教程”</a:t>
            </a:r>
            <a:r>
              <a:rPr lang="en-US" altLang="zh-CN" sz="2800" dirty="0">
                <a:latin typeface="华文楷体" panose="02010600040101010101" pitchFamily="2" charset="-122"/>
                <a:ea typeface="华文楷体" panose="02010600040101010101" pitchFamily="2" charset="-122"/>
              </a:rPr>
              <a:t>CCSE</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Computing Curriculum Software Engineering</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p:txBody>
      </p:sp>
      <p:sp>
        <p:nvSpPr>
          <p:cNvPr id="5" name="文本框 4"/>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Tree>
    <p:extLst>
      <p:ext uri="{BB962C8B-B14F-4D97-AF65-F5344CB8AC3E}">
        <p14:creationId xmlns:p14="http://schemas.microsoft.com/office/powerpoint/2010/main" val="603727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4125975" y="793249"/>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433927" y="1316469"/>
            <a:ext cx="8432117"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影响因素之四：</a:t>
            </a:r>
            <a:r>
              <a:rPr lang="en-US" altLang="zh-CN" sz="2800" dirty="0">
                <a:solidFill>
                  <a:srgbClr val="0070C0"/>
                </a:solidFill>
                <a:latin typeface="华文楷体" panose="02010600040101010101" pitchFamily="2" charset="-122"/>
                <a:ea typeface="华文楷体" panose="02010600040101010101" pitchFamily="2" charset="-122"/>
              </a:rPr>
              <a:t>MSE</a:t>
            </a:r>
            <a:r>
              <a:rPr lang="zh-CN" altLang="en-US" sz="2800" dirty="0">
                <a:solidFill>
                  <a:srgbClr val="0070C0"/>
                </a:solidFill>
                <a:latin typeface="华文楷体" panose="02010600040101010101" pitchFamily="2" charset="-122"/>
                <a:ea typeface="华文楷体" panose="02010600040101010101" pitchFamily="2" charset="-122"/>
              </a:rPr>
              <a:t>成为信息技术产业腾飞的新起点</a:t>
            </a:r>
          </a:p>
        </p:txBody>
      </p:sp>
      <p:sp>
        <p:nvSpPr>
          <p:cNvPr id="5" name="矩形 4"/>
          <p:cNvSpPr/>
          <p:nvPr/>
        </p:nvSpPr>
        <p:spPr>
          <a:xfrm>
            <a:off x="1294646" y="2132673"/>
            <a:ext cx="10040293" cy="3785652"/>
          </a:xfrm>
          <a:prstGeom prst="rect">
            <a:avLst/>
          </a:prstGeom>
        </p:spPr>
        <p:txBody>
          <a:bodyPr wrap="square">
            <a:spAutoFit/>
          </a:bodyPr>
          <a:lstStyle/>
          <a:p>
            <a:r>
              <a:rPr lang="zh-CN" altLang="en-US" sz="2400" dirty="0">
                <a:latin typeface="华文楷体" panose="02010600040101010101" pitchFamily="2" charset="-122"/>
                <a:ea typeface="华文楷体" panose="02010600040101010101" pitchFamily="2" charset="-122"/>
              </a:rPr>
              <a:t>        在软件工程学科的建设过程中，所有项目不是一蹴而就的。在本科专业学科没有建成之前，</a:t>
            </a:r>
            <a:r>
              <a:rPr lang="en-US" altLang="zh-CN" sz="2400" dirty="0">
                <a:latin typeface="华文楷体" panose="02010600040101010101" pitchFamily="2" charset="-122"/>
                <a:ea typeface="华文楷体" panose="02010600040101010101" pitchFamily="2" charset="-122"/>
              </a:rPr>
              <a:t>SEI</a:t>
            </a:r>
            <a:r>
              <a:rPr lang="zh-CN" altLang="en-US" sz="2400" dirty="0">
                <a:latin typeface="华文楷体" panose="02010600040101010101" pitchFamily="2" charset="-122"/>
                <a:ea typeface="华文楷体" panose="02010600040101010101" pitchFamily="2" charset="-122"/>
              </a:rPr>
              <a:t>根据当时的实际情况，率先开发了</a:t>
            </a:r>
            <a:r>
              <a:rPr lang="en-US" altLang="zh-CN" sz="2400" dirty="0">
                <a:latin typeface="华文楷体" panose="02010600040101010101" pitchFamily="2" charset="-122"/>
                <a:ea typeface="华文楷体" panose="02010600040101010101" pitchFamily="2" charset="-122"/>
              </a:rPr>
              <a:t>MSE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Master of Software Engineering</a:t>
            </a:r>
            <a:r>
              <a:rPr lang="zh-CN" altLang="en-US" sz="2400" dirty="0">
                <a:latin typeface="华文楷体" panose="02010600040101010101" pitchFamily="2" charset="-122"/>
                <a:ea typeface="华文楷体" panose="02010600040101010101" pitchFamily="2" charset="-122"/>
              </a:rPr>
              <a:t>）。招生简章明确写着培养目的，就是通过多年的努力，培养出能够改善软件开发环境和行业发展的带头人、这个行业的领导人，在技术上是精明和拥有先进的管理、领导能力和沟通技巧的高层次人员。</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MSE</a:t>
            </a:r>
            <a:r>
              <a:rPr lang="zh-CN" altLang="en-US" sz="2400" dirty="0">
                <a:latin typeface="华文楷体" panose="02010600040101010101" pitchFamily="2" charset="-122"/>
                <a:ea typeface="华文楷体" panose="02010600040101010101" pitchFamily="2" charset="-122"/>
              </a:rPr>
              <a:t>项目的目的是安排那些已经工作数年的软件工程师们重回学校学习。除了学习与计算机科学有关的课程外，更多地是学习与软件开发过程相关的课程，让他们懂得如何控制开发成本，明确系统架构优劣和软件复杂度。</a:t>
            </a:r>
            <a:endParaRPr lang="en-US" altLang="zh-CN"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42736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3" name="文本框 2"/>
          <p:cNvSpPr txBox="1"/>
          <p:nvPr/>
        </p:nvSpPr>
        <p:spPr>
          <a:xfrm>
            <a:off x="3935853" y="846993"/>
            <a:ext cx="487825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软件工程教育成长经历的几个 因素</a:t>
            </a:r>
          </a:p>
        </p:txBody>
      </p:sp>
      <p:sp>
        <p:nvSpPr>
          <p:cNvPr id="4" name="文本框 3"/>
          <p:cNvSpPr txBox="1"/>
          <p:nvPr/>
        </p:nvSpPr>
        <p:spPr>
          <a:xfrm>
            <a:off x="144216" y="1735680"/>
            <a:ext cx="8432117" cy="523220"/>
          </a:xfrm>
          <a:prstGeom prst="rect">
            <a:avLst/>
          </a:prstGeom>
          <a:noFill/>
        </p:spPr>
        <p:txBody>
          <a:bodyPr wrap="none" rtlCol="0">
            <a:spAutoFit/>
          </a:bodyPr>
          <a:lstStyle/>
          <a:p>
            <a:r>
              <a:rPr lang="zh-CN" altLang="en-US" sz="2800" dirty="0">
                <a:solidFill>
                  <a:srgbClr val="0070C0"/>
                </a:solidFill>
                <a:latin typeface="华文楷体" panose="02010600040101010101" pitchFamily="2" charset="-122"/>
                <a:ea typeface="华文楷体" panose="02010600040101010101" pitchFamily="2" charset="-122"/>
              </a:rPr>
              <a:t>影响因素之四：</a:t>
            </a:r>
            <a:r>
              <a:rPr lang="en-US" altLang="zh-CN" sz="2800" dirty="0">
                <a:solidFill>
                  <a:srgbClr val="0070C0"/>
                </a:solidFill>
                <a:latin typeface="华文楷体" panose="02010600040101010101" pitchFamily="2" charset="-122"/>
                <a:ea typeface="华文楷体" panose="02010600040101010101" pitchFamily="2" charset="-122"/>
              </a:rPr>
              <a:t>MSE</a:t>
            </a:r>
            <a:r>
              <a:rPr lang="zh-CN" altLang="en-US" sz="2800" dirty="0">
                <a:solidFill>
                  <a:srgbClr val="0070C0"/>
                </a:solidFill>
                <a:latin typeface="华文楷体" panose="02010600040101010101" pitchFamily="2" charset="-122"/>
                <a:ea typeface="华文楷体" panose="02010600040101010101" pitchFamily="2" charset="-122"/>
              </a:rPr>
              <a:t>成为信息技术产业腾飞的新起点</a:t>
            </a:r>
          </a:p>
        </p:txBody>
      </p:sp>
      <p:sp>
        <p:nvSpPr>
          <p:cNvPr id="5" name="矩形 4"/>
          <p:cNvSpPr/>
          <p:nvPr/>
        </p:nvSpPr>
        <p:spPr>
          <a:xfrm>
            <a:off x="717563" y="2889023"/>
            <a:ext cx="10952354" cy="2677656"/>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        第四个因素是软件工程学科的最终目的是培养这个行业的管理者、协调者和领导者，而不是只会编程序的软件工程师。在官僚主义非常严重的美国，要认定一个新学科的出台是一件非常困难的事情。软件工程学科的出台也是如此，需要递交许多文件，得到多个权威部门的认可。</a:t>
            </a:r>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        SEI</a:t>
            </a:r>
            <a:r>
              <a:rPr lang="zh-CN" altLang="en-US" sz="2800" dirty="0">
                <a:latin typeface="华文楷体" panose="02010600040101010101" pitchFamily="2" charset="-122"/>
                <a:ea typeface="华文楷体" panose="02010600040101010101" pitchFamily="2" charset="-122"/>
              </a:rPr>
              <a:t>功不可没。</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57158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2E2266B-2EC7-447F-B6F7-7471A1D1CC48}"/>
              </a:ext>
            </a:extLst>
          </p:cNvPr>
          <p:cNvSpPr txBox="1"/>
          <p:nvPr/>
        </p:nvSpPr>
        <p:spPr>
          <a:xfrm>
            <a:off x="558615" y="315601"/>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01 </a:t>
            </a:r>
            <a:r>
              <a:rPr lang="zh-CN" altLang="en-US" sz="2800" dirty="0">
                <a:latin typeface="华文楷体" panose="02010600040101010101" pitchFamily="2" charset="-122"/>
                <a:ea typeface="华文楷体" panose="02010600040101010101" pitchFamily="2" charset="-122"/>
              </a:rPr>
              <a:t>软件工程学科发展历程</a:t>
            </a:r>
          </a:p>
        </p:txBody>
      </p:sp>
      <p:sp>
        <p:nvSpPr>
          <p:cNvPr id="6" name="文本框 5">
            <a:extLst>
              <a:ext uri="{FF2B5EF4-FFF2-40B4-BE49-F238E27FC236}">
                <a16:creationId xmlns:a16="http://schemas.microsoft.com/office/drawing/2014/main" id="{BC1CB3C9-CB87-4EB3-988F-8FBAF91BD9E1}"/>
              </a:ext>
            </a:extLst>
          </p:cNvPr>
          <p:cNvSpPr txBox="1"/>
          <p:nvPr/>
        </p:nvSpPr>
        <p:spPr>
          <a:xfrm>
            <a:off x="129049" y="3174764"/>
            <a:ext cx="1620957" cy="523220"/>
          </a:xfrm>
          <a:prstGeom prst="rect">
            <a:avLst/>
          </a:prstGeom>
          <a:noFill/>
        </p:spPr>
        <p:txBody>
          <a:bodyPr wrap="none" rtlCol="0">
            <a:spAutoFit/>
          </a:bodyPr>
          <a:lstStyle/>
          <a:p>
            <a:r>
              <a:rPr lang="zh-CN" altLang="en-US" sz="2800" dirty="0">
                <a:latin typeface="KaiTi" panose="02010609060101010101" pitchFamily="49" charset="-122"/>
                <a:ea typeface="KaiTi" panose="02010609060101010101" pitchFamily="49" charset="-122"/>
              </a:rPr>
              <a:t>软件工程</a:t>
            </a:r>
          </a:p>
        </p:txBody>
      </p:sp>
      <p:sp>
        <p:nvSpPr>
          <p:cNvPr id="7" name="左大括号 6">
            <a:extLst>
              <a:ext uri="{FF2B5EF4-FFF2-40B4-BE49-F238E27FC236}">
                <a16:creationId xmlns:a16="http://schemas.microsoft.com/office/drawing/2014/main" id="{5AAE1BE5-89AC-4F99-B66E-2E6B5C941BD9}"/>
              </a:ext>
            </a:extLst>
          </p:cNvPr>
          <p:cNvSpPr/>
          <p:nvPr/>
        </p:nvSpPr>
        <p:spPr>
          <a:xfrm>
            <a:off x="2062624" y="1464699"/>
            <a:ext cx="914400" cy="3962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91B9285-8107-4DFB-A3C4-DC23EB96708B}"/>
              </a:ext>
            </a:extLst>
          </p:cNvPr>
          <p:cNvSpPr txBox="1"/>
          <p:nvPr/>
        </p:nvSpPr>
        <p:spPr>
          <a:xfrm>
            <a:off x="3138949" y="1255476"/>
            <a:ext cx="8392041" cy="1138773"/>
          </a:xfrm>
          <a:prstGeom prst="rect">
            <a:avLst/>
          </a:prstGeom>
          <a:noFill/>
        </p:spPr>
        <p:txBody>
          <a:bodyPr wrap="none" rtlCol="0">
            <a:spAutoFit/>
          </a:bodyPr>
          <a:lstStyle/>
          <a:p>
            <a:r>
              <a:rPr lang="zh-CN" altLang="en-US" sz="2800" dirty="0">
                <a:latin typeface="KaiTi" panose="02010609060101010101" pitchFamily="49" charset="-122"/>
                <a:ea typeface="KaiTi" panose="02010609060101010101" pitchFamily="49" charset="-122"/>
              </a:rPr>
              <a:t>软件工程理论</a:t>
            </a:r>
            <a:endParaRPr lang="en-US" altLang="zh-CN" sz="28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研究软件工程形式化方法，软件自动生成与演化，软件建模分析与验证、</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软件行为学等</a:t>
            </a:r>
          </a:p>
        </p:txBody>
      </p:sp>
      <p:sp>
        <p:nvSpPr>
          <p:cNvPr id="11" name="文本框 10">
            <a:extLst>
              <a:ext uri="{FF2B5EF4-FFF2-40B4-BE49-F238E27FC236}">
                <a16:creationId xmlns:a16="http://schemas.microsoft.com/office/drawing/2014/main" id="{EE1CEA52-CD10-42F3-BE2C-99A41D6FBE8C}"/>
              </a:ext>
            </a:extLst>
          </p:cNvPr>
          <p:cNvSpPr txBox="1"/>
          <p:nvPr/>
        </p:nvSpPr>
        <p:spPr>
          <a:xfrm>
            <a:off x="3138948" y="2451489"/>
            <a:ext cx="8392041" cy="1446550"/>
          </a:xfrm>
          <a:prstGeom prst="rect">
            <a:avLst/>
          </a:prstGeom>
          <a:noFill/>
        </p:spPr>
        <p:txBody>
          <a:bodyPr wrap="none" rtlCol="0">
            <a:spAutoFit/>
          </a:bodyPr>
          <a:lstStyle/>
          <a:p>
            <a:r>
              <a:rPr lang="zh-CN" altLang="en-US" sz="2800" dirty="0">
                <a:latin typeface="KaiTi" panose="02010609060101010101" pitchFamily="49" charset="-122"/>
                <a:ea typeface="KaiTi" panose="02010609060101010101" pitchFamily="49" charset="-122"/>
              </a:rPr>
              <a:t>软件工程技术</a:t>
            </a:r>
            <a:endParaRPr lang="en-US" altLang="zh-CN" sz="28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研究需求工程，软件方法学、软件规范语言、软件体系架构、软件测试与</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质量保证、软件再工程、基于模型和逻辑推理的软件验证方法、软件工程</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环境与开发工具、面向领域的软件工程方法与技术等。</a:t>
            </a:r>
          </a:p>
        </p:txBody>
      </p:sp>
      <p:sp>
        <p:nvSpPr>
          <p:cNvPr id="13" name="文本框 12">
            <a:extLst>
              <a:ext uri="{FF2B5EF4-FFF2-40B4-BE49-F238E27FC236}">
                <a16:creationId xmlns:a16="http://schemas.microsoft.com/office/drawing/2014/main" id="{9F79FDFB-BA32-481A-ADC9-0E4AD77CD572}"/>
              </a:ext>
            </a:extLst>
          </p:cNvPr>
          <p:cNvSpPr txBox="1"/>
          <p:nvPr/>
        </p:nvSpPr>
        <p:spPr>
          <a:xfrm>
            <a:off x="3138947" y="3980549"/>
            <a:ext cx="8135560" cy="830997"/>
          </a:xfrm>
          <a:prstGeom prst="rect">
            <a:avLst/>
          </a:prstGeom>
          <a:noFill/>
        </p:spPr>
        <p:txBody>
          <a:bodyPr wrap="none" rtlCol="0">
            <a:spAutoFit/>
          </a:bodyPr>
          <a:lstStyle/>
          <a:p>
            <a:r>
              <a:rPr lang="zh-CN" altLang="en-US" sz="2800" dirty="0">
                <a:latin typeface="KaiTi" panose="02010609060101010101" pitchFamily="49" charset="-122"/>
                <a:ea typeface="KaiTi" panose="02010609060101010101" pitchFamily="49" charset="-122"/>
              </a:rPr>
              <a:t>软件工程管理</a:t>
            </a:r>
            <a:endParaRPr lang="en-US" altLang="zh-CN" sz="28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研究软件配置管理、软件过程技术、软件项目管理、软件度量方法等。</a:t>
            </a:r>
          </a:p>
        </p:txBody>
      </p:sp>
      <p:sp>
        <p:nvSpPr>
          <p:cNvPr id="15" name="文本框 14">
            <a:extLst>
              <a:ext uri="{FF2B5EF4-FFF2-40B4-BE49-F238E27FC236}">
                <a16:creationId xmlns:a16="http://schemas.microsoft.com/office/drawing/2014/main" id="{D22FA502-0C93-4BD0-A07B-ACE16CAF3236}"/>
              </a:ext>
            </a:extLst>
          </p:cNvPr>
          <p:cNvSpPr txBox="1"/>
          <p:nvPr/>
        </p:nvSpPr>
        <p:spPr>
          <a:xfrm>
            <a:off x="3138947" y="5068840"/>
            <a:ext cx="8392041" cy="1138773"/>
          </a:xfrm>
          <a:prstGeom prst="rect">
            <a:avLst/>
          </a:prstGeom>
          <a:noFill/>
        </p:spPr>
        <p:txBody>
          <a:bodyPr wrap="none" rtlCol="0">
            <a:spAutoFit/>
          </a:bodyPr>
          <a:lstStyle/>
          <a:p>
            <a:r>
              <a:rPr lang="zh-CN" altLang="en-US" sz="2800" dirty="0">
                <a:latin typeface="KaiTi" panose="02010609060101010101" pitchFamily="49" charset="-122"/>
                <a:ea typeface="KaiTi" panose="02010609060101010101" pitchFamily="49" charset="-122"/>
              </a:rPr>
              <a:t>软件服务工程</a:t>
            </a:r>
            <a:endParaRPr lang="en-US" altLang="zh-CN" sz="28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研究软件服务的理论、方法、技术与应用，软件工程工程服务，面向服务</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的计算与服务工程</a:t>
            </a:r>
          </a:p>
        </p:txBody>
      </p:sp>
    </p:spTree>
    <p:extLst>
      <p:ext uri="{BB962C8B-B14F-4D97-AF65-F5344CB8AC3E}">
        <p14:creationId xmlns:p14="http://schemas.microsoft.com/office/powerpoint/2010/main" val="268942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bwMode="auto">
          <a:xfrm rot="8100000" flipV="1">
            <a:off x="4496938" y="1764981"/>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4" name="文本框 3"/>
          <p:cNvSpPr txBox="1">
            <a:spLocks noChangeArrowheads="1"/>
          </p:cNvSpPr>
          <p:nvPr/>
        </p:nvSpPr>
        <p:spPr bwMode="auto">
          <a:xfrm>
            <a:off x="4572811" y="1800882"/>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5" name="任意多边形 4"/>
          <p:cNvSpPr/>
          <p:nvPr/>
        </p:nvSpPr>
        <p:spPr bwMode="auto">
          <a:xfrm rot="8100000" flipV="1">
            <a:off x="4497574" y="4294671"/>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6" name="文本框 42"/>
          <p:cNvSpPr txBox="1">
            <a:spLocks noChangeArrowheads="1"/>
          </p:cNvSpPr>
          <p:nvPr/>
        </p:nvSpPr>
        <p:spPr bwMode="auto">
          <a:xfrm>
            <a:off x="4555157" y="4339429"/>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7" name="任意多边形 6"/>
          <p:cNvSpPr/>
          <p:nvPr/>
        </p:nvSpPr>
        <p:spPr bwMode="auto">
          <a:xfrm rot="8100000" flipV="1">
            <a:off x="4497575" y="3516025"/>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45"/>
          <p:cNvSpPr txBox="1">
            <a:spLocks noChangeArrowheads="1"/>
          </p:cNvSpPr>
          <p:nvPr/>
        </p:nvSpPr>
        <p:spPr bwMode="auto">
          <a:xfrm>
            <a:off x="4555158" y="3548332"/>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9" name="任意多边形 8"/>
          <p:cNvSpPr/>
          <p:nvPr/>
        </p:nvSpPr>
        <p:spPr bwMode="auto">
          <a:xfrm rot="8100000" flipV="1">
            <a:off x="4496936" y="2599888"/>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8"/>
          <p:cNvSpPr txBox="1">
            <a:spLocks noChangeArrowheads="1"/>
          </p:cNvSpPr>
          <p:nvPr/>
        </p:nvSpPr>
        <p:spPr bwMode="auto">
          <a:xfrm>
            <a:off x="4555140" y="2631650"/>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1" name="圆角矩形 10"/>
          <p:cNvSpPr/>
          <p:nvPr/>
        </p:nvSpPr>
        <p:spPr>
          <a:xfrm>
            <a:off x="5336482" y="1793540"/>
            <a:ext cx="3453962"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2" name="矩形 11"/>
          <p:cNvSpPr/>
          <p:nvPr/>
        </p:nvSpPr>
        <p:spPr>
          <a:xfrm>
            <a:off x="5376902" y="1840450"/>
            <a:ext cx="3362172"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软件工程学科学科发展历程</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3" name="圆角矩形 12"/>
          <p:cNvSpPr/>
          <p:nvPr/>
        </p:nvSpPr>
        <p:spPr>
          <a:xfrm>
            <a:off x="5336482" y="2659168"/>
            <a:ext cx="3453962" cy="55373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4" name="矩形 13"/>
          <p:cNvSpPr/>
          <p:nvPr/>
        </p:nvSpPr>
        <p:spPr>
          <a:xfrm>
            <a:off x="5372422" y="2706450"/>
            <a:ext cx="3022774" cy="430928"/>
          </a:xfrm>
          <a:prstGeom prst="rect">
            <a:avLst/>
          </a:prstGeom>
          <a:solidFill>
            <a:srgbClr val="7030A0"/>
          </a:solid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软件工程学科知识体系</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5" name="圆角矩形 14"/>
          <p:cNvSpPr/>
          <p:nvPr/>
        </p:nvSpPr>
        <p:spPr>
          <a:xfrm>
            <a:off x="5336482" y="3514838"/>
            <a:ext cx="3453962" cy="495159"/>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6" name="矩形 15"/>
          <p:cNvSpPr/>
          <p:nvPr/>
        </p:nvSpPr>
        <p:spPr>
          <a:xfrm>
            <a:off x="5332162" y="3551282"/>
            <a:ext cx="3097258" cy="430928"/>
          </a:xfrm>
          <a:prstGeom prst="rect">
            <a:avLst/>
          </a:prstGeom>
          <a:no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7" name="圆角矩形 16"/>
          <p:cNvSpPr/>
          <p:nvPr/>
        </p:nvSpPr>
        <p:spPr>
          <a:xfrm>
            <a:off x="5336482" y="4311933"/>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8" name="Picture 6" descr="D:\360data\重要数据\桌面\未标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8900786" y="1814543"/>
            <a:ext cx="1586806" cy="400757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715" y="1714080"/>
            <a:ext cx="2377834" cy="4037283"/>
          </a:xfrm>
          <a:prstGeom prst="rect">
            <a:avLst/>
          </a:prstGeom>
          <a:solidFill>
            <a:srgbClr val="7030A0"/>
          </a:solidFill>
          <a:ln>
            <a:noFill/>
          </a:ln>
        </p:spPr>
      </p:pic>
      <p:sp>
        <p:nvSpPr>
          <p:cNvPr id="20" name="六边形 19"/>
          <p:cNvSpPr>
            <a:spLocks noChangeArrowheads="1"/>
          </p:cNvSpPr>
          <p:nvPr/>
        </p:nvSpPr>
        <p:spPr bwMode="auto">
          <a:xfrm rot="16200000">
            <a:off x="2933381" y="1714948"/>
            <a:ext cx="1498822" cy="1497085"/>
          </a:xfrm>
          <a:prstGeom prst="chord">
            <a:avLst>
              <a:gd name="adj1" fmla="val 21039823"/>
              <a:gd name="adj2" fmla="val 16726182"/>
            </a:avLst>
          </a:prstGeom>
          <a:solidFill>
            <a:srgbClr val="7030A0"/>
          </a:solid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21" name="矩形 24"/>
          <p:cNvSpPr>
            <a:spLocks noChangeArrowheads="1"/>
          </p:cNvSpPr>
          <p:nvPr/>
        </p:nvSpPr>
        <p:spPr bwMode="auto">
          <a:xfrm>
            <a:off x="2878698" y="2133348"/>
            <a:ext cx="1608190" cy="651269"/>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sp>
        <p:nvSpPr>
          <p:cNvPr id="22" name="任意多边形 21"/>
          <p:cNvSpPr/>
          <p:nvPr/>
        </p:nvSpPr>
        <p:spPr bwMode="auto">
          <a:xfrm rot="8100000" flipV="1">
            <a:off x="4517012" y="5139429"/>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3" name="文本框 42"/>
          <p:cNvSpPr txBox="1">
            <a:spLocks noChangeArrowheads="1"/>
          </p:cNvSpPr>
          <p:nvPr/>
        </p:nvSpPr>
        <p:spPr bwMode="auto">
          <a:xfrm>
            <a:off x="4574595" y="5184187"/>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4" name="圆角矩形 23"/>
          <p:cNvSpPr/>
          <p:nvPr/>
        </p:nvSpPr>
        <p:spPr>
          <a:xfrm>
            <a:off x="5355920" y="5156691"/>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35504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Rectangle 3"/>
          <p:cNvSpPr txBox="1">
            <a:spLocks noChangeArrowheads="1"/>
          </p:cNvSpPr>
          <p:nvPr/>
        </p:nvSpPr>
        <p:spPr>
          <a:xfrm>
            <a:off x="1943100" y="2060040"/>
            <a:ext cx="8001000" cy="2737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effectLst>
                  <a:outerShdw blurRad="38100" dist="38100" dir="2700000" algn="tl">
                    <a:srgbClr val="C0C0C0"/>
                  </a:outerShdw>
                </a:effectLst>
                <a:latin typeface="KaiTi" panose="02010609060101010101" pitchFamily="49" charset="-122"/>
                <a:ea typeface="KaiTi" panose="02010609060101010101" pitchFamily="49" charset="-122"/>
              </a:rPr>
              <a:t>SE</a:t>
            </a:r>
            <a:r>
              <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rPr>
              <a:t>的问题空间</a:t>
            </a:r>
          </a:p>
          <a:p>
            <a:r>
              <a:rPr lang="zh-CN" altLang="en-US" sz="3200" dirty="0">
                <a:latin typeface="KaiTi" panose="02010609060101010101" pitchFamily="49" charset="-122"/>
                <a:ea typeface="KaiTi" panose="02010609060101010101" pitchFamily="49" charset="-122"/>
              </a:rPr>
              <a:t>知识结构：</a:t>
            </a:r>
          </a:p>
          <a:p>
            <a:r>
              <a:rPr lang="en-US" altLang="zh-CN" sz="3200" dirty="0">
                <a:effectLst>
                  <a:outerShdw blurRad="38100" dist="38100" dir="2700000" algn="tl">
                    <a:srgbClr val="C0C0C0"/>
                  </a:outerShdw>
                </a:effectLst>
                <a:latin typeface="KaiTi" panose="02010609060101010101" pitchFamily="49" charset="-122"/>
                <a:ea typeface="KaiTi" panose="02010609060101010101" pitchFamily="49" charset="-122"/>
              </a:rPr>
              <a:t>SWEBOK:</a:t>
            </a:r>
            <a:r>
              <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rPr>
              <a:t>学科的基石</a:t>
            </a:r>
          </a:p>
          <a:p>
            <a:r>
              <a:rPr lang="en-US" altLang="zh-CN" sz="3200" dirty="0">
                <a:effectLst>
                  <a:outerShdw blurRad="38100" dist="38100" dir="2700000" algn="tl">
                    <a:srgbClr val="C0C0C0"/>
                  </a:outerShdw>
                </a:effectLst>
                <a:latin typeface="KaiTi" panose="02010609060101010101" pitchFamily="49" charset="-122"/>
                <a:ea typeface="KaiTi" panose="02010609060101010101" pitchFamily="49" charset="-122"/>
              </a:rPr>
              <a:t>SEEK:</a:t>
            </a:r>
            <a:r>
              <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rPr>
              <a:t>软件工程本科教学计划指南</a:t>
            </a:r>
          </a:p>
          <a:p>
            <a:r>
              <a:rPr lang="en-US" altLang="zh-CN" sz="3200" dirty="0">
                <a:effectLst>
                  <a:outerShdw blurRad="38100" dist="38100" dir="2700000" algn="tl">
                    <a:srgbClr val="C0C0C0"/>
                  </a:outerShdw>
                </a:effectLst>
                <a:latin typeface="KaiTi" panose="02010609060101010101" pitchFamily="49" charset="-122"/>
                <a:ea typeface="KaiTi" panose="02010609060101010101" pitchFamily="49" charset="-122"/>
              </a:rPr>
              <a:t>SE</a:t>
            </a:r>
            <a:r>
              <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rPr>
              <a:t>的三层次知识结构</a:t>
            </a:r>
          </a:p>
          <a:p>
            <a:pPr marL="0" indent="0">
              <a:buNone/>
            </a:pPr>
            <a:endPar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endParaRPr>
          </a:p>
          <a:p>
            <a:endParaRPr lang="zh-CN" altLang="en-US" sz="3200" dirty="0">
              <a:effectLst>
                <a:outerShdw blurRad="38100" dist="38100" dir="2700000" algn="tl">
                  <a:srgbClr val="C0C0C0"/>
                </a:outerShdw>
              </a:effectLst>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970376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grpSp>
        <p:nvGrpSpPr>
          <p:cNvPr id="3" name="Group 4"/>
          <p:cNvGrpSpPr>
            <a:grpSpLocks/>
          </p:cNvGrpSpPr>
          <p:nvPr/>
        </p:nvGrpSpPr>
        <p:grpSpPr bwMode="auto">
          <a:xfrm>
            <a:off x="3072316" y="2151503"/>
            <a:ext cx="6337300" cy="3600450"/>
            <a:chOff x="0" y="0"/>
            <a:chExt cx="3137" cy="1678"/>
          </a:xfrm>
        </p:grpSpPr>
        <p:sp>
          <p:nvSpPr>
            <p:cNvPr id="4" name="Rectangle 5" descr="蓝色面巾纸"/>
            <p:cNvSpPr>
              <a:spLocks noChangeArrowheads="1"/>
            </p:cNvSpPr>
            <p:nvPr/>
          </p:nvSpPr>
          <p:spPr bwMode="auto">
            <a:xfrm>
              <a:off x="0" y="0"/>
              <a:ext cx="3125" cy="1678"/>
            </a:xfrm>
            <a:prstGeom prst="rect">
              <a:avLst/>
            </a:prstGeom>
            <a:blipFill dpi="0" rotWithShape="1">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6"/>
            <p:cNvSpPr>
              <a:spLocks noChangeShapeType="1"/>
            </p:cNvSpPr>
            <p:nvPr/>
          </p:nvSpPr>
          <p:spPr bwMode="auto">
            <a:xfrm>
              <a:off x="10" y="346"/>
              <a:ext cx="31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7"/>
            <p:cNvSpPr>
              <a:spLocks noChangeShapeType="1"/>
            </p:cNvSpPr>
            <p:nvPr/>
          </p:nvSpPr>
          <p:spPr bwMode="auto">
            <a:xfrm>
              <a:off x="18" y="679"/>
              <a:ext cx="31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a:off x="18" y="1012"/>
              <a:ext cx="311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9"/>
            <p:cNvSpPr>
              <a:spLocks noChangeShapeType="1"/>
            </p:cNvSpPr>
            <p:nvPr/>
          </p:nvSpPr>
          <p:spPr bwMode="auto">
            <a:xfrm>
              <a:off x="15" y="1345"/>
              <a:ext cx="310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Oval 10" descr="粉色面巾纸"/>
            <p:cNvSpPr>
              <a:spLocks noChangeArrowheads="1"/>
            </p:cNvSpPr>
            <p:nvPr/>
          </p:nvSpPr>
          <p:spPr bwMode="auto">
            <a:xfrm>
              <a:off x="0" y="234"/>
              <a:ext cx="3129" cy="1179"/>
            </a:xfrm>
            <a:prstGeom prst="ellipse">
              <a:avLst/>
            </a:prstGeom>
            <a:blipFill dpi="0" rotWithShape="1">
              <a:blip r:embed="rId3"/>
              <a:srcRect/>
              <a:tile tx="0" ty="0" sx="100000" sy="100000" flip="none" algn="tl"/>
            </a:blipFill>
            <a:ln w="9525">
              <a:solidFill>
                <a:srgbClr val="FFCC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11"/>
          <p:cNvGrpSpPr>
            <a:grpSpLocks/>
          </p:cNvGrpSpPr>
          <p:nvPr/>
        </p:nvGrpSpPr>
        <p:grpSpPr bwMode="auto">
          <a:xfrm>
            <a:off x="1127628" y="1849878"/>
            <a:ext cx="8353425" cy="4644924"/>
            <a:chOff x="0" y="0"/>
            <a:chExt cx="5262" cy="3078"/>
          </a:xfrm>
        </p:grpSpPr>
        <p:grpSp>
          <p:nvGrpSpPr>
            <p:cNvPr id="11" name="Group 12"/>
            <p:cNvGrpSpPr>
              <a:grpSpLocks/>
            </p:cNvGrpSpPr>
            <p:nvPr/>
          </p:nvGrpSpPr>
          <p:grpSpPr bwMode="auto">
            <a:xfrm>
              <a:off x="1179" y="2360"/>
              <a:ext cx="4083" cy="718"/>
              <a:chOff x="0" y="0"/>
              <a:chExt cx="4083" cy="718"/>
            </a:xfrm>
          </p:grpSpPr>
          <p:sp>
            <p:nvSpPr>
              <p:cNvPr id="19" name="Text Box 13"/>
              <p:cNvSpPr txBox="1">
                <a:spLocks noChangeArrowheads="1"/>
              </p:cNvSpPr>
              <p:nvPr/>
            </p:nvSpPr>
            <p:spPr bwMode="auto">
              <a:xfrm>
                <a:off x="0" y="41"/>
                <a:ext cx="678" cy="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dirty="0">
                    <a:solidFill>
                      <a:srgbClr val="CC3300"/>
                    </a:solidFill>
                    <a:latin typeface="华文新魏" panose="02010800040101010101" pitchFamily="2" charset="-122"/>
                    <a:ea typeface="华文新魏" panose="02010800040101010101" pitchFamily="2" charset="-122"/>
                  </a:rPr>
                  <a:t>理论</a:t>
                </a:r>
              </a:p>
              <a:p>
                <a:pPr algn="ctr"/>
                <a:r>
                  <a:rPr lang="zh-CN" altLang="en-US" sz="2000" b="1" dirty="0">
                    <a:solidFill>
                      <a:srgbClr val="CC3300"/>
                    </a:solidFill>
                    <a:latin typeface="华文新魏" panose="02010800040101010101" pitchFamily="2" charset="-122"/>
                    <a:ea typeface="华文新魏" panose="02010800040101010101" pitchFamily="2" charset="-122"/>
                  </a:rPr>
                  <a:t>原理</a:t>
                </a:r>
              </a:p>
              <a:p>
                <a:pPr algn="ctr"/>
                <a:r>
                  <a:rPr lang="zh-CN" altLang="en-US" sz="2000" b="1" dirty="0">
                    <a:solidFill>
                      <a:srgbClr val="CC3300"/>
                    </a:solidFill>
                    <a:latin typeface="华文新魏" panose="02010800040101010101" pitchFamily="2" charset="-122"/>
                    <a:ea typeface="华文新魏" panose="02010800040101010101" pitchFamily="2" charset="-122"/>
                  </a:rPr>
                  <a:t>创新</a:t>
                </a:r>
                <a:endParaRPr lang="zh-CN" altLang="en-US" sz="2000" dirty="0">
                  <a:latin typeface="Tahoma" panose="020B0604030504040204" pitchFamily="34" charset="0"/>
                  <a:ea typeface="华文新魏" panose="02010800040101010101" pitchFamily="2" charset="-122"/>
                </a:endParaRPr>
              </a:p>
            </p:txBody>
          </p:sp>
          <p:sp>
            <p:nvSpPr>
              <p:cNvPr id="20" name="Text Box 14"/>
              <p:cNvSpPr txBox="1">
                <a:spLocks noChangeArrowheads="1"/>
              </p:cNvSpPr>
              <p:nvPr/>
            </p:nvSpPr>
            <p:spPr bwMode="auto">
              <a:xfrm>
                <a:off x="3498" y="0"/>
                <a:ext cx="585" cy="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应用</a:t>
                </a:r>
              </a:p>
              <a:p>
                <a:pPr algn="ctr"/>
                <a:r>
                  <a:rPr lang="zh-CN" altLang="en-US" sz="2000" b="1">
                    <a:solidFill>
                      <a:srgbClr val="CC3300"/>
                    </a:solidFill>
                    <a:latin typeface="华文新魏" panose="02010800040101010101" pitchFamily="2" charset="-122"/>
                    <a:ea typeface="华文新魏" panose="02010800040101010101" pitchFamily="2" charset="-122"/>
                  </a:rPr>
                  <a:t>部署</a:t>
                </a:r>
              </a:p>
              <a:p>
                <a:pPr algn="ctr"/>
                <a:r>
                  <a:rPr lang="zh-CN" altLang="en-US" sz="2000" b="1">
                    <a:solidFill>
                      <a:srgbClr val="CC3300"/>
                    </a:solidFill>
                    <a:latin typeface="华文新魏" panose="02010800040101010101" pitchFamily="2" charset="-122"/>
                    <a:ea typeface="华文新魏" panose="02010800040101010101" pitchFamily="2" charset="-122"/>
                  </a:rPr>
                  <a:t>配置</a:t>
                </a:r>
                <a:endParaRPr lang="zh-CN" altLang="en-US" sz="2000">
                  <a:latin typeface="Tahoma" panose="020B0604030504040204" pitchFamily="34" charset="0"/>
                  <a:ea typeface="华文新魏" panose="02010800040101010101" pitchFamily="2" charset="-122"/>
                </a:endParaRPr>
              </a:p>
            </p:txBody>
          </p:sp>
          <p:sp>
            <p:nvSpPr>
              <p:cNvPr id="21" name="Line 15"/>
              <p:cNvSpPr>
                <a:spLocks noChangeShapeType="1"/>
              </p:cNvSpPr>
              <p:nvPr/>
            </p:nvSpPr>
            <p:spPr bwMode="auto">
              <a:xfrm>
                <a:off x="499" y="353"/>
                <a:ext cx="3084" cy="0"/>
              </a:xfrm>
              <a:prstGeom prst="line">
                <a:avLst/>
              </a:prstGeom>
              <a:noFill/>
              <a:ln w="28575">
                <a:solidFill>
                  <a:srgbClr val="339966"/>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6"/>
              <p:cNvSpPr txBox="1">
                <a:spLocks noChangeArrowheads="1"/>
              </p:cNvSpPr>
              <p:nvPr/>
            </p:nvSpPr>
            <p:spPr bwMode="auto">
              <a:xfrm>
                <a:off x="1796" y="41"/>
                <a:ext cx="585"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开发</a:t>
                </a:r>
                <a:endParaRPr lang="zh-CN" altLang="en-US" sz="2000">
                  <a:latin typeface="Tahoma" panose="020B0604030504040204" pitchFamily="34" charset="0"/>
                  <a:ea typeface="华文新魏" panose="02010800040101010101" pitchFamily="2" charset="-122"/>
                </a:endParaRPr>
              </a:p>
            </p:txBody>
          </p:sp>
          <p:sp>
            <p:nvSpPr>
              <p:cNvPr id="23" name="Text Box 17"/>
              <p:cNvSpPr txBox="1">
                <a:spLocks noChangeArrowheads="1"/>
              </p:cNvSpPr>
              <p:nvPr/>
            </p:nvSpPr>
            <p:spPr bwMode="auto">
              <a:xfrm>
                <a:off x="624" y="453"/>
                <a:ext cx="957"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倾向理论</a:t>
                </a:r>
                <a:endParaRPr lang="zh-CN" altLang="en-US" sz="2000">
                  <a:latin typeface="Tahoma" panose="020B0604030504040204" pitchFamily="34" charset="0"/>
                  <a:ea typeface="华文新魏" panose="02010800040101010101" pitchFamily="2" charset="-122"/>
                </a:endParaRPr>
              </a:p>
            </p:txBody>
          </p:sp>
          <p:sp>
            <p:nvSpPr>
              <p:cNvPr id="24" name="Text Box 18"/>
              <p:cNvSpPr txBox="1">
                <a:spLocks noChangeArrowheads="1"/>
              </p:cNvSpPr>
              <p:nvPr/>
            </p:nvSpPr>
            <p:spPr bwMode="auto">
              <a:xfrm>
                <a:off x="2691" y="424"/>
                <a:ext cx="957"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倾向应用</a:t>
                </a:r>
                <a:endParaRPr lang="zh-CN" altLang="en-US" sz="2000">
                  <a:latin typeface="Tahoma" panose="020B0604030504040204" pitchFamily="34" charset="0"/>
                  <a:ea typeface="华文新魏" panose="02010800040101010101" pitchFamily="2" charset="-122"/>
                </a:endParaRPr>
              </a:p>
            </p:txBody>
          </p:sp>
        </p:grpSp>
        <p:grpSp>
          <p:nvGrpSpPr>
            <p:cNvPr id="12" name="Group 19"/>
            <p:cNvGrpSpPr>
              <a:grpSpLocks/>
            </p:cNvGrpSpPr>
            <p:nvPr/>
          </p:nvGrpSpPr>
          <p:grpSpPr bwMode="auto">
            <a:xfrm>
              <a:off x="0" y="0"/>
              <a:ext cx="1379" cy="2197"/>
              <a:chOff x="0" y="0"/>
              <a:chExt cx="1379" cy="2197"/>
            </a:xfrm>
          </p:grpSpPr>
          <p:sp>
            <p:nvSpPr>
              <p:cNvPr id="14" name="Text Box 20"/>
              <p:cNvSpPr txBox="1">
                <a:spLocks noChangeArrowheads="1"/>
              </p:cNvSpPr>
              <p:nvPr/>
            </p:nvSpPr>
            <p:spPr bwMode="auto">
              <a:xfrm>
                <a:off x="209" y="0"/>
                <a:ext cx="117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solidFill>
                      <a:srgbClr val="CC3300"/>
                    </a:solidFill>
                    <a:latin typeface="华文新魏" panose="02010800040101010101" pitchFamily="2" charset="-122"/>
                    <a:ea typeface="华文新魏" panose="02010800040101010101" pitchFamily="2" charset="-122"/>
                  </a:rPr>
                  <a:t>组织系统行为</a:t>
                </a:r>
                <a:endParaRPr lang="zh-CN" altLang="en-US" sz="2000" dirty="0">
                  <a:latin typeface="Tahoma" panose="020B0604030504040204" pitchFamily="34" charset="0"/>
                  <a:ea typeface="华文新魏" panose="02010800040101010101" pitchFamily="2" charset="-122"/>
                </a:endParaRPr>
              </a:p>
            </p:txBody>
          </p:sp>
          <p:sp>
            <p:nvSpPr>
              <p:cNvPr id="15" name="Text Box 21"/>
              <p:cNvSpPr txBox="1">
                <a:spLocks noChangeArrowheads="1"/>
              </p:cNvSpPr>
              <p:nvPr/>
            </p:nvSpPr>
            <p:spPr bwMode="auto">
              <a:xfrm>
                <a:off x="209" y="482"/>
                <a:ext cx="117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应用技术</a:t>
                </a:r>
                <a:endParaRPr lang="zh-CN" altLang="en-US" sz="2000">
                  <a:latin typeface="Tahoma" panose="020B0604030504040204" pitchFamily="34" charset="0"/>
                  <a:ea typeface="华文新魏" panose="02010800040101010101" pitchFamily="2" charset="-122"/>
                </a:endParaRPr>
              </a:p>
            </p:txBody>
          </p:sp>
          <p:sp>
            <p:nvSpPr>
              <p:cNvPr id="16" name="Text Box 22"/>
              <p:cNvSpPr txBox="1">
                <a:spLocks noChangeArrowheads="1"/>
              </p:cNvSpPr>
              <p:nvPr/>
            </p:nvSpPr>
            <p:spPr bwMode="auto">
              <a:xfrm>
                <a:off x="209" y="967"/>
                <a:ext cx="117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软件开发</a:t>
                </a:r>
                <a:endParaRPr lang="zh-CN" altLang="en-US" sz="2000">
                  <a:latin typeface="Tahoma" panose="020B0604030504040204" pitchFamily="34" charset="0"/>
                  <a:ea typeface="华文新魏" panose="02010800040101010101" pitchFamily="2" charset="-122"/>
                </a:endParaRPr>
              </a:p>
            </p:txBody>
          </p:sp>
          <p:sp>
            <p:nvSpPr>
              <p:cNvPr id="17" name="Text Box 23"/>
              <p:cNvSpPr txBox="1">
                <a:spLocks noChangeArrowheads="1"/>
              </p:cNvSpPr>
              <p:nvPr/>
            </p:nvSpPr>
            <p:spPr bwMode="auto">
              <a:xfrm>
                <a:off x="209" y="1450"/>
                <a:ext cx="1170"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CC3300"/>
                    </a:solidFill>
                    <a:latin typeface="华文新魏" panose="02010800040101010101" pitchFamily="2" charset="-122"/>
                    <a:ea typeface="华文新魏" panose="02010800040101010101" pitchFamily="2" charset="-122"/>
                  </a:rPr>
                  <a:t>系统平台结构</a:t>
                </a:r>
                <a:endParaRPr lang="zh-CN" altLang="en-US" sz="2000">
                  <a:latin typeface="Tahoma" panose="020B0604030504040204" pitchFamily="34" charset="0"/>
                  <a:ea typeface="华文新魏" panose="02010800040101010101" pitchFamily="2" charset="-122"/>
                </a:endParaRPr>
              </a:p>
            </p:txBody>
          </p:sp>
          <p:sp>
            <p:nvSpPr>
              <p:cNvPr id="18" name="Text Box 24"/>
              <p:cNvSpPr txBox="1">
                <a:spLocks noChangeArrowheads="1"/>
              </p:cNvSpPr>
              <p:nvPr/>
            </p:nvSpPr>
            <p:spPr bwMode="auto">
              <a:xfrm>
                <a:off x="0" y="1932"/>
                <a:ext cx="1379"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CC3300"/>
                    </a:solidFill>
                    <a:latin typeface="华文新魏" panose="02010800040101010101" pitchFamily="2" charset="-122"/>
                    <a:ea typeface="华文新魏" panose="02010800040101010101" pitchFamily="2" charset="-122"/>
                  </a:rPr>
                  <a:t>计算机硬件体系</a:t>
                </a:r>
                <a:endParaRPr lang="zh-CN" altLang="en-US" sz="2000">
                  <a:latin typeface="Tahoma" panose="020B0604030504040204" pitchFamily="34" charset="0"/>
                  <a:ea typeface="华文新魏" panose="02010800040101010101" pitchFamily="2" charset="-122"/>
                </a:endParaRPr>
              </a:p>
            </p:txBody>
          </p:sp>
        </p:grpSp>
        <p:sp>
          <p:nvSpPr>
            <p:cNvPr id="13" name="Text Box 25"/>
            <p:cNvSpPr txBox="1">
              <a:spLocks noChangeArrowheads="1"/>
            </p:cNvSpPr>
            <p:nvPr/>
          </p:nvSpPr>
          <p:spPr bwMode="auto">
            <a:xfrm>
              <a:off x="453" y="2532"/>
              <a:ext cx="45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hlink"/>
                  </a:solidFill>
                  <a:latin typeface="华文新魏" panose="02010800040101010101" pitchFamily="2" charset="-122"/>
                  <a:ea typeface="华文新魏" panose="02010800040101010101" pitchFamily="2" charset="-122"/>
                </a:rPr>
                <a:t>SE</a:t>
              </a:r>
              <a:endParaRPr lang="en-US" altLang="zh-CN" sz="2400">
                <a:latin typeface="Tahoma" panose="020B0604030504040204" pitchFamily="34" charset="0"/>
                <a:ea typeface="华文新魏" panose="02010800040101010101" pitchFamily="2" charset="-122"/>
              </a:endParaRPr>
            </a:p>
          </p:txBody>
        </p:sp>
      </p:grpSp>
      <p:sp>
        <p:nvSpPr>
          <p:cNvPr id="25" name="Text Box 26"/>
          <p:cNvSpPr txBox="1">
            <a:spLocks noChangeArrowheads="1"/>
          </p:cNvSpPr>
          <p:nvPr/>
        </p:nvSpPr>
        <p:spPr bwMode="auto">
          <a:xfrm>
            <a:off x="7753853" y="1768915"/>
            <a:ext cx="1655763" cy="382588"/>
          </a:xfrm>
          <a:prstGeom prst="rect">
            <a:avLst/>
          </a:prstGeom>
          <a:solidFill>
            <a:srgbClr val="C0C0C0"/>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t>摘自</a:t>
            </a:r>
            <a:r>
              <a:rPr lang="en-US" altLang="zh-CN" sz="1800"/>
              <a:t>CC2005</a:t>
            </a:r>
          </a:p>
        </p:txBody>
      </p:sp>
      <p:sp>
        <p:nvSpPr>
          <p:cNvPr id="26" name="矩形 25"/>
          <p:cNvSpPr/>
          <p:nvPr/>
        </p:nvSpPr>
        <p:spPr>
          <a:xfrm>
            <a:off x="4391937" y="666710"/>
            <a:ext cx="2387192" cy="523220"/>
          </a:xfrm>
          <a:prstGeom prst="rect">
            <a:avLst/>
          </a:prstGeom>
        </p:spPr>
        <p:txBody>
          <a:bodyPr wrap="none">
            <a:spAutoFit/>
          </a:bodyPr>
          <a:lstStyle/>
          <a:p>
            <a:r>
              <a:rPr lang="en-US" altLang="zh-CN" sz="2800" dirty="0">
                <a:effectLst>
                  <a:outerShdw blurRad="38100" dist="38100" dir="2700000" algn="tl">
                    <a:srgbClr val="C0C0C0"/>
                  </a:outerShdw>
                </a:effectLst>
                <a:latin typeface="华文仿宋" panose="02010600040101010101" pitchFamily="2" charset="-122"/>
                <a:ea typeface="华文仿宋" panose="02010600040101010101" pitchFamily="2" charset="-122"/>
              </a:rPr>
              <a:t>SE</a:t>
            </a:r>
            <a:r>
              <a:rPr lang="zh-CN" altLang="en-US" sz="2800" dirty="0">
                <a:effectLst>
                  <a:outerShdw blurRad="38100" dist="38100" dir="2700000" algn="tl">
                    <a:srgbClr val="C0C0C0"/>
                  </a:outerShdw>
                </a:effectLst>
                <a:latin typeface="华文仿宋" panose="02010600040101010101" pitchFamily="2" charset="-122"/>
                <a:ea typeface="华文仿宋" panose="02010600040101010101" pitchFamily="2" charset="-122"/>
              </a:rPr>
              <a:t>的问题空间</a:t>
            </a:r>
          </a:p>
        </p:txBody>
      </p:sp>
    </p:spTree>
    <p:extLst>
      <p:ext uri="{BB962C8B-B14F-4D97-AF65-F5344CB8AC3E}">
        <p14:creationId xmlns:p14="http://schemas.microsoft.com/office/powerpoint/2010/main" val="1661050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文本框 2"/>
          <p:cNvSpPr txBox="1"/>
          <p:nvPr/>
        </p:nvSpPr>
        <p:spPr>
          <a:xfrm>
            <a:off x="2600256" y="1320684"/>
            <a:ext cx="7659148" cy="523220"/>
          </a:xfrm>
          <a:prstGeom prst="rect">
            <a:avLst/>
          </a:prstGeom>
          <a:noFill/>
        </p:spPr>
        <p:txBody>
          <a:bodyPr wrap="square" rtlCol="0">
            <a:spAutoFit/>
          </a:bodyPr>
          <a:lstStyle/>
          <a:p>
            <a:r>
              <a:rPr lang="zh-CN" altLang="en-US" sz="2800" b="1" dirty="0">
                <a:latin typeface="华文仿宋" panose="02010600040101010101" pitchFamily="2" charset="-122"/>
                <a:ea typeface="华文仿宋" panose="02010600040101010101" pitchFamily="2" charset="-122"/>
              </a:rPr>
              <a:t>知识结构</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软件学科的基石（</a:t>
            </a:r>
            <a:r>
              <a:rPr lang="en-US" altLang="zh-CN" sz="2800" b="1" dirty="0">
                <a:latin typeface="楷体_GB2312" pitchFamily="49" charset="-122"/>
                <a:ea typeface="楷体_GB2312" pitchFamily="49" charset="-122"/>
              </a:rPr>
              <a:t>SWEBOK</a:t>
            </a:r>
            <a:r>
              <a:rPr lang="zh-CN" altLang="en-US" sz="2800" b="1" dirty="0">
                <a:latin typeface="华文仿宋" panose="02010600040101010101" pitchFamily="2" charset="-122"/>
                <a:ea typeface="华文仿宋" panose="02010600040101010101" pitchFamily="2" charset="-122"/>
              </a:rPr>
              <a:t>）</a:t>
            </a:r>
          </a:p>
        </p:txBody>
      </p:sp>
      <p:sp>
        <p:nvSpPr>
          <p:cNvPr id="4" name="矩形 3"/>
          <p:cNvSpPr/>
          <p:nvPr/>
        </p:nvSpPr>
        <p:spPr>
          <a:xfrm>
            <a:off x="800100" y="2370439"/>
            <a:ext cx="10944225" cy="2806922"/>
          </a:xfrm>
          <a:prstGeom prst="rect">
            <a:avLst/>
          </a:prstGeom>
        </p:spPr>
        <p:txBody>
          <a:bodyPr wrap="square">
            <a:spAutoFit/>
          </a:bodyPr>
          <a:lstStyle/>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软件需求                       软件设计</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软件构造                       软件测试</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软件维护                       软件配置管理</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软件工程管理                   软件工程过程</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软件工程工具和方法             软件质量</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相关知识</a:t>
            </a:r>
          </a:p>
          <a:p>
            <a:pPr>
              <a:lnSpc>
                <a:spcPct val="90000"/>
              </a:lnSpc>
              <a:buFont typeface="Wingdings" panose="05000000000000000000" pitchFamily="2" charset="2"/>
              <a:buNone/>
            </a:pPr>
            <a:r>
              <a:rPr lang="zh-CN" altLang="en-US" sz="28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668497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矩形 2"/>
          <p:cNvSpPr/>
          <p:nvPr/>
        </p:nvSpPr>
        <p:spPr>
          <a:xfrm>
            <a:off x="2455603" y="1167868"/>
            <a:ext cx="6659195" cy="523220"/>
          </a:xfrm>
          <a:prstGeom prst="rect">
            <a:avLst/>
          </a:prstGeom>
        </p:spPr>
        <p:txBody>
          <a:bodyPr wrap="none">
            <a:spAutoFit/>
          </a:bodyPr>
          <a:lstStyle/>
          <a:p>
            <a:pPr algn="ctr">
              <a:spcBef>
                <a:spcPct val="50000"/>
              </a:spcBef>
            </a:pPr>
            <a:r>
              <a:rPr lang="zh-CN" altLang="en-US" sz="2800" dirty="0">
                <a:latin typeface="华文仿宋" panose="02010600040101010101" pitchFamily="2" charset="-122"/>
                <a:ea typeface="华文仿宋" panose="02010600040101010101" pitchFamily="2" charset="-122"/>
              </a:rPr>
              <a:t>软件工程知识体系指南（</a:t>
            </a:r>
            <a:r>
              <a:rPr lang="en-US" altLang="zh-CN" sz="2800" dirty="0">
                <a:latin typeface="华文仿宋" panose="02010600040101010101" pitchFamily="2" charset="-122"/>
                <a:ea typeface="华文仿宋" panose="02010600040101010101" pitchFamily="2" charset="-122"/>
              </a:rPr>
              <a:t>SWEBOK2004</a:t>
            </a:r>
            <a:r>
              <a:rPr lang="zh-CN" altLang="en-US" sz="2800" dirty="0">
                <a:latin typeface="华文仿宋" panose="02010600040101010101" pitchFamily="2" charset="-122"/>
                <a:ea typeface="华文仿宋" panose="02010600040101010101" pitchFamily="2" charset="-122"/>
              </a:rPr>
              <a:t>）</a:t>
            </a:r>
          </a:p>
        </p:txBody>
      </p:sp>
      <p:grpSp>
        <p:nvGrpSpPr>
          <p:cNvPr id="4" name="Group 6"/>
          <p:cNvGrpSpPr>
            <a:grpSpLocks/>
          </p:cNvGrpSpPr>
          <p:nvPr/>
        </p:nvGrpSpPr>
        <p:grpSpPr bwMode="auto">
          <a:xfrm>
            <a:off x="1245169" y="2148613"/>
            <a:ext cx="1873250" cy="3409951"/>
            <a:chOff x="0" y="0"/>
            <a:chExt cx="1180" cy="2148"/>
          </a:xfrm>
        </p:grpSpPr>
        <p:sp>
          <p:nvSpPr>
            <p:cNvPr id="5" name="Text Box 7"/>
            <p:cNvSpPr txBox="1">
              <a:spLocks noChangeArrowheads="1"/>
            </p:cNvSpPr>
            <p:nvPr/>
          </p:nvSpPr>
          <p:spPr bwMode="auto">
            <a:xfrm>
              <a:off x="91" y="0"/>
              <a:ext cx="99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软件需求</a:t>
              </a:r>
            </a:p>
          </p:txBody>
        </p:sp>
        <p:sp>
          <p:nvSpPr>
            <p:cNvPr id="6" name="Text Box 8"/>
            <p:cNvSpPr txBox="1">
              <a:spLocks noChangeArrowheads="1"/>
            </p:cNvSpPr>
            <p:nvPr/>
          </p:nvSpPr>
          <p:spPr bwMode="auto">
            <a:xfrm>
              <a:off x="91" y="341"/>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软件需求基础</a:t>
              </a:r>
            </a:p>
          </p:txBody>
        </p:sp>
        <p:sp>
          <p:nvSpPr>
            <p:cNvPr id="7" name="Text Box 9"/>
            <p:cNvSpPr txBox="1">
              <a:spLocks noChangeArrowheads="1"/>
            </p:cNvSpPr>
            <p:nvPr/>
          </p:nvSpPr>
          <p:spPr bwMode="auto">
            <a:xfrm>
              <a:off x="91" y="590"/>
              <a:ext cx="8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需求过程</a:t>
              </a:r>
            </a:p>
          </p:txBody>
        </p:sp>
        <p:sp>
          <p:nvSpPr>
            <p:cNvPr id="8" name="Text Box 10"/>
            <p:cNvSpPr txBox="1">
              <a:spLocks noChangeArrowheads="1"/>
            </p:cNvSpPr>
            <p:nvPr/>
          </p:nvSpPr>
          <p:spPr bwMode="auto">
            <a:xfrm>
              <a:off x="91" y="795"/>
              <a:ext cx="7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软件获取</a:t>
              </a:r>
            </a:p>
          </p:txBody>
        </p:sp>
        <p:sp>
          <p:nvSpPr>
            <p:cNvPr id="9" name="Text Box 11"/>
            <p:cNvSpPr txBox="1">
              <a:spLocks noChangeArrowheads="1"/>
            </p:cNvSpPr>
            <p:nvPr/>
          </p:nvSpPr>
          <p:spPr bwMode="auto">
            <a:xfrm>
              <a:off x="91" y="1021"/>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需求分析</a:t>
              </a:r>
            </a:p>
          </p:txBody>
        </p:sp>
        <p:sp>
          <p:nvSpPr>
            <p:cNvPr id="10" name="Text Box 12"/>
            <p:cNvSpPr txBox="1">
              <a:spLocks noChangeArrowheads="1"/>
            </p:cNvSpPr>
            <p:nvPr/>
          </p:nvSpPr>
          <p:spPr bwMode="auto">
            <a:xfrm>
              <a:off x="91" y="1248"/>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需求规格说明</a:t>
              </a:r>
            </a:p>
          </p:txBody>
        </p:sp>
        <p:sp>
          <p:nvSpPr>
            <p:cNvPr id="11" name="Text Box 13"/>
            <p:cNvSpPr txBox="1">
              <a:spLocks noChangeArrowheads="1"/>
            </p:cNvSpPr>
            <p:nvPr/>
          </p:nvSpPr>
          <p:spPr bwMode="auto">
            <a:xfrm>
              <a:off x="91" y="1475"/>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需求确认</a:t>
              </a:r>
            </a:p>
          </p:txBody>
        </p:sp>
        <p:sp>
          <p:nvSpPr>
            <p:cNvPr id="12" name="Text Box 14"/>
            <p:cNvSpPr txBox="1">
              <a:spLocks noChangeArrowheads="1"/>
            </p:cNvSpPr>
            <p:nvPr/>
          </p:nvSpPr>
          <p:spPr bwMode="auto">
            <a:xfrm>
              <a:off x="91" y="1702"/>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实际考虑</a:t>
              </a:r>
            </a:p>
          </p:txBody>
        </p:sp>
        <p:sp>
          <p:nvSpPr>
            <p:cNvPr id="13" name="Line 15"/>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4" name="Line 16"/>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5" name="Line 17"/>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6" name="Line 18"/>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7" name="Line 19"/>
            <p:cNvSpPr>
              <a:spLocks noChangeShapeType="1"/>
            </p:cNvSpPr>
            <p:nvPr/>
          </p:nvSpPr>
          <p:spPr bwMode="auto">
            <a:xfrm>
              <a:off x="0" y="93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8" name="Line 20"/>
            <p:cNvSpPr>
              <a:spLocks noChangeShapeType="1"/>
            </p:cNvSpPr>
            <p:nvPr/>
          </p:nvSpPr>
          <p:spPr bwMode="auto">
            <a:xfrm>
              <a:off x="0" y="115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9" name="Line 21"/>
            <p:cNvSpPr>
              <a:spLocks noChangeShapeType="1"/>
            </p:cNvSpPr>
            <p:nvPr/>
          </p:nvSpPr>
          <p:spPr bwMode="auto">
            <a:xfrm>
              <a:off x="0" y="138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0" name="Line 22"/>
            <p:cNvSpPr>
              <a:spLocks noChangeShapeType="1"/>
            </p:cNvSpPr>
            <p:nvPr/>
          </p:nvSpPr>
          <p:spPr bwMode="auto">
            <a:xfrm>
              <a:off x="0" y="161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1" name="Line 23"/>
            <p:cNvSpPr>
              <a:spLocks noChangeShapeType="1"/>
            </p:cNvSpPr>
            <p:nvPr/>
          </p:nvSpPr>
          <p:spPr bwMode="auto">
            <a:xfrm>
              <a:off x="0" y="1838"/>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22" name="Group 24"/>
          <p:cNvGrpSpPr>
            <a:grpSpLocks/>
          </p:cNvGrpSpPr>
          <p:nvPr/>
        </p:nvGrpSpPr>
        <p:grpSpPr bwMode="auto">
          <a:xfrm>
            <a:off x="6450004" y="2223225"/>
            <a:ext cx="1873250" cy="3205163"/>
            <a:chOff x="0" y="0"/>
            <a:chExt cx="1180" cy="2019"/>
          </a:xfrm>
        </p:grpSpPr>
        <p:sp>
          <p:nvSpPr>
            <p:cNvPr id="23" name="Text Box 25"/>
            <p:cNvSpPr txBox="1">
              <a:spLocks noChangeArrowheads="1"/>
            </p:cNvSpPr>
            <p:nvPr/>
          </p:nvSpPr>
          <p:spPr bwMode="auto">
            <a:xfrm>
              <a:off x="91" y="0"/>
              <a:ext cx="99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软件构造</a:t>
              </a:r>
            </a:p>
          </p:txBody>
        </p:sp>
        <p:sp>
          <p:nvSpPr>
            <p:cNvPr id="24" name="Text Box 26"/>
            <p:cNvSpPr txBox="1">
              <a:spLocks noChangeArrowheads="1"/>
            </p:cNvSpPr>
            <p:nvPr/>
          </p:nvSpPr>
          <p:spPr bwMode="auto">
            <a:xfrm>
              <a:off x="91" y="341"/>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软件构造基础</a:t>
              </a:r>
            </a:p>
          </p:txBody>
        </p:sp>
        <p:sp>
          <p:nvSpPr>
            <p:cNvPr id="25" name="Text Box 27"/>
            <p:cNvSpPr txBox="1">
              <a:spLocks noChangeArrowheads="1"/>
            </p:cNvSpPr>
            <p:nvPr/>
          </p:nvSpPr>
          <p:spPr bwMode="auto">
            <a:xfrm>
              <a:off x="91" y="590"/>
              <a:ext cx="8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管理构造</a:t>
              </a:r>
            </a:p>
          </p:txBody>
        </p:sp>
        <p:sp>
          <p:nvSpPr>
            <p:cNvPr id="26" name="Text Box 28"/>
            <p:cNvSpPr txBox="1">
              <a:spLocks noChangeArrowheads="1"/>
            </p:cNvSpPr>
            <p:nvPr/>
          </p:nvSpPr>
          <p:spPr bwMode="auto">
            <a:xfrm>
              <a:off x="91" y="795"/>
              <a:ext cx="7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实际考虑</a:t>
              </a:r>
            </a:p>
          </p:txBody>
        </p:sp>
        <p:sp>
          <p:nvSpPr>
            <p:cNvPr id="27" name="Line 29"/>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8" name="Line 30"/>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9" name="Line 31"/>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30" name="Line 32"/>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31" name="Line 33"/>
            <p:cNvSpPr>
              <a:spLocks noChangeShapeType="1"/>
            </p:cNvSpPr>
            <p:nvPr/>
          </p:nvSpPr>
          <p:spPr bwMode="auto">
            <a:xfrm>
              <a:off x="0" y="93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32" name="Group 34"/>
          <p:cNvGrpSpPr>
            <a:grpSpLocks/>
          </p:cNvGrpSpPr>
          <p:nvPr/>
        </p:nvGrpSpPr>
        <p:grpSpPr bwMode="auto">
          <a:xfrm>
            <a:off x="8938497" y="2223225"/>
            <a:ext cx="1873250" cy="3205163"/>
            <a:chOff x="0" y="0"/>
            <a:chExt cx="1180" cy="2019"/>
          </a:xfrm>
        </p:grpSpPr>
        <p:sp>
          <p:nvSpPr>
            <p:cNvPr id="33" name="Text Box 35"/>
            <p:cNvSpPr txBox="1">
              <a:spLocks noChangeArrowheads="1"/>
            </p:cNvSpPr>
            <p:nvPr/>
          </p:nvSpPr>
          <p:spPr bwMode="auto">
            <a:xfrm>
              <a:off x="91" y="0"/>
              <a:ext cx="99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软件测试</a:t>
              </a:r>
            </a:p>
          </p:txBody>
        </p:sp>
        <p:sp>
          <p:nvSpPr>
            <p:cNvPr id="34" name="Text Box 36"/>
            <p:cNvSpPr txBox="1">
              <a:spLocks noChangeArrowheads="1"/>
            </p:cNvSpPr>
            <p:nvPr/>
          </p:nvSpPr>
          <p:spPr bwMode="auto">
            <a:xfrm>
              <a:off x="91" y="341"/>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软件测试基础</a:t>
              </a:r>
            </a:p>
          </p:txBody>
        </p:sp>
        <p:sp>
          <p:nvSpPr>
            <p:cNvPr id="35" name="Text Box 37"/>
            <p:cNvSpPr txBox="1">
              <a:spLocks noChangeArrowheads="1"/>
            </p:cNvSpPr>
            <p:nvPr/>
          </p:nvSpPr>
          <p:spPr bwMode="auto">
            <a:xfrm>
              <a:off x="91" y="590"/>
              <a:ext cx="8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测试级别</a:t>
              </a:r>
            </a:p>
          </p:txBody>
        </p:sp>
        <p:sp>
          <p:nvSpPr>
            <p:cNvPr id="36" name="Text Box 38"/>
            <p:cNvSpPr txBox="1">
              <a:spLocks noChangeArrowheads="1"/>
            </p:cNvSpPr>
            <p:nvPr/>
          </p:nvSpPr>
          <p:spPr bwMode="auto">
            <a:xfrm>
              <a:off x="91" y="795"/>
              <a:ext cx="7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测试技术</a:t>
              </a:r>
            </a:p>
          </p:txBody>
        </p:sp>
        <p:sp>
          <p:nvSpPr>
            <p:cNvPr id="37" name="Text Box 39"/>
            <p:cNvSpPr txBox="1">
              <a:spLocks noChangeArrowheads="1"/>
            </p:cNvSpPr>
            <p:nvPr/>
          </p:nvSpPr>
          <p:spPr bwMode="auto">
            <a:xfrm>
              <a:off x="91" y="1021"/>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需求分析</a:t>
              </a:r>
            </a:p>
          </p:txBody>
        </p:sp>
        <p:sp>
          <p:nvSpPr>
            <p:cNvPr id="38" name="Text Box 40"/>
            <p:cNvSpPr txBox="1">
              <a:spLocks noChangeArrowheads="1"/>
            </p:cNvSpPr>
            <p:nvPr/>
          </p:nvSpPr>
          <p:spPr bwMode="auto">
            <a:xfrm>
              <a:off x="91" y="1248"/>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测试度量</a:t>
              </a:r>
            </a:p>
          </p:txBody>
        </p:sp>
        <p:sp>
          <p:nvSpPr>
            <p:cNvPr id="39" name="Text Box 41"/>
            <p:cNvSpPr txBox="1">
              <a:spLocks noChangeArrowheads="1"/>
            </p:cNvSpPr>
            <p:nvPr/>
          </p:nvSpPr>
          <p:spPr bwMode="auto">
            <a:xfrm>
              <a:off x="91" y="1475"/>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测试过程</a:t>
              </a:r>
            </a:p>
          </p:txBody>
        </p:sp>
        <p:sp>
          <p:nvSpPr>
            <p:cNvPr id="40" name="Line 42"/>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1" name="Line 43"/>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2" name="Line 44"/>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3" name="Line 45"/>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4" name="Line 46"/>
            <p:cNvSpPr>
              <a:spLocks noChangeShapeType="1"/>
            </p:cNvSpPr>
            <p:nvPr/>
          </p:nvSpPr>
          <p:spPr bwMode="auto">
            <a:xfrm>
              <a:off x="0" y="93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5" name="Line 47"/>
            <p:cNvSpPr>
              <a:spLocks noChangeShapeType="1"/>
            </p:cNvSpPr>
            <p:nvPr/>
          </p:nvSpPr>
          <p:spPr bwMode="auto">
            <a:xfrm>
              <a:off x="0" y="115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6" name="Line 48"/>
            <p:cNvSpPr>
              <a:spLocks noChangeShapeType="1"/>
            </p:cNvSpPr>
            <p:nvPr/>
          </p:nvSpPr>
          <p:spPr bwMode="auto">
            <a:xfrm>
              <a:off x="0" y="138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7" name="Line 49"/>
            <p:cNvSpPr>
              <a:spLocks noChangeShapeType="1"/>
            </p:cNvSpPr>
            <p:nvPr/>
          </p:nvSpPr>
          <p:spPr bwMode="auto">
            <a:xfrm>
              <a:off x="0" y="161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48" name="Group 84"/>
          <p:cNvGrpSpPr>
            <a:grpSpLocks/>
          </p:cNvGrpSpPr>
          <p:nvPr/>
        </p:nvGrpSpPr>
        <p:grpSpPr bwMode="auto">
          <a:xfrm>
            <a:off x="4121222" y="2204970"/>
            <a:ext cx="1873250" cy="3205162"/>
            <a:chOff x="0" y="0"/>
            <a:chExt cx="1180" cy="2019"/>
          </a:xfrm>
        </p:grpSpPr>
        <p:sp>
          <p:nvSpPr>
            <p:cNvPr id="49" name="Text Box 85"/>
            <p:cNvSpPr txBox="1">
              <a:spLocks noChangeArrowheads="1"/>
            </p:cNvSpPr>
            <p:nvPr/>
          </p:nvSpPr>
          <p:spPr bwMode="auto">
            <a:xfrm>
              <a:off x="91" y="0"/>
              <a:ext cx="99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软件设计</a:t>
              </a:r>
            </a:p>
          </p:txBody>
        </p:sp>
        <p:sp>
          <p:nvSpPr>
            <p:cNvPr id="50" name="Text Box 86"/>
            <p:cNvSpPr txBox="1">
              <a:spLocks noChangeArrowheads="1"/>
            </p:cNvSpPr>
            <p:nvPr/>
          </p:nvSpPr>
          <p:spPr bwMode="auto">
            <a:xfrm>
              <a:off x="91" y="341"/>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软件设计基础</a:t>
              </a:r>
            </a:p>
          </p:txBody>
        </p:sp>
        <p:sp>
          <p:nvSpPr>
            <p:cNvPr id="51" name="Text Box 87"/>
            <p:cNvSpPr txBox="1">
              <a:spLocks noChangeArrowheads="1"/>
            </p:cNvSpPr>
            <p:nvPr/>
          </p:nvSpPr>
          <p:spPr bwMode="auto">
            <a:xfrm>
              <a:off x="91" y="590"/>
              <a:ext cx="99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软件设计关键问题</a:t>
              </a:r>
            </a:p>
          </p:txBody>
        </p:sp>
        <p:sp>
          <p:nvSpPr>
            <p:cNvPr id="52" name="Text Box 88"/>
            <p:cNvSpPr txBox="1">
              <a:spLocks noChangeArrowheads="1"/>
            </p:cNvSpPr>
            <p:nvPr/>
          </p:nvSpPr>
          <p:spPr bwMode="auto">
            <a:xfrm>
              <a:off x="91" y="1021"/>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体系结构</a:t>
              </a:r>
            </a:p>
          </p:txBody>
        </p:sp>
        <p:sp>
          <p:nvSpPr>
            <p:cNvPr id="53" name="Text Box 89"/>
            <p:cNvSpPr txBox="1">
              <a:spLocks noChangeArrowheads="1"/>
            </p:cNvSpPr>
            <p:nvPr/>
          </p:nvSpPr>
          <p:spPr bwMode="auto">
            <a:xfrm>
              <a:off x="91" y="1248"/>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设计质量分析</a:t>
              </a:r>
            </a:p>
          </p:txBody>
        </p:sp>
        <p:sp>
          <p:nvSpPr>
            <p:cNvPr id="54" name="Text Box 90"/>
            <p:cNvSpPr txBox="1">
              <a:spLocks noChangeArrowheads="1"/>
            </p:cNvSpPr>
            <p:nvPr/>
          </p:nvSpPr>
          <p:spPr bwMode="auto">
            <a:xfrm>
              <a:off x="91" y="1475"/>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设计符号</a:t>
              </a:r>
            </a:p>
          </p:txBody>
        </p:sp>
        <p:sp>
          <p:nvSpPr>
            <p:cNvPr id="55" name="Text Box 91"/>
            <p:cNvSpPr txBox="1">
              <a:spLocks noChangeArrowheads="1"/>
            </p:cNvSpPr>
            <p:nvPr/>
          </p:nvSpPr>
          <p:spPr bwMode="auto">
            <a:xfrm>
              <a:off x="91" y="1702"/>
              <a:ext cx="9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策略与方法</a:t>
              </a:r>
            </a:p>
          </p:txBody>
        </p:sp>
        <p:sp>
          <p:nvSpPr>
            <p:cNvPr id="56" name="Line 92"/>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7" name="Line 93"/>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8" name="Line 94"/>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9" name="Line 95"/>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60" name="Line 96"/>
            <p:cNvSpPr>
              <a:spLocks noChangeShapeType="1"/>
            </p:cNvSpPr>
            <p:nvPr/>
          </p:nvSpPr>
          <p:spPr bwMode="auto">
            <a:xfrm>
              <a:off x="0" y="115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61" name="Line 97"/>
            <p:cNvSpPr>
              <a:spLocks noChangeShapeType="1"/>
            </p:cNvSpPr>
            <p:nvPr/>
          </p:nvSpPr>
          <p:spPr bwMode="auto">
            <a:xfrm>
              <a:off x="0" y="138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62" name="Line 98"/>
            <p:cNvSpPr>
              <a:spLocks noChangeShapeType="1"/>
            </p:cNvSpPr>
            <p:nvPr/>
          </p:nvSpPr>
          <p:spPr bwMode="auto">
            <a:xfrm>
              <a:off x="0" y="161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63" name="Line 99"/>
            <p:cNvSpPr>
              <a:spLocks noChangeShapeType="1"/>
            </p:cNvSpPr>
            <p:nvPr/>
          </p:nvSpPr>
          <p:spPr bwMode="auto">
            <a:xfrm>
              <a:off x="0" y="1838"/>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3426150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grpSp>
        <p:nvGrpSpPr>
          <p:cNvPr id="3" name="Group 50"/>
          <p:cNvGrpSpPr>
            <a:grpSpLocks/>
          </p:cNvGrpSpPr>
          <p:nvPr/>
        </p:nvGrpSpPr>
        <p:grpSpPr bwMode="auto">
          <a:xfrm>
            <a:off x="1000125" y="2276506"/>
            <a:ext cx="2937889" cy="3205163"/>
            <a:chOff x="0" y="0"/>
            <a:chExt cx="1180" cy="2019"/>
          </a:xfrm>
        </p:grpSpPr>
        <p:sp>
          <p:nvSpPr>
            <p:cNvPr id="4" name="Text Box 51"/>
            <p:cNvSpPr txBox="1">
              <a:spLocks noChangeArrowheads="1"/>
            </p:cNvSpPr>
            <p:nvPr/>
          </p:nvSpPr>
          <p:spPr bwMode="auto">
            <a:xfrm>
              <a:off x="91" y="0"/>
              <a:ext cx="99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软件维护</a:t>
              </a:r>
            </a:p>
          </p:txBody>
        </p:sp>
        <p:sp>
          <p:nvSpPr>
            <p:cNvPr id="5" name="Text Box 52"/>
            <p:cNvSpPr txBox="1">
              <a:spLocks noChangeArrowheads="1"/>
            </p:cNvSpPr>
            <p:nvPr/>
          </p:nvSpPr>
          <p:spPr bwMode="auto">
            <a:xfrm>
              <a:off x="91" y="341"/>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软件维护基础</a:t>
              </a:r>
            </a:p>
          </p:txBody>
        </p:sp>
        <p:sp>
          <p:nvSpPr>
            <p:cNvPr id="6" name="Text Box 53"/>
            <p:cNvSpPr txBox="1">
              <a:spLocks noChangeArrowheads="1"/>
            </p:cNvSpPr>
            <p:nvPr/>
          </p:nvSpPr>
          <p:spPr bwMode="auto">
            <a:xfrm>
              <a:off x="91" y="590"/>
              <a:ext cx="1021"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软件维护关键问题</a:t>
              </a:r>
            </a:p>
          </p:txBody>
        </p:sp>
        <p:sp>
          <p:nvSpPr>
            <p:cNvPr id="7" name="Text Box 54"/>
            <p:cNvSpPr txBox="1">
              <a:spLocks noChangeArrowheads="1"/>
            </p:cNvSpPr>
            <p:nvPr/>
          </p:nvSpPr>
          <p:spPr bwMode="auto">
            <a:xfrm>
              <a:off x="91" y="1021"/>
              <a:ext cx="72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维护过程</a:t>
              </a:r>
            </a:p>
          </p:txBody>
        </p:sp>
        <p:sp>
          <p:nvSpPr>
            <p:cNvPr id="8" name="Text Box 55"/>
            <p:cNvSpPr txBox="1">
              <a:spLocks noChangeArrowheads="1"/>
            </p:cNvSpPr>
            <p:nvPr/>
          </p:nvSpPr>
          <p:spPr bwMode="auto">
            <a:xfrm>
              <a:off x="91" y="1248"/>
              <a:ext cx="10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维护技术</a:t>
              </a:r>
            </a:p>
          </p:txBody>
        </p:sp>
        <p:sp>
          <p:nvSpPr>
            <p:cNvPr id="9" name="Line 56"/>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0" name="Line 57"/>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1" name="Line 58"/>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2" name="Line 59"/>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3" name="Line 60"/>
            <p:cNvSpPr>
              <a:spLocks noChangeShapeType="1"/>
            </p:cNvSpPr>
            <p:nvPr/>
          </p:nvSpPr>
          <p:spPr bwMode="auto">
            <a:xfrm>
              <a:off x="0" y="115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4" name="Line 61"/>
            <p:cNvSpPr>
              <a:spLocks noChangeShapeType="1"/>
            </p:cNvSpPr>
            <p:nvPr/>
          </p:nvSpPr>
          <p:spPr bwMode="auto">
            <a:xfrm>
              <a:off x="0" y="138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15" name="Group 137"/>
          <p:cNvGrpSpPr>
            <a:grpSpLocks/>
          </p:cNvGrpSpPr>
          <p:nvPr/>
        </p:nvGrpSpPr>
        <p:grpSpPr bwMode="auto">
          <a:xfrm>
            <a:off x="3949958" y="2231726"/>
            <a:ext cx="2349861" cy="3205163"/>
            <a:chOff x="-70" y="0"/>
            <a:chExt cx="933" cy="2019"/>
          </a:xfrm>
        </p:grpSpPr>
        <p:sp>
          <p:nvSpPr>
            <p:cNvPr id="16" name="Text Box 138"/>
            <p:cNvSpPr txBox="1">
              <a:spLocks noChangeArrowheads="1"/>
            </p:cNvSpPr>
            <p:nvPr/>
          </p:nvSpPr>
          <p:spPr bwMode="auto">
            <a:xfrm>
              <a:off x="-70" y="0"/>
              <a:ext cx="933"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dirty="0">
                  <a:latin typeface="楷体" panose="02010609060101010101" pitchFamily="49" charset="-122"/>
                  <a:ea typeface="楷体" panose="02010609060101010101" pitchFamily="49" charset="-122"/>
                </a:rPr>
                <a:t>配置管理</a:t>
              </a:r>
            </a:p>
          </p:txBody>
        </p:sp>
        <p:sp>
          <p:nvSpPr>
            <p:cNvPr id="17" name="Text Box 139"/>
            <p:cNvSpPr txBox="1">
              <a:spLocks noChangeArrowheads="1"/>
            </p:cNvSpPr>
            <p:nvPr/>
          </p:nvSpPr>
          <p:spPr bwMode="auto">
            <a:xfrm>
              <a:off x="91" y="341"/>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过程管理</a:t>
              </a:r>
            </a:p>
          </p:txBody>
        </p:sp>
        <p:sp>
          <p:nvSpPr>
            <p:cNvPr id="18" name="Text Box 140"/>
            <p:cNvSpPr txBox="1">
              <a:spLocks noChangeArrowheads="1"/>
            </p:cNvSpPr>
            <p:nvPr/>
          </p:nvSpPr>
          <p:spPr bwMode="auto">
            <a:xfrm>
              <a:off x="91" y="568"/>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配置标识</a:t>
              </a:r>
            </a:p>
          </p:txBody>
        </p:sp>
        <p:sp>
          <p:nvSpPr>
            <p:cNvPr id="19" name="Text Box 141"/>
            <p:cNvSpPr txBox="1">
              <a:spLocks noChangeArrowheads="1"/>
            </p:cNvSpPr>
            <p:nvPr/>
          </p:nvSpPr>
          <p:spPr bwMode="auto">
            <a:xfrm>
              <a:off x="91" y="790"/>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配置控制</a:t>
              </a:r>
            </a:p>
          </p:txBody>
        </p:sp>
        <p:sp>
          <p:nvSpPr>
            <p:cNvPr id="20" name="Text Box 142"/>
            <p:cNvSpPr txBox="1">
              <a:spLocks noChangeArrowheads="1"/>
            </p:cNvSpPr>
            <p:nvPr/>
          </p:nvSpPr>
          <p:spPr bwMode="auto">
            <a:xfrm>
              <a:off x="91" y="1017"/>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状态报告</a:t>
              </a:r>
            </a:p>
          </p:txBody>
        </p:sp>
        <p:sp>
          <p:nvSpPr>
            <p:cNvPr id="21" name="Text Box 143"/>
            <p:cNvSpPr txBox="1">
              <a:spLocks noChangeArrowheads="1"/>
            </p:cNvSpPr>
            <p:nvPr/>
          </p:nvSpPr>
          <p:spPr bwMode="auto">
            <a:xfrm>
              <a:off x="91" y="1244"/>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配置审计</a:t>
              </a:r>
            </a:p>
          </p:txBody>
        </p:sp>
        <p:sp>
          <p:nvSpPr>
            <p:cNvPr id="22" name="Text Box 144"/>
            <p:cNvSpPr txBox="1">
              <a:spLocks noChangeArrowheads="1"/>
            </p:cNvSpPr>
            <p:nvPr/>
          </p:nvSpPr>
          <p:spPr bwMode="auto">
            <a:xfrm>
              <a:off x="91" y="1471"/>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发布管理</a:t>
              </a:r>
            </a:p>
          </p:txBody>
        </p:sp>
        <p:sp>
          <p:nvSpPr>
            <p:cNvPr id="23" name="Line 145"/>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4" name="Line 146"/>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5" name="Line 147"/>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6" name="Line 148"/>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7" name="Line 149"/>
            <p:cNvSpPr>
              <a:spLocks noChangeShapeType="1"/>
            </p:cNvSpPr>
            <p:nvPr/>
          </p:nvSpPr>
          <p:spPr bwMode="auto">
            <a:xfrm>
              <a:off x="0" y="926"/>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8" name="Line 150"/>
            <p:cNvSpPr>
              <a:spLocks noChangeShapeType="1"/>
            </p:cNvSpPr>
            <p:nvPr/>
          </p:nvSpPr>
          <p:spPr bwMode="auto">
            <a:xfrm>
              <a:off x="0" y="1153"/>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9" name="Line 151"/>
            <p:cNvSpPr>
              <a:spLocks noChangeShapeType="1"/>
            </p:cNvSpPr>
            <p:nvPr/>
          </p:nvSpPr>
          <p:spPr bwMode="auto">
            <a:xfrm>
              <a:off x="0" y="1380"/>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30" name="Line 152"/>
            <p:cNvSpPr>
              <a:spLocks noChangeShapeType="1"/>
            </p:cNvSpPr>
            <p:nvPr/>
          </p:nvSpPr>
          <p:spPr bwMode="auto">
            <a:xfrm>
              <a:off x="0" y="160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31" name="Group 153"/>
          <p:cNvGrpSpPr>
            <a:grpSpLocks/>
          </p:cNvGrpSpPr>
          <p:nvPr/>
        </p:nvGrpSpPr>
        <p:grpSpPr bwMode="auto">
          <a:xfrm>
            <a:off x="6337643" y="2231726"/>
            <a:ext cx="2050283" cy="3205163"/>
            <a:chOff x="-33" y="0"/>
            <a:chExt cx="896" cy="2019"/>
          </a:xfrm>
        </p:grpSpPr>
        <p:sp>
          <p:nvSpPr>
            <p:cNvPr id="32" name="Text Box 154"/>
            <p:cNvSpPr txBox="1">
              <a:spLocks noChangeArrowheads="1"/>
            </p:cNvSpPr>
            <p:nvPr/>
          </p:nvSpPr>
          <p:spPr bwMode="auto">
            <a:xfrm>
              <a:off x="-33" y="0"/>
              <a:ext cx="896"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dirty="0">
                  <a:latin typeface="楷体" panose="02010609060101010101" pitchFamily="49" charset="-122"/>
                  <a:ea typeface="楷体" panose="02010609060101010101" pitchFamily="49" charset="-122"/>
                </a:rPr>
                <a:t>项目管理</a:t>
              </a:r>
            </a:p>
          </p:txBody>
        </p:sp>
        <p:sp>
          <p:nvSpPr>
            <p:cNvPr id="33" name="Text Box 155"/>
            <p:cNvSpPr txBox="1">
              <a:spLocks noChangeArrowheads="1"/>
            </p:cNvSpPr>
            <p:nvPr/>
          </p:nvSpPr>
          <p:spPr bwMode="auto">
            <a:xfrm>
              <a:off x="91" y="341"/>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范围定义</a:t>
              </a:r>
            </a:p>
          </p:txBody>
        </p:sp>
        <p:sp>
          <p:nvSpPr>
            <p:cNvPr id="34" name="Text Box 156"/>
            <p:cNvSpPr txBox="1">
              <a:spLocks noChangeArrowheads="1"/>
            </p:cNvSpPr>
            <p:nvPr/>
          </p:nvSpPr>
          <p:spPr bwMode="auto">
            <a:xfrm>
              <a:off x="91" y="568"/>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项目计划</a:t>
              </a:r>
            </a:p>
          </p:txBody>
        </p:sp>
        <p:sp>
          <p:nvSpPr>
            <p:cNvPr id="35" name="Text Box 157"/>
            <p:cNvSpPr txBox="1">
              <a:spLocks noChangeArrowheads="1"/>
            </p:cNvSpPr>
            <p:nvPr/>
          </p:nvSpPr>
          <p:spPr bwMode="auto">
            <a:xfrm>
              <a:off x="91" y="790"/>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项目实施</a:t>
              </a:r>
            </a:p>
          </p:txBody>
        </p:sp>
        <p:sp>
          <p:nvSpPr>
            <p:cNvPr id="36" name="Text Box 158"/>
            <p:cNvSpPr txBox="1">
              <a:spLocks noChangeArrowheads="1"/>
            </p:cNvSpPr>
            <p:nvPr/>
          </p:nvSpPr>
          <p:spPr bwMode="auto">
            <a:xfrm>
              <a:off x="91" y="1017"/>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评审评价</a:t>
              </a:r>
            </a:p>
          </p:txBody>
        </p:sp>
        <p:sp>
          <p:nvSpPr>
            <p:cNvPr id="37" name="Text Box 159"/>
            <p:cNvSpPr txBox="1">
              <a:spLocks noChangeArrowheads="1"/>
            </p:cNvSpPr>
            <p:nvPr/>
          </p:nvSpPr>
          <p:spPr bwMode="auto">
            <a:xfrm>
              <a:off x="91" y="1244"/>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项目收尾</a:t>
              </a:r>
            </a:p>
          </p:txBody>
        </p:sp>
        <p:sp>
          <p:nvSpPr>
            <p:cNvPr id="38" name="Text Box 160"/>
            <p:cNvSpPr txBox="1">
              <a:spLocks noChangeArrowheads="1"/>
            </p:cNvSpPr>
            <p:nvPr/>
          </p:nvSpPr>
          <p:spPr bwMode="auto">
            <a:xfrm>
              <a:off x="91" y="1471"/>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工程度量</a:t>
              </a:r>
            </a:p>
          </p:txBody>
        </p:sp>
        <p:sp>
          <p:nvSpPr>
            <p:cNvPr id="39" name="Line 161"/>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0" name="Line 162"/>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1" name="Line 163"/>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2" name="Line 164"/>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3" name="Line 165"/>
            <p:cNvSpPr>
              <a:spLocks noChangeShapeType="1"/>
            </p:cNvSpPr>
            <p:nvPr/>
          </p:nvSpPr>
          <p:spPr bwMode="auto">
            <a:xfrm>
              <a:off x="0" y="926"/>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4" name="Line 166"/>
            <p:cNvSpPr>
              <a:spLocks noChangeShapeType="1"/>
            </p:cNvSpPr>
            <p:nvPr/>
          </p:nvSpPr>
          <p:spPr bwMode="auto">
            <a:xfrm>
              <a:off x="0" y="1153"/>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5" name="Line 167"/>
            <p:cNvSpPr>
              <a:spLocks noChangeShapeType="1"/>
            </p:cNvSpPr>
            <p:nvPr/>
          </p:nvSpPr>
          <p:spPr bwMode="auto">
            <a:xfrm>
              <a:off x="0" y="1380"/>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6" name="Line 168"/>
            <p:cNvSpPr>
              <a:spLocks noChangeShapeType="1"/>
            </p:cNvSpPr>
            <p:nvPr/>
          </p:nvSpPr>
          <p:spPr bwMode="auto">
            <a:xfrm>
              <a:off x="0" y="160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grpSp>
        <p:nvGrpSpPr>
          <p:cNvPr id="47" name="Group 169"/>
          <p:cNvGrpSpPr>
            <a:grpSpLocks/>
          </p:cNvGrpSpPr>
          <p:nvPr/>
        </p:nvGrpSpPr>
        <p:grpSpPr bwMode="auto">
          <a:xfrm>
            <a:off x="9001494" y="2231726"/>
            <a:ext cx="1766530" cy="3205163"/>
            <a:chOff x="0" y="0"/>
            <a:chExt cx="863" cy="2019"/>
          </a:xfrm>
        </p:grpSpPr>
        <p:sp>
          <p:nvSpPr>
            <p:cNvPr id="48" name="Text Box 170"/>
            <p:cNvSpPr txBox="1">
              <a:spLocks noChangeArrowheads="1"/>
            </p:cNvSpPr>
            <p:nvPr/>
          </p:nvSpPr>
          <p:spPr bwMode="auto">
            <a:xfrm>
              <a:off x="91" y="0"/>
              <a:ext cx="772" cy="523"/>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latin typeface="楷体" panose="02010609060101010101" pitchFamily="49" charset="-122"/>
                  <a:ea typeface="楷体" panose="02010609060101010101" pitchFamily="49" charset="-122"/>
                </a:rPr>
                <a:t>软件过程</a:t>
              </a:r>
            </a:p>
          </p:txBody>
        </p:sp>
        <p:sp>
          <p:nvSpPr>
            <p:cNvPr id="49" name="Text Box 171"/>
            <p:cNvSpPr txBox="1">
              <a:spLocks noChangeArrowheads="1"/>
            </p:cNvSpPr>
            <p:nvPr/>
          </p:nvSpPr>
          <p:spPr bwMode="auto">
            <a:xfrm>
              <a:off x="91" y="341"/>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实施变更</a:t>
              </a:r>
            </a:p>
          </p:txBody>
        </p:sp>
        <p:sp>
          <p:nvSpPr>
            <p:cNvPr id="50" name="Text Box 172"/>
            <p:cNvSpPr txBox="1">
              <a:spLocks noChangeArrowheads="1"/>
            </p:cNvSpPr>
            <p:nvPr/>
          </p:nvSpPr>
          <p:spPr bwMode="auto">
            <a:xfrm>
              <a:off x="91" y="568"/>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过程定义</a:t>
              </a:r>
            </a:p>
          </p:txBody>
        </p:sp>
        <p:sp>
          <p:nvSpPr>
            <p:cNvPr id="51" name="Text Box 173"/>
            <p:cNvSpPr txBox="1">
              <a:spLocks noChangeArrowheads="1"/>
            </p:cNvSpPr>
            <p:nvPr/>
          </p:nvSpPr>
          <p:spPr bwMode="auto">
            <a:xfrm>
              <a:off x="91" y="790"/>
              <a:ext cx="72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过程评定</a:t>
              </a:r>
            </a:p>
          </p:txBody>
        </p:sp>
        <p:sp>
          <p:nvSpPr>
            <p:cNvPr id="52" name="Text Box 174"/>
            <p:cNvSpPr txBox="1">
              <a:spLocks noChangeArrowheads="1"/>
            </p:cNvSpPr>
            <p:nvPr/>
          </p:nvSpPr>
          <p:spPr bwMode="auto">
            <a:xfrm>
              <a:off x="91" y="1017"/>
              <a:ext cx="72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过程度量</a:t>
              </a:r>
            </a:p>
          </p:txBody>
        </p:sp>
        <p:sp>
          <p:nvSpPr>
            <p:cNvPr id="53" name="Line 175"/>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4" name="Line 176"/>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5" name="Line 177"/>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6" name="Line 178"/>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7" name="Line 179"/>
            <p:cNvSpPr>
              <a:spLocks noChangeShapeType="1"/>
            </p:cNvSpPr>
            <p:nvPr/>
          </p:nvSpPr>
          <p:spPr bwMode="auto">
            <a:xfrm>
              <a:off x="0" y="926"/>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58" name="Line 180"/>
            <p:cNvSpPr>
              <a:spLocks noChangeShapeType="1"/>
            </p:cNvSpPr>
            <p:nvPr/>
          </p:nvSpPr>
          <p:spPr bwMode="auto">
            <a:xfrm>
              <a:off x="0" y="1153"/>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sp>
        <p:nvSpPr>
          <p:cNvPr id="59" name="矩形 58"/>
          <p:cNvSpPr/>
          <p:nvPr/>
        </p:nvSpPr>
        <p:spPr>
          <a:xfrm>
            <a:off x="2970220" y="981175"/>
            <a:ext cx="6659195" cy="523220"/>
          </a:xfrm>
          <a:prstGeom prst="rect">
            <a:avLst/>
          </a:prstGeom>
        </p:spPr>
        <p:txBody>
          <a:bodyPr wrap="none">
            <a:spAutoFit/>
          </a:bodyPr>
          <a:lstStyle/>
          <a:p>
            <a:pPr algn="ctr">
              <a:spcBef>
                <a:spcPct val="50000"/>
              </a:spcBef>
            </a:pPr>
            <a:r>
              <a:rPr lang="zh-CN" altLang="en-US" sz="2800" dirty="0">
                <a:latin typeface="华文仿宋" panose="02010600040101010101" pitchFamily="2" charset="-122"/>
                <a:ea typeface="华文仿宋" panose="02010600040101010101" pitchFamily="2" charset="-122"/>
              </a:rPr>
              <a:t>软件工程知识体系指南（</a:t>
            </a:r>
            <a:r>
              <a:rPr lang="en-US" altLang="zh-CN" sz="2800" dirty="0">
                <a:latin typeface="华文仿宋" panose="02010600040101010101" pitchFamily="2" charset="-122"/>
                <a:ea typeface="华文仿宋" panose="02010600040101010101" pitchFamily="2" charset="-122"/>
              </a:rPr>
              <a:t>SWEBOK2004</a:t>
            </a:r>
            <a:r>
              <a:rPr lang="zh-CN" altLang="en-US" sz="28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974303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4" name="矩形 3"/>
          <p:cNvSpPr/>
          <p:nvPr/>
        </p:nvSpPr>
        <p:spPr>
          <a:xfrm>
            <a:off x="2936098" y="710338"/>
            <a:ext cx="6659195" cy="523220"/>
          </a:xfrm>
          <a:prstGeom prst="rect">
            <a:avLst/>
          </a:prstGeom>
        </p:spPr>
        <p:txBody>
          <a:bodyPr wrap="none">
            <a:spAutoFit/>
          </a:bodyPr>
          <a:lstStyle/>
          <a:p>
            <a:pPr algn="ctr">
              <a:spcBef>
                <a:spcPct val="50000"/>
              </a:spcBef>
            </a:pPr>
            <a:r>
              <a:rPr lang="zh-CN" altLang="en-US" sz="2800" dirty="0">
                <a:latin typeface="华文仿宋" panose="02010600040101010101" pitchFamily="2" charset="-122"/>
                <a:ea typeface="华文仿宋" panose="02010600040101010101" pitchFamily="2" charset="-122"/>
              </a:rPr>
              <a:t>软件工程知识体系指南（</a:t>
            </a:r>
            <a:r>
              <a:rPr lang="en-US" altLang="zh-CN" sz="2800" dirty="0">
                <a:latin typeface="华文仿宋" panose="02010600040101010101" pitchFamily="2" charset="-122"/>
                <a:ea typeface="华文仿宋" panose="02010600040101010101" pitchFamily="2" charset="-122"/>
              </a:rPr>
              <a:t>SWEBOK2004</a:t>
            </a:r>
            <a:r>
              <a:rPr lang="zh-CN" altLang="en-US" sz="2800" dirty="0">
                <a:latin typeface="华文仿宋" panose="02010600040101010101" pitchFamily="2" charset="-122"/>
                <a:ea typeface="华文仿宋" panose="02010600040101010101" pitchFamily="2" charset="-122"/>
              </a:rPr>
              <a:t>）</a:t>
            </a:r>
          </a:p>
        </p:txBody>
      </p:sp>
      <p:sp>
        <p:nvSpPr>
          <p:cNvPr id="5" name="Text Box 46"/>
          <p:cNvSpPr txBox="1">
            <a:spLocks noChangeArrowheads="1"/>
          </p:cNvSpPr>
          <p:nvPr/>
        </p:nvSpPr>
        <p:spPr bwMode="auto">
          <a:xfrm>
            <a:off x="1137053" y="1308007"/>
            <a:ext cx="3598090" cy="400110"/>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dirty="0">
                <a:latin typeface="楷体" panose="02010609060101010101" pitchFamily="49" charset="-122"/>
                <a:ea typeface="楷体" panose="02010609060101010101" pitchFamily="49" charset="-122"/>
              </a:rPr>
              <a:t>工具方法</a:t>
            </a:r>
          </a:p>
        </p:txBody>
      </p:sp>
      <p:sp>
        <p:nvSpPr>
          <p:cNvPr id="6" name="Text Box 183"/>
          <p:cNvSpPr txBox="1">
            <a:spLocks noChangeArrowheads="1"/>
          </p:cNvSpPr>
          <p:nvPr/>
        </p:nvSpPr>
        <p:spPr bwMode="auto">
          <a:xfrm>
            <a:off x="2351184" y="1836837"/>
            <a:ext cx="31693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需求工具</a:t>
            </a:r>
          </a:p>
        </p:txBody>
      </p:sp>
      <p:sp>
        <p:nvSpPr>
          <p:cNvPr id="7" name="Text Box 185"/>
          <p:cNvSpPr txBox="1">
            <a:spLocks noChangeArrowheads="1"/>
          </p:cNvSpPr>
          <p:nvPr/>
        </p:nvSpPr>
        <p:spPr bwMode="auto">
          <a:xfrm>
            <a:off x="2378342" y="5572284"/>
            <a:ext cx="44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启发式方法</a:t>
            </a:r>
          </a:p>
        </p:txBody>
      </p:sp>
      <p:sp>
        <p:nvSpPr>
          <p:cNvPr id="8" name="Text Box 186"/>
          <p:cNvSpPr txBox="1">
            <a:spLocks noChangeArrowheads="1"/>
          </p:cNvSpPr>
          <p:nvPr/>
        </p:nvSpPr>
        <p:spPr bwMode="auto">
          <a:xfrm>
            <a:off x="2378342" y="5873322"/>
            <a:ext cx="44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形式化方法</a:t>
            </a:r>
          </a:p>
        </p:txBody>
      </p:sp>
      <p:sp>
        <p:nvSpPr>
          <p:cNvPr id="9" name="Text Box 187"/>
          <p:cNvSpPr txBox="1">
            <a:spLocks noChangeArrowheads="1"/>
          </p:cNvSpPr>
          <p:nvPr/>
        </p:nvSpPr>
        <p:spPr bwMode="auto">
          <a:xfrm>
            <a:off x="2386902" y="6184472"/>
            <a:ext cx="33883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原型方法</a:t>
            </a:r>
          </a:p>
        </p:txBody>
      </p:sp>
      <p:sp>
        <p:nvSpPr>
          <p:cNvPr id="10" name="Line 197"/>
          <p:cNvSpPr>
            <a:spLocks noChangeShapeType="1"/>
          </p:cNvSpPr>
          <p:nvPr/>
        </p:nvSpPr>
        <p:spPr bwMode="auto">
          <a:xfrm flipH="1">
            <a:off x="3681508" y="1651098"/>
            <a:ext cx="424129"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1" name="Line 198"/>
          <p:cNvSpPr>
            <a:spLocks noChangeShapeType="1"/>
          </p:cNvSpPr>
          <p:nvPr/>
        </p:nvSpPr>
        <p:spPr bwMode="auto">
          <a:xfrm>
            <a:off x="3681509" y="1651098"/>
            <a:ext cx="4662" cy="1762125"/>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2" name="Line 199"/>
          <p:cNvSpPr>
            <a:spLocks noChangeShapeType="1"/>
          </p:cNvSpPr>
          <p:nvPr/>
        </p:nvSpPr>
        <p:spPr bwMode="auto">
          <a:xfrm>
            <a:off x="3573559" y="1586012"/>
            <a:ext cx="424129"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3" name="Line 200"/>
          <p:cNvSpPr>
            <a:spLocks noChangeShapeType="1"/>
          </p:cNvSpPr>
          <p:nvPr/>
        </p:nvSpPr>
        <p:spPr bwMode="auto">
          <a:xfrm>
            <a:off x="3573559" y="1946374"/>
            <a:ext cx="424129"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4" name="Line 201"/>
          <p:cNvSpPr>
            <a:spLocks noChangeShapeType="1"/>
          </p:cNvSpPr>
          <p:nvPr/>
        </p:nvSpPr>
        <p:spPr bwMode="auto">
          <a:xfrm>
            <a:off x="3573559" y="2298799"/>
            <a:ext cx="424129"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15" name="Text Box 225"/>
          <p:cNvSpPr txBox="1">
            <a:spLocks noChangeArrowheads="1"/>
          </p:cNvSpPr>
          <p:nvPr/>
        </p:nvSpPr>
        <p:spPr bwMode="auto">
          <a:xfrm>
            <a:off x="2351184" y="2195612"/>
            <a:ext cx="31693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a:latin typeface="楷体" panose="02010609060101010101" pitchFamily="49" charset="-122"/>
                <a:ea typeface="楷体" panose="02010609060101010101" pitchFamily="49" charset="-122"/>
              </a:rPr>
              <a:t>设计工具</a:t>
            </a:r>
          </a:p>
        </p:txBody>
      </p:sp>
      <p:sp>
        <p:nvSpPr>
          <p:cNvPr id="16" name="Text Box 226"/>
          <p:cNvSpPr txBox="1">
            <a:spLocks noChangeArrowheads="1"/>
          </p:cNvSpPr>
          <p:nvPr/>
        </p:nvSpPr>
        <p:spPr bwMode="auto">
          <a:xfrm>
            <a:off x="2351184" y="2555974"/>
            <a:ext cx="31693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a:latin typeface="楷体" panose="02010609060101010101" pitchFamily="49" charset="-122"/>
                <a:ea typeface="楷体" panose="02010609060101010101" pitchFamily="49" charset="-122"/>
              </a:rPr>
              <a:t>构造工具</a:t>
            </a:r>
          </a:p>
        </p:txBody>
      </p:sp>
      <p:sp>
        <p:nvSpPr>
          <p:cNvPr id="17" name="Text Box 227"/>
          <p:cNvSpPr txBox="1">
            <a:spLocks noChangeArrowheads="1"/>
          </p:cNvSpPr>
          <p:nvPr/>
        </p:nvSpPr>
        <p:spPr bwMode="auto">
          <a:xfrm>
            <a:off x="2351184" y="2916337"/>
            <a:ext cx="31693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测试工具</a:t>
            </a:r>
          </a:p>
        </p:txBody>
      </p:sp>
      <p:sp>
        <p:nvSpPr>
          <p:cNvPr id="18" name="Text Box 228"/>
          <p:cNvSpPr txBox="1">
            <a:spLocks noChangeArrowheads="1"/>
          </p:cNvSpPr>
          <p:nvPr/>
        </p:nvSpPr>
        <p:spPr bwMode="auto">
          <a:xfrm>
            <a:off x="2351184" y="3276699"/>
            <a:ext cx="31693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维护工具</a:t>
            </a:r>
          </a:p>
        </p:txBody>
      </p:sp>
      <p:sp>
        <p:nvSpPr>
          <p:cNvPr id="19" name="Text Box 229"/>
          <p:cNvSpPr txBox="1">
            <a:spLocks noChangeArrowheads="1"/>
          </p:cNvSpPr>
          <p:nvPr/>
        </p:nvSpPr>
        <p:spPr bwMode="auto">
          <a:xfrm>
            <a:off x="2351184" y="3637062"/>
            <a:ext cx="42272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配置管理工具</a:t>
            </a:r>
          </a:p>
        </p:txBody>
      </p:sp>
      <p:sp>
        <p:nvSpPr>
          <p:cNvPr id="20" name="Text Box 230"/>
          <p:cNvSpPr txBox="1">
            <a:spLocks noChangeArrowheads="1"/>
          </p:cNvSpPr>
          <p:nvPr/>
        </p:nvSpPr>
        <p:spPr bwMode="auto">
          <a:xfrm>
            <a:off x="2351183" y="4356199"/>
            <a:ext cx="44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a:latin typeface="楷体" panose="02010609060101010101" pitchFamily="49" charset="-122"/>
                <a:ea typeface="楷体" panose="02010609060101010101" pitchFamily="49" charset="-122"/>
              </a:rPr>
              <a:t>质量管理工具</a:t>
            </a:r>
          </a:p>
        </p:txBody>
      </p:sp>
      <p:sp>
        <p:nvSpPr>
          <p:cNvPr id="21" name="Text Box 231"/>
          <p:cNvSpPr txBox="1">
            <a:spLocks noChangeArrowheads="1"/>
          </p:cNvSpPr>
          <p:nvPr/>
        </p:nvSpPr>
        <p:spPr bwMode="auto">
          <a:xfrm>
            <a:off x="2351183" y="3995837"/>
            <a:ext cx="44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a:latin typeface="楷体" panose="02010609060101010101" pitchFamily="49" charset="-122"/>
                <a:ea typeface="楷体" panose="02010609060101010101" pitchFamily="49" charset="-122"/>
              </a:rPr>
              <a:t>项目管理工具</a:t>
            </a:r>
          </a:p>
        </p:txBody>
      </p:sp>
      <p:sp>
        <p:nvSpPr>
          <p:cNvPr id="22" name="Text Box 232"/>
          <p:cNvSpPr txBox="1">
            <a:spLocks noChangeArrowheads="1"/>
          </p:cNvSpPr>
          <p:nvPr/>
        </p:nvSpPr>
        <p:spPr bwMode="auto">
          <a:xfrm>
            <a:off x="2351183" y="4740374"/>
            <a:ext cx="44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其他工具问题</a:t>
            </a:r>
          </a:p>
        </p:txBody>
      </p:sp>
      <p:sp>
        <p:nvSpPr>
          <p:cNvPr id="23" name="Line 245"/>
          <p:cNvSpPr>
            <a:spLocks noChangeShapeType="1"/>
          </p:cNvSpPr>
          <p:nvPr/>
        </p:nvSpPr>
        <p:spPr bwMode="auto">
          <a:xfrm>
            <a:off x="5002512" y="1360516"/>
            <a:ext cx="0" cy="288925"/>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24" name="Text Box 46"/>
          <p:cNvSpPr txBox="1">
            <a:spLocks noChangeArrowheads="1"/>
          </p:cNvSpPr>
          <p:nvPr/>
        </p:nvSpPr>
        <p:spPr bwMode="auto">
          <a:xfrm>
            <a:off x="982366" y="5116671"/>
            <a:ext cx="4263521" cy="400110"/>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dirty="0">
                <a:latin typeface="楷体" panose="02010609060101010101" pitchFamily="49" charset="-122"/>
                <a:ea typeface="楷体" panose="02010609060101010101" pitchFamily="49" charset="-122"/>
              </a:rPr>
              <a:t>软件工程方法</a:t>
            </a:r>
          </a:p>
        </p:txBody>
      </p:sp>
      <p:sp>
        <p:nvSpPr>
          <p:cNvPr id="25" name="Text Box 193"/>
          <p:cNvSpPr txBox="1">
            <a:spLocks noChangeArrowheads="1"/>
          </p:cNvSpPr>
          <p:nvPr/>
        </p:nvSpPr>
        <p:spPr bwMode="auto">
          <a:xfrm>
            <a:off x="3446842" y="1382838"/>
            <a:ext cx="3598090" cy="400110"/>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dirty="0">
                <a:latin typeface="楷体" panose="02010609060101010101" pitchFamily="49" charset="-122"/>
                <a:ea typeface="楷体" panose="02010609060101010101" pitchFamily="49" charset="-122"/>
              </a:rPr>
              <a:t>软件质量</a:t>
            </a:r>
          </a:p>
        </p:txBody>
      </p:sp>
      <p:sp>
        <p:nvSpPr>
          <p:cNvPr id="26" name="Text Box 194"/>
          <p:cNvSpPr txBox="1">
            <a:spLocks noChangeArrowheads="1"/>
          </p:cNvSpPr>
          <p:nvPr/>
        </p:nvSpPr>
        <p:spPr bwMode="auto">
          <a:xfrm>
            <a:off x="4542216" y="1932087"/>
            <a:ext cx="33883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质量基础</a:t>
            </a:r>
          </a:p>
        </p:txBody>
      </p:sp>
      <p:sp>
        <p:nvSpPr>
          <p:cNvPr id="27" name="Text Box 195"/>
          <p:cNvSpPr txBox="1">
            <a:spLocks noChangeArrowheads="1"/>
          </p:cNvSpPr>
          <p:nvPr/>
        </p:nvSpPr>
        <p:spPr bwMode="auto">
          <a:xfrm>
            <a:off x="4542216" y="2292449"/>
            <a:ext cx="33883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质量过程</a:t>
            </a:r>
          </a:p>
        </p:txBody>
      </p:sp>
      <p:sp>
        <p:nvSpPr>
          <p:cNvPr id="28" name="Text Box 196"/>
          <p:cNvSpPr txBox="1">
            <a:spLocks noChangeArrowheads="1"/>
          </p:cNvSpPr>
          <p:nvPr/>
        </p:nvSpPr>
        <p:spPr bwMode="auto">
          <a:xfrm>
            <a:off x="4542217" y="2644874"/>
            <a:ext cx="3383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latin typeface="楷体" panose="02010609060101010101" pitchFamily="49" charset="-122"/>
                <a:ea typeface="楷体" panose="02010609060101010101" pitchFamily="49" charset="-122"/>
              </a:rPr>
              <a:t>实际考虑</a:t>
            </a:r>
          </a:p>
        </p:txBody>
      </p:sp>
      <p:grpSp>
        <p:nvGrpSpPr>
          <p:cNvPr id="29" name="Group 48"/>
          <p:cNvGrpSpPr>
            <a:grpSpLocks/>
          </p:cNvGrpSpPr>
          <p:nvPr/>
        </p:nvGrpSpPr>
        <p:grpSpPr bwMode="auto">
          <a:xfrm>
            <a:off x="7131549" y="1337163"/>
            <a:ext cx="4446344" cy="3424238"/>
            <a:chOff x="0" y="0"/>
            <a:chExt cx="954" cy="2157"/>
          </a:xfrm>
        </p:grpSpPr>
        <p:sp>
          <p:nvSpPr>
            <p:cNvPr id="30" name="Text Box 49"/>
            <p:cNvSpPr txBox="1">
              <a:spLocks noChangeArrowheads="1"/>
            </p:cNvSpPr>
            <p:nvPr/>
          </p:nvSpPr>
          <p:spPr bwMode="auto">
            <a:xfrm>
              <a:off x="91" y="0"/>
              <a:ext cx="772" cy="252"/>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相关知识</a:t>
              </a:r>
            </a:p>
          </p:txBody>
        </p:sp>
        <p:sp>
          <p:nvSpPr>
            <p:cNvPr id="31" name="Text Box 50"/>
            <p:cNvSpPr txBox="1">
              <a:spLocks noChangeArrowheads="1"/>
            </p:cNvSpPr>
            <p:nvPr/>
          </p:nvSpPr>
          <p:spPr bwMode="auto">
            <a:xfrm>
              <a:off x="91" y="341"/>
              <a:ext cx="8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计算机工程</a:t>
              </a:r>
            </a:p>
          </p:txBody>
        </p:sp>
        <p:sp>
          <p:nvSpPr>
            <p:cNvPr id="32" name="Text Box 51"/>
            <p:cNvSpPr txBox="1">
              <a:spLocks noChangeArrowheads="1"/>
            </p:cNvSpPr>
            <p:nvPr/>
          </p:nvSpPr>
          <p:spPr bwMode="auto">
            <a:xfrm>
              <a:off x="91" y="568"/>
              <a:ext cx="8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计算机科学</a:t>
              </a:r>
            </a:p>
          </p:txBody>
        </p:sp>
        <p:sp>
          <p:nvSpPr>
            <p:cNvPr id="33" name="Text Box 52"/>
            <p:cNvSpPr txBox="1">
              <a:spLocks noChangeArrowheads="1"/>
            </p:cNvSpPr>
            <p:nvPr/>
          </p:nvSpPr>
          <p:spPr bwMode="auto">
            <a:xfrm>
              <a:off x="91" y="790"/>
              <a:ext cx="72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管理</a:t>
              </a:r>
            </a:p>
          </p:txBody>
        </p:sp>
        <p:sp>
          <p:nvSpPr>
            <p:cNvPr id="34" name="Text Box 53"/>
            <p:cNvSpPr txBox="1">
              <a:spLocks noChangeArrowheads="1"/>
            </p:cNvSpPr>
            <p:nvPr/>
          </p:nvSpPr>
          <p:spPr bwMode="auto">
            <a:xfrm>
              <a:off x="91" y="1017"/>
              <a:ext cx="7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数学</a:t>
              </a:r>
            </a:p>
          </p:txBody>
        </p:sp>
        <p:sp>
          <p:nvSpPr>
            <p:cNvPr id="35" name="Text Box 54"/>
            <p:cNvSpPr txBox="1">
              <a:spLocks noChangeArrowheads="1"/>
            </p:cNvSpPr>
            <p:nvPr/>
          </p:nvSpPr>
          <p:spPr bwMode="auto">
            <a:xfrm>
              <a:off x="91" y="1244"/>
              <a:ext cx="72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项目管理</a:t>
              </a:r>
            </a:p>
          </p:txBody>
        </p:sp>
        <p:sp>
          <p:nvSpPr>
            <p:cNvPr id="36" name="Text Box 55"/>
            <p:cNvSpPr txBox="1">
              <a:spLocks noChangeArrowheads="1"/>
            </p:cNvSpPr>
            <p:nvPr/>
          </p:nvSpPr>
          <p:spPr bwMode="auto">
            <a:xfrm>
              <a:off x="91" y="1471"/>
              <a:ext cx="7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质量管理</a:t>
              </a:r>
            </a:p>
          </p:txBody>
        </p:sp>
        <p:sp>
          <p:nvSpPr>
            <p:cNvPr id="37" name="Line 56"/>
            <p:cNvSpPr>
              <a:spLocks noChangeShapeType="1"/>
            </p:cNvSpPr>
            <p:nvPr/>
          </p:nvSpPr>
          <p:spPr bwMode="auto">
            <a:xfrm flipH="1">
              <a:off x="0" y="160"/>
              <a:ext cx="9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38" name="Line 57"/>
            <p:cNvSpPr>
              <a:spLocks noChangeShapeType="1"/>
            </p:cNvSpPr>
            <p:nvPr/>
          </p:nvSpPr>
          <p:spPr bwMode="auto">
            <a:xfrm>
              <a:off x="0" y="160"/>
              <a:ext cx="0" cy="185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39" name="Line 58"/>
            <p:cNvSpPr>
              <a:spLocks noChangeShapeType="1"/>
            </p:cNvSpPr>
            <p:nvPr/>
          </p:nvSpPr>
          <p:spPr bwMode="auto">
            <a:xfrm>
              <a:off x="0" y="47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0" name="Line 59"/>
            <p:cNvSpPr>
              <a:spLocks noChangeShapeType="1"/>
            </p:cNvSpPr>
            <p:nvPr/>
          </p:nvSpPr>
          <p:spPr bwMode="auto">
            <a:xfrm>
              <a:off x="0" y="70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1" name="Line 60"/>
            <p:cNvSpPr>
              <a:spLocks noChangeShapeType="1"/>
            </p:cNvSpPr>
            <p:nvPr/>
          </p:nvSpPr>
          <p:spPr bwMode="auto">
            <a:xfrm>
              <a:off x="0" y="926"/>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2" name="Line 61"/>
            <p:cNvSpPr>
              <a:spLocks noChangeShapeType="1"/>
            </p:cNvSpPr>
            <p:nvPr/>
          </p:nvSpPr>
          <p:spPr bwMode="auto">
            <a:xfrm>
              <a:off x="0" y="1153"/>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3" name="Line 62"/>
            <p:cNvSpPr>
              <a:spLocks noChangeShapeType="1"/>
            </p:cNvSpPr>
            <p:nvPr/>
          </p:nvSpPr>
          <p:spPr bwMode="auto">
            <a:xfrm>
              <a:off x="0" y="1380"/>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4" name="Line 63"/>
            <p:cNvSpPr>
              <a:spLocks noChangeShapeType="1"/>
            </p:cNvSpPr>
            <p:nvPr/>
          </p:nvSpPr>
          <p:spPr bwMode="auto">
            <a:xfrm>
              <a:off x="0" y="1607"/>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5" name="Text Box 64"/>
            <p:cNvSpPr txBox="1">
              <a:spLocks noChangeArrowheads="1"/>
            </p:cNvSpPr>
            <p:nvPr/>
          </p:nvSpPr>
          <p:spPr bwMode="auto">
            <a:xfrm>
              <a:off x="92" y="1678"/>
              <a:ext cx="86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latin typeface="楷体" panose="02010609060101010101" pitchFamily="49" charset="-122"/>
                  <a:ea typeface="楷体" panose="02010609060101010101" pitchFamily="49" charset="-122"/>
                </a:rPr>
                <a:t>人类工程学</a:t>
              </a:r>
            </a:p>
          </p:txBody>
        </p:sp>
        <p:sp>
          <p:nvSpPr>
            <p:cNvPr id="46" name="Text Box 65"/>
            <p:cNvSpPr txBox="1">
              <a:spLocks noChangeArrowheads="1"/>
            </p:cNvSpPr>
            <p:nvPr/>
          </p:nvSpPr>
          <p:spPr bwMode="auto">
            <a:xfrm>
              <a:off x="92" y="1905"/>
              <a:ext cx="72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dirty="0">
                  <a:latin typeface="楷体" panose="02010609060101010101" pitchFamily="49" charset="-122"/>
                  <a:ea typeface="楷体" panose="02010609060101010101" pitchFamily="49" charset="-122"/>
                </a:rPr>
                <a:t>系统工程</a:t>
              </a:r>
            </a:p>
          </p:txBody>
        </p:sp>
        <p:sp>
          <p:nvSpPr>
            <p:cNvPr id="47" name="Line 66"/>
            <p:cNvSpPr>
              <a:spLocks noChangeShapeType="1"/>
            </p:cNvSpPr>
            <p:nvPr/>
          </p:nvSpPr>
          <p:spPr bwMode="auto">
            <a:xfrm>
              <a:off x="1" y="1814"/>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sp>
          <p:nvSpPr>
            <p:cNvPr id="48" name="Line 67"/>
            <p:cNvSpPr>
              <a:spLocks noChangeShapeType="1"/>
            </p:cNvSpPr>
            <p:nvPr/>
          </p:nvSpPr>
          <p:spPr bwMode="auto">
            <a:xfrm>
              <a:off x="1" y="2041"/>
              <a:ext cx="91" cy="0"/>
            </a:xfrm>
            <a:prstGeom prst="line">
              <a:avLst/>
            </a:prstGeom>
            <a:noFill/>
            <a:ln w="12700">
              <a:solidFill>
                <a:schemeClr val="bg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000">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1039891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文本框 2"/>
          <p:cNvSpPr txBox="1"/>
          <p:nvPr/>
        </p:nvSpPr>
        <p:spPr>
          <a:xfrm>
            <a:off x="3262899" y="602483"/>
            <a:ext cx="6457776" cy="523220"/>
          </a:xfrm>
          <a:prstGeom prst="rect">
            <a:avLst/>
          </a:prstGeom>
          <a:noFill/>
        </p:spPr>
        <p:txBody>
          <a:bodyPr wrap="square" rtlCol="0">
            <a:spAutoFit/>
          </a:bodyPr>
          <a:lstStyle/>
          <a:p>
            <a:r>
              <a:rPr lang="zh-CN" altLang="en-US" sz="2800" b="1" dirty="0">
                <a:latin typeface="华文仿宋" panose="02010600040101010101" pitchFamily="2" charset="-122"/>
                <a:ea typeface="华文仿宋" panose="02010600040101010101" pitchFamily="2" charset="-122"/>
              </a:rPr>
              <a:t>软件学科的基石（</a:t>
            </a:r>
            <a:r>
              <a:rPr lang="en-US" altLang="zh-CN" sz="2800" b="1" dirty="0">
                <a:latin typeface="楷体_GB2312" pitchFamily="49" charset="-122"/>
                <a:ea typeface="楷体_GB2312" pitchFamily="49" charset="-122"/>
              </a:rPr>
              <a:t>SWEBOK</a:t>
            </a:r>
            <a:r>
              <a:rPr lang="zh-CN" altLang="en-US" sz="2800" b="1" dirty="0">
                <a:latin typeface="华文仿宋" panose="02010600040101010101" pitchFamily="2" charset="-122"/>
                <a:ea typeface="华文仿宋" panose="02010600040101010101" pitchFamily="2" charset="-122"/>
              </a:rPr>
              <a:t>）</a:t>
            </a:r>
          </a:p>
        </p:txBody>
      </p:sp>
      <p:sp>
        <p:nvSpPr>
          <p:cNvPr id="4" name="Rectangle 3"/>
          <p:cNvSpPr txBox="1">
            <a:spLocks noChangeArrowheads="1"/>
          </p:cNvSpPr>
          <p:nvPr/>
        </p:nvSpPr>
        <p:spPr>
          <a:xfrm>
            <a:off x="1243512" y="1457257"/>
            <a:ext cx="10243638" cy="4175125"/>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chemeClr val="accent2"/>
                </a:solidFill>
                <a:latin typeface="楷体_GB2312" pitchFamily="49" charset="-122"/>
                <a:ea typeface="楷体_GB2312" pitchFamily="49" charset="-122"/>
              </a:rPr>
              <a:t>软件工程的相关学科</a:t>
            </a:r>
            <a:endParaRPr lang="en-US" altLang="zh-CN" sz="2400" dirty="0">
              <a:solidFill>
                <a:schemeClr val="accent2"/>
              </a:solidFill>
              <a:latin typeface="楷体_GB2312" pitchFamily="49" charset="-122"/>
              <a:ea typeface="楷体_GB2312" pitchFamily="49" charset="-122"/>
            </a:endParaRPr>
          </a:p>
          <a:p>
            <a:endParaRPr lang="zh-CN" altLang="en-US" sz="2400" dirty="0">
              <a:solidFill>
                <a:schemeClr val="accent2"/>
              </a:solidFill>
              <a:latin typeface="楷体_GB2312" pitchFamily="49" charset="-122"/>
              <a:ea typeface="楷体_GB2312" pitchFamily="49" charset="-122"/>
            </a:endParaRPr>
          </a:p>
          <a:p>
            <a:pPr>
              <a:buFont typeface="Wingdings" panose="05000000000000000000" pitchFamily="2" charset="2"/>
              <a:buNone/>
            </a:pPr>
            <a:r>
              <a:rPr lang="zh-CN" altLang="en-US" sz="2400" dirty="0">
                <a:latin typeface="楷体_GB2312" pitchFamily="49" charset="-122"/>
                <a:ea typeface="楷体_GB2312" pitchFamily="49" charset="-122"/>
              </a:rPr>
              <a:t>   </a:t>
            </a:r>
            <a:r>
              <a:rPr lang="zh-CN" altLang="en-US" sz="2400" dirty="0">
                <a:latin typeface="楷体" panose="02010609060101010101" pitchFamily="49" charset="-122"/>
                <a:ea typeface="楷体" panose="02010609060101010101" pitchFamily="49" charset="-122"/>
              </a:rPr>
              <a:t>认知科学和人的因素      计算机科学</a:t>
            </a:r>
          </a:p>
          <a:p>
            <a:pPr>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   计算机工程              管理和管理科学</a:t>
            </a:r>
          </a:p>
          <a:p>
            <a:pPr>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   项目管理                系统工程</a:t>
            </a:r>
          </a:p>
          <a:p>
            <a:pPr>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   数学</a:t>
            </a:r>
          </a:p>
          <a:p>
            <a:endParaRPr lang="zh-CN" altLang="en-US" sz="2400" dirty="0">
              <a:solidFill>
                <a:schemeClr val="accent2"/>
              </a:solidFill>
              <a:latin typeface="楷体_GB2312" pitchFamily="49" charset="-122"/>
              <a:ea typeface="楷体_GB2312" pitchFamily="49" charset="-122"/>
            </a:endParaRPr>
          </a:p>
          <a:p>
            <a:r>
              <a:rPr lang="zh-CN" altLang="en-US" sz="2400" dirty="0">
                <a:solidFill>
                  <a:schemeClr val="accent2"/>
                </a:solidFill>
                <a:latin typeface="楷体_GB2312" pitchFamily="49" charset="-122"/>
                <a:ea typeface="楷体_GB2312" pitchFamily="49" charset="-122"/>
              </a:rPr>
              <a:t>软件工程作为知识领域被其他计算学科引用</a:t>
            </a:r>
            <a:endParaRPr lang="en-US" altLang="zh-CN" sz="2400" dirty="0">
              <a:solidFill>
                <a:schemeClr val="accent2"/>
              </a:solidFill>
              <a:latin typeface="楷体_GB2312" pitchFamily="49" charset="-122"/>
              <a:ea typeface="楷体_GB2312" pitchFamily="49" charset="-122"/>
            </a:endParaRPr>
          </a:p>
          <a:p>
            <a:endParaRPr lang="zh-CN" altLang="en-US" sz="2400" dirty="0">
              <a:solidFill>
                <a:schemeClr val="accent2"/>
              </a:solidFill>
              <a:latin typeface="楷体_GB2312" pitchFamily="49" charset="-122"/>
              <a:ea typeface="楷体_GB2312" pitchFamily="49" charset="-122"/>
            </a:endParaRPr>
          </a:p>
          <a:p>
            <a:pPr>
              <a:buFont typeface="Wingdings" panose="05000000000000000000" pitchFamily="2" charset="2"/>
              <a:buNone/>
            </a:pPr>
            <a:r>
              <a:rPr lang="zh-CN" altLang="en-US" sz="2400" dirty="0">
                <a:latin typeface="楷体_GB2312" pitchFamily="49" charset="-122"/>
                <a:ea typeface="楷体_GB2312" pitchFamily="49" charset="-122"/>
              </a:rPr>
              <a:t>   </a:t>
            </a:r>
            <a:r>
              <a:rPr lang="zh-CN" altLang="en-US" sz="2400" dirty="0">
                <a:latin typeface="楷体" panose="02010609060101010101" pitchFamily="49" charset="-122"/>
                <a:ea typeface="楷体" panose="02010609060101010101" pitchFamily="49" charset="-122"/>
              </a:rPr>
              <a:t>计算机科学            计算机工程 </a:t>
            </a:r>
          </a:p>
          <a:p>
            <a:pPr>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   计算机信息系统        计算机信息技术</a:t>
            </a:r>
          </a:p>
          <a:p>
            <a:pPr>
              <a:buFont typeface="Wingdings" panose="05000000000000000000" pitchFamily="2" charset="2"/>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2940667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文本框 2"/>
          <p:cNvSpPr txBox="1"/>
          <p:nvPr/>
        </p:nvSpPr>
        <p:spPr>
          <a:xfrm>
            <a:off x="2690707" y="1260382"/>
            <a:ext cx="8374455" cy="523220"/>
          </a:xfrm>
          <a:prstGeom prst="rect">
            <a:avLst/>
          </a:prstGeom>
          <a:noFill/>
        </p:spPr>
        <p:txBody>
          <a:bodyPr wrap="square" rtlCol="0">
            <a:spAutoFit/>
          </a:bodyPr>
          <a:lstStyle/>
          <a:p>
            <a:r>
              <a:rPr lang="zh-CN" altLang="en-US" sz="2800" b="1" dirty="0">
                <a:latin typeface="华文仿宋" panose="02010600040101010101" pitchFamily="2" charset="-122"/>
                <a:ea typeface="华文仿宋" panose="02010600040101010101" pitchFamily="2" charset="-122"/>
              </a:rPr>
              <a:t>知识结构</a:t>
            </a:r>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制定软件工程本科教学计划的指南（</a:t>
            </a:r>
            <a:r>
              <a:rPr lang="en-US" altLang="zh-CN" sz="2800" b="1" dirty="0">
                <a:latin typeface="楷体_GB2312" pitchFamily="49" charset="-122"/>
                <a:ea typeface="楷体_GB2312" pitchFamily="49" charset="-122"/>
              </a:rPr>
              <a:t>SEEK</a:t>
            </a:r>
            <a:r>
              <a:rPr lang="zh-CN" altLang="en-US" sz="2800" b="1" dirty="0">
                <a:latin typeface="华文仿宋" panose="02010600040101010101" pitchFamily="2" charset="-122"/>
                <a:ea typeface="华文仿宋" panose="02010600040101010101" pitchFamily="2" charset="-122"/>
              </a:rPr>
              <a:t>）</a:t>
            </a:r>
          </a:p>
        </p:txBody>
      </p:sp>
      <p:sp>
        <p:nvSpPr>
          <p:cNvPr id="4" name="Rectangle 3"/>
          <p:cNvSpPr txBox="1">
            <a:spLocks noChangeArrowheads="1"/>
          </p:cNvSpPr>
          <p:nvPr/>
        </p:nvSpPr>
        <p:spPr>
          <a:xfrm>
            <a:off x="2255861" y="2073714"/>
            <a:ext cx="9720157" cy="4267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⑴SEEK的主要框架</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a:t>
            </a:r>
            <a:r>
              <a:rPr lang="zh-CN" altLang="en-US" sz="2400" dirty="0">
                <a:solidFill>
                  <a:srgbClr val="7030A0"/>
                </a:solidFill>
                <a:latin typeface="楷体" panose="02010609060101010101" pitchFamily="49" charset="-122"/>
                <a:ea typeface="楷体" panose="02010609060101010101" pitchFamily="49" charset="-122"/>
              </a:rPr>
              <a:t>知识领域、知识单元、知识点</a:t>
            </a:r>
          </a:p>
          <a:p>
            <a:pPr>
              <a:buFont typeface="Wingdings" panose="05000000000000000000" pitchFamily="2" charset="2"/>
              <a:buNone/>
            </a:pPr>
            <a:r>
              <a:rPr lang="zh-CN" altLang="en-US" sz="2400" dirty="0">
                <a:solidFill>
                  <a:srgbClr val="7030A0"/>
                </a:solidFill>
                <a:latin typeface="楷体" panose="02010609060101010101" pitchFamily="49" charset="-122"/>
                <a:ea typeface="楷体" panose="02010609060101010101" pitchFamily="49" charset="-122"/>
              </a:rPr>
              <a:t>        知识单元的参考学时</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a:t>
            </a:r>
            <a:r>
              <a:rPr lang="en-US" dirty="0">
                <a:latin typeface="楷体" panose="02010609060101010101" pitchFamily="49" charset="-122"/>
                <a:ea typeface="楷体" panose="02010609060101010101" pitchFamily="49" charset="-122"/>
              </a:rPr>
              <a:t>⑵</a:t>
            </a:r>
            <a:r>
              <a:rPr lang="zh-CN" altLang="en-US" dirty="0">
                <a:latin typeface="楷体" panose="02010609060101010101" pitchFamily="49" charset="-122"/>
                <a:ea typeface="楷体" panose="02010609060101010101" pitchFamily="49" charset="-122"/>
              </a:rPr>
              <a:t>学生掌握知识点的方式</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a:t>
            </a:r>
            <a:r>
              <a:rPr lang="zh-CN" altLang="en-US" sz="2400" dirty="0">
                <a:solidFill>
                  <a:srgbClr val="7030A0"/>
                </a:solidFill>
                <a:latin typeface="楷体" panose="02010609060101010101" pitchFamily="49" charset="-122"/>
                <a:ea typeface="楷体" panose="02010609060101010101" pitchFamily="49" charset="-122"/>
              </a:rPr>
              <a:t>知识   理解     应用</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a:t>
            </a:r>
            <a:r>
              <a:rPr lang="en-US" dirty="0">
                <a:latin typeface="楷体" panose="02010609060101010101" pitchFamily="49" charset="-122"/>
                <a:ea typeface="楷体" panose="02010609060101010101" pitchFamily="49" charset="-122"/>
              </a:rPr>
              <a:t>⑶</a:t>
            </a:r>
            <a:r>
              <a:rPr lang="zh-CN" altLang="en-US" dirty="0">
                <a:latin typeface="楷体" panose="02010609060101010101" pitchFamily="49" charset="-122"/>
                <a:ea typeface="楷体" panose="02010609060101010101" pitchFamily="49" charset="-122"/>
              </a:rPr>
              <a:t>标识知识点的重要程度</a:t>
            </a:r>
          </a:p>
          <a:p>
            <a:pPr>
              <a:buFont typeface="Wingdings" panose="05000000000000000000" pitchFamily="2" charset="2"/>
              <a:buNone/>
            </a:pPr>
            <a:r>
              <a:rPr lang="zh-CN" altLang="en-US" dirty="0">
                <a:solidFill>
                  <a:srgbClr val="7030A0"/>
                </a:solidFill>
                <a:latin typeface="楷体" panose="02010609060101010101" pitchFamily="49" charset="-122"/>
                <a:ea typeface="楷体" panose="02010609060101010101" pitchFamily="49" charset="-122"/>
              </a:rPr>
              <a:t>      </a:t>
            </a:r>
            <a:r>
              <a:rPr lang="zh-CN" altLang="en-US" sz="2400" dirty="0">
                <a:solidFill>
                  <a:srgbClr val="7030A0"/>
                </a:solidFill>
                <a:latin typeface="楷体" panose="02010609060101010101" pitchFamily="49" charset="-122"/>
                <a:ea typeface="楷体" panose="02010609060101010101" pitchFamily="49" charset="-122"/>
              </a:rPr>
              <a:t>核心   必修     选修   </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 </a:t>
            </a:r>
            <a:r>
              <a:rPr lang="en-US" dirty="0">
                <a:latin typeface="楷体" panose="02010609060101010101" pitchFamily="49" charset="-122"/>
                <a:ea typeface="楷体" panose="02010609060101010101" pitchFamily="49" charset="-122"/>
              </a:rPr>
              <a:t>⑷</a:t>
            </a:r>
            <a:r>
              <a:rPr lang="zh-CN" altLang="en-US" dirty="0">
                <a:latin typeface="楷体" panose="02010609060101010101" pitchFamily="49" charset="-122"/>
                <a:ea typeface="楷体" panose="02010609060101010101" pitchFamily="49" charset="-122"/>
              </a:rPr>
              <a:t>用SEEK制定课程计划的途径</a:t>
            </a:r>
          </a:p>
        </p:txBody>
      </p:sp>
    </p:spTree>
    <p:extLst>
      <p:ext uri="{BB962C8B-B14F-4D97-AF65-F5344CB8AC3E}">
        <p14:creationId xmlns:p14="http://schemas.microsoft.com/office/powerpoint/2010/main" val="1118101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3" name="文本框 2"/>
          <p:cNvSpPr txBox="1"/>
          <p:nvPr/>
        </p:nvSpPr>
        <p:spPr>
          <a:xfrm>
            <a:off x="3514988" y="1295450"/>
            <a:ext cx="6097966" cy="523220"/>
          </a:xfrm>
          <a:prstGeom prst="rect">
            <a:avLst/>
          </a:prstGeom>
          <a:noFill/>
        </p:spPr>
        <p:txBody>
          <a:bodyPr wrap="square" rtlCol="0">
            <a:spAutoFit/>
          </a:bodyPr>
          <a:lstStyle/>
          <a:p>
            <a:r>
              <a:rPr lang="zh-CN" altLang="en-US" sz="2800" b="1" dirty="0">
                <a:latin typeface="华文仿宋" panose="02010600040101010101" pitchFamily="2" charset="-122"/>
                <a:ea typeface="华文仿宋" panose="02010600040101010101" pitchFamily="2" charset="-122"/>
              </a:rPr>
              <a:t>知识结构</a:t>
            </a:r>
            <a:r>
              <a:rPr lang="en-US" altLang="zh-CN" sz="2800" b="1" dirty="0">
                <a:latin typeface="华文仿宋" panose="02010600040101010101" pitchFamily="2" charset="-122"/>
                <a:ea typeface="华文仿宋" panose="02010600040101010101" pitchFamily="2" charset="-122"/>
              </a:rPr>
              <a:t>-</a:t>
            </a:r>
            <a:r>
              <a:rPr lang="en-US" altLang="zh-CN" sz="2800" b="1" dirty="0">
                <a:latin typeface="楷体_GB2312" pitchFamily="49" charset="-122"/>
                <a:ea typeface="楷体_GB2312" pitchFamily="49" charset="-122"/>
              </a:rPr>
              <a:t>SEEK</a:t>
            </a:r>
            <a:r>
              <a:rPr lang="zh-CN" altLang="en-US" sz="2800" b="1" dirty="0">
                <a:latin typeface="楷体_GB2312" pitchFamily="49" charset="-122"/>
                <a:ea typeface="楷体_GB2312" pitchFamily="49" charset="-122"/>
              </a:rPr>
              <a:t>的</a:t>
            </a:r>
            <a:r>
              <a:rPr lang="en-US" altLang="zh-CN" sz="2800" b="1" dirty="0">
                <a:latin typeface="楷体_GB2312" pitchFamily="49" charset="-122"/>
                <a:ea typeface="楷体_GB2312" pitchFamily="49" charset="-122"/>
              </a:rPr>
              <a:t>10</a:t>
            </a:r>
            <a:r>
              <a:rPr lang="zh-CN" altLang="en-US" sz="2800" b="1" dirty="0">
                <a:latin typeface="楷体_GB2312" pitchFamily="49" charset="-122"/>
                <a:ea typeface="楷体_GB2312" pitchFamily="49" charset="-122"/>
              </a:rPr>
              <a:t>个知识领域</a:t>
            </a:r>
            <a:endParaRPr lang="zh-CN" altLang="en-US" sz="2800" b="1" dirty="0">
              <a:latin typeface="华文仿宋" panose="02010600040101010101" pitchFamily="2" charset="-122"/>
              <a:ea typeface="华文仿宋" panose="02010600040101010101" pitchFamily="2" charset="-122"/>
            </a:endParaRPr>
          </a:p>
        </p:txBody>
      </p:sp>
      <p:sp>
        <p:nvSpPr>
          <p:cNvPr id="4" name="Rectangle 3"/>
          <p:cNvSpPr txBox="1">
            <a:spLocks noChangeArrowheads="1"/>
          </p:cNvSpPr>
          <p:nvPr/>
        </p:nvSpPr>
        <p:spPr>
          <a:xfrm>
            <a:off x="914401" y="2244522"/>
            <a:ext cx="5310596" cy="41417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①计算基础          </a:t>
            </a:r>
            <a:r>
              <a:rPr lang="en-US" altLang="zh-CN" dirty="0">
                <a:latin typeface="楷体" panose="02010609060101010101" pitchFamily="49" charset="-122"/>
                <a:ea typeface="楷体" panose="02010609060101010101" pitchFamily="49" charset="-122"/>
              </a:rPr>
              <a:t>172</a:t>
            </a:r>
            <a:r>
              <a:rPr lang="zh-CN" altLang="en-US" dirty="0">
                <a:latin typeface="楷体" panose="02010609060101010101" pitchFamily="49" charset="-122"/>
                <a:ea typeface="楷体" panose="02010609060101010101" pitchFamily="49" charset="-122"/>
              </a:rPr>
              <a:t>      </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②数学和工程基础     </a:t>
            </a:r>
            <a:r>
              <a:rPr lang="en-US" altLang="zh-CN" dirty="0">
                <a:latin typeface="楷体" panose="02010609060101010101" pitchFamily="49" charset="-122"/>
                <a:ea typeface="楷体" panose="02010609060101010101" pitchFamily="49" charset="-122"/>
              </a:rPr>
              <a:t>89</a:t>
            </a:r>
            <a:r>
              <a:rPr lang="zh-CN" altLang="en-US" dirty="0">
                <a:latin typeface="楷体" panose="02010609060101010101" pitchFamily="49" charset="-122"/>
                <a:ea typeface="楷体" panose="02010609060101010101" pitchFamily="49" charset="-122"/>
              </a:rPr>
              <a:t> </a:t>
            </a:r>
          </a:p>
          <a:p>
            <a:pPr>
              <a:buFont typeface="Wingdings" panose="05000000000000000000" pitchFamily="2" charset="2"/>
              <a:buNone/>
            </a:pPr>
            <a:r>
              <a:rPr lang="zh-CN" altLang="en-US" dirty="0">
                <a:solidFill>
                  <a:schemeClr val="folHlink"/>
                </a:solidFill>
                <a:latin typeface="楷体" panose="02010609060101010101" pitchFamily="49" charset="-122"/>
                <a:ea typeface="楷体" panose="02010609060101010101" pitchFamily="49" charset="-122"/>
              </a:rPr>
              <a:t>③职业实践           </a:t>
            </a:r>
            <a:r>
              <a:rPr lang="en-US" altLang="zh-CN" dirty="0">
                <a:solidFill>
                  <a:schemeClr val="folHlink"/>
                </a:solidFill>
                <a:latin typeface="楷体" panose="02010609060101010101" pitchFamily="49" charset="-122"/>
                <a:ea typeface="楷体" panose="02010609060101010101" pitchFamily="49" charset="-122"/>
              </a:rPr>
              <a:t>35</a:t>
            </a:r>
            <a:r>
              <a:rPr lang="zh-CN" altLang="en-US" dirty="0">
                <a:solidFill>
                  <a:schemeClr val="folHlink"/>
                </a:solidFill>
                <a:latin typeface="楷体" panose="02010609060101010101" pitchFamily="49" charset="-122"/>
                <a:ea typeface="楷体" panose="02010609060101010101" pitchFamily="49" charset="-122"/>
              </a:rPr>
              <a:t>         </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④软件建模与分析     </a:t>
            </a:r>
            <a:r>
              <a:rPr lang="en-US" altLang="zh-CN" dirty="0">
                <a:latin typeface="楷体" panose="02010609060101010101" pitchFamily="49" charset="-122"/>
                <a:ea typeface="楷体" panose="02010609060101010101" pitchFamily="49" charset="-122"/>
              </a:rPr>
              <a:t>53</a:t>
            </a:r>
            <a:r>
              <a:rPr lang="zh-CN" altLang="en-US" dirty="0">
                <a:latin typeface="楷体" panose="02010609060101010101" pitchFamily="49" charset="-122"/>
                <a:ea typeface="楷体" panose="02010609060101010101" pitchFamily="49" charset="-122"/>
              </a:rPr>
              <a:t>  </a:t>
            </a:r>
          </a:p>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⑤软件设计           </a:t>
            </a:r>
            <a:r>
              <a:rPr lang="en-US" altLang="zh-CN" dirty="0">
                <a:latin typeface="楷体" panose="02010609060101010101" pitchFamily="49" charset="-122"/>
                <a:ea typeface="楷体" panose="02010609060101010101" pitchFamily="49" charset="-122"/>
              </a:rPr>
              <a:t>45</a:t>
            </a:r>
            <a:r>
              <a:rPr lang="zh-CN" altLang="en-US" dirty="0">
                <a:latin typeface="楷体" panose="02010609060101010101" pitchFamily="49" charset="-122"/>
                <a:ea typeface="楷体" panose="02010609060101010101" pitchFamily="49" charset="-122"/>
              </a:rPr>
              <a:t>         </a:t>
            </a:r>
          </a:p>
        </p:txBody>
      </p:sp>
      <p:sp>
        <p:nvSpPr>
          <p:cNvPr id="5" name="Rectangle 4"/>
          <p:cNvSpPr txBox="1">
            <a:spLocks noChangeArrowheads="1"/>
          </p:cNvSpPr>
          <p:nvPr/>
        </p:nvSpPr>
        <p:spPr>
          <a:xfrm>
            <a:off x="6232933" y="2315959"/>
            <a:ext cx="4739867" cy="40703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楷体" panose="02010609060101010101" pitchFamily="49" charset="-122"/>
                <a:ea typeface="楷体" panose="02010609060101010101" pitchFamily="49" charset="-122"/>
              </a:rPr>
              <a:t>⑥软件验证与确认     </a:t>
            </a:r>
            <a:r>
              <a:rPr lang="en-US" altLang="zh-CN" dirty="0">
                <a:latin typeface="楷体" panose="02010609060101010101" pitchFamily="49" charset="-122"/>
                <a:ea typeface="楷体" panose="02010609060101010101" pitchFamily="49" charset="-122"/>
              </a:rPr>
              <a:t>42</a:t>
            </a:r>
            <a:r>
              <a:rPr lang="zh-CN" altLang="en-US" dirty="0">
                <a:latin typeface="楷体" panose="02010609060101010101" pitchFamily="49" charset="-122"/>
                <a:ea typeface="楷体" panose="02010609060101010101" pitchFamily="49" charset="-122"/>
              </a:rPr>
              <a:t> </a:t>
            </a:r>
            <a:endParaRPr lang="en-US" altLang="zh-CN" dirty="0">
              <a:latin typeface="楷体" panose="02010609060101010101" pitchFamily="49" charset="-122"/>
              <a:ea typeface="楷体" panose="02010609060101010101" pitchFamily="49" charset="-122"/>
            </a:endParaRPr>
          </a:p>
          <a:p>
            <a:pPr>
              <a:buFont typeface="Wingdings" panose="05000000000000000000" pitchFamily="2" charset="2"/>
              <a:buNone/>
            </a:pPr>
            <a:r>
              <a:rPr lang="en-US" altLang="zh-CN" dirty="0">
                <a:latin typeface="楷体" panose="02010609060101010101" pitchFamily="49" charset="-122"/>
                <a:ea typeface="楷体" panose="02010609060101010101" pitchFamily="49" charset="-122"/>
              </a:rPr>
              <a:t>⑦</a:t>
            </a:r>
            <a:r>
              <a:rPr lang="zh-CN" altLang="en-US" dirty="0">
                <a:latin typeface="楷体" panose="02010609060101010101" pitchFamily="49" charset="-122"/>
                <a:ea typeface="楷体" panose="02010609060101010101" pitchFamily="49" charset="-122"/>
              </a:rPr>
              <a:t>软件进化           </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      </a:t>
            </a:r>
            <a:endParaRPr lang="en-US" altLang="zh-CN" dirty="0">
              <a:latin typeface="楷体" panose="02010609060101010101" pitchFamily="49" charset="-122"/>
              <a:ea typeface="楷体" panose="02010609060101010101" pitchFamily="49" charset="-122"/>
            </a:endParaRPr>
          </a:p>
          <a:p>
            <a:pPr>
              <a:buFont typeface="Wingdings" panose="05000000000000000000" pitchFamily="2" charset="2"/>
              <a:buNone/>
            </a:pPr>
            <a:r>
              <a:rPr lang="en-US" altLang="zh-CN" dirty="0">
                <a:solidFill>
                  <a:schemeClr val="folHlink"/>
                </a:solidFill>
                <a:latin typeface="楷体" panose="02010609060101010101" pitchFamily="49" charset="-122"/>
                <a:ea typeface="楷体" panose="02010609060101010101" pitchFamily="49" charset="-122"/>
              </a:rPr>
              <a:t>⑧</a:t>
            </a:r>
            <a:r>
              <a:rPr lang="zh-CN" altLang="en-US" dirty="0">
                <a:solidFill>
                  <a:schemeClr val="folHlink"/>
                </a:solidFill>
                <a:latin typeface="楷体" panose="02010609060101010101" pitchFamily="49" charset="-122"/>
                <a:ea typeface="楷体" panose="02010609060101010101" pitchFamily="49" charset="-122"/>
              </a:rPr>
              <a:t>软件过程           </a:t>
            </a:r>
            <a:r>
              <a:rPr lang="en-US" altLang="zh-CN" dirty="0">
                <a:solidFill>
                  <a:schemeClr val="folHlink"/>
                </a:solidFill>
                <a:latin typeface="楷体" panose="02010609060101010101" pitchFamily="49" charset="-122"/>
                <a:ea typeface="楷体" panose="02010609060101010101" pitchFamily="49" charset="-122"/>
              </a:rPr>
              <a:t>13</a:t>
            </a:r>
            <a:r>
              <a:rPr lang="zh-CN" altLang="en-US" dirty="0">
                <a:solidFill>
                  <a:schemeClr val="folHlink"/>
                </a:solidFill>
                <a:latin typeface="楷体" panose="02010609060101010101" pitchFamily="49" charset="-122"/>
                <a:ea typeface="楷体" panose="02010609060101010101" pitchFamily="49" charset="-122"/>
              </a:rPr>
              <a:t>     </a:t>
            </a:r>
            <a:endParaRPr lang="en-US" altLang="zh-CN" dirty="0">
              <a:solidFill>
                <a:schemeClr val="folHlink"/>
              </a:solidFill>
              <a:latin typeface="楷体" panose="02010609060101010101" pitchFamily="49" charset="-122"/>
              <a:ea typeface="楷体" panose="02010609060101010101" pitchFamily="49" charset="-122"/>
            </a:endParaRPr>
          </a:p>
          <a:p>
            <a:pPr>
              <a:buFont typeface="Wingdings" panose="05000000000000000000" pitchFamily="2" charset="2"/>
              <a:buNone/>
            </a:pPr>
            <a:r>
              <a:rPr lang="en-US" altLang="zh-CN" dirty="0">
                <a:solidFill>
                  <a:schemeClr val="folHlink"/>
                </a:solidFill>
                <a:latin typeface="楷体" panose="02010609060101010101" pitchFamily="49" charset="-122"/>
                <a:ea typeface="楷体" panose="02010609060101010101" pitchFamily="49" charset="-122"/>
              </a:rPr>
              <a:t>⑨</a:t>
            </a:r>
            <a:r>
              <a:rPr lang="zh-CN" altLang="en-US" dirty="0">
                <a:solidFill>
                  <a:schemeClr val="folHlink"/>
                </a:solidFill>
                <a:latin typeface="楷体" panose="02010609060101010101" pitchFamily="49" charset="-122"/>
                <a:ea typeface="楷体" panose="02010609060101010101" pitchFamily="49" charset="-122"/>
              </a:rPr>
              <a:t>软件质量           </a:t>
            </a:r>
            <a:r>
              <a:rPr lang="en-US" altLang="zh-CN" dirty="0">
                <a:solidFill>
                  <a:schemeClr val="folHlink"/>
                </a:solidFill>
                <a:latin typeface="楷体" panose="02010609060101010101" pitchFamily="49" charset="-122"/>
                <a:ea typeface="楷体" panose="02010609060101010101" pitchFamily="49" charset="-122"/>
              </a:rPr>
              <a:t>16</a:t>
            </a:r>
            <a:r>
              <a:rPr lang="zh-CN" altLang="en-US" dirty="0">
                <a:solidFill>
                  <a:schemeClr val="folHlink"/>
                </a:solidFill>
                <a:latin typeface="楷体" panose="02010609060101010101" pitchFamily="49" charset="-122"/>
                <a:ea typeface="楷体" panose="02010609060101010101" pitchFamily="49" charset="-122"/>
              </a:rPr>
              <a:t>   </a:t>
            </a:r>
            <a:endParaRPr lang="en-US" altLang="zh-CN" dirty="0">
              <a:solidFill>
                <a:schemeClr val="folHlink"/>
              </a:solidFill>
              <a:latin typeface="楷体" panose="02010609060101010101" pitchFamily="49" charset="-122"/>
              <a:ea typeface="楷体" panose="02010609060101010101" pitchFamily="49" charset="-122"/>
            </a:endParaRPr>
          </a:p>
          <a:p>
            <a:pPr>
              <a:buFont typeface="Wingdings" panose="05000000000000000000" pitchFamily="2" charset="2"/>
              <a:buNone/>
            </a:pPr>
            <a:r>
              <a:rPr lang="en-US" altLang="zh-CN" dirty="0">
                <a:solidFill>
                  <a:schemeClr val="folHlink"/>
                </a:solidFill>
                <a:latin typeface="楷体" panose="02010609060101010101" pitchFamily="49" charset="-122"/>
                <a:ea typeface="楷体" panose="02010609060101010101" pitchFamily="49" charset="-122"/>
              </a:rPr>
              <a:t>⑩</a:t>
            </a:r>
            <a:r>
              <a:rPr lang="zh-CN" altLang="en-US" dirty="0">
                <a:solidFill>
                  <a:schemeClr val="folHlink"/>
                </a:solidFill>
                <a:latin typeface="楷体" panose="02010609060101010101" pitchFamily="49" charset="-122"/>
                <a:ea typeface="楷体" panose="02010609060101010101" pitchFamily="49" charset="-122"/>
              </a:rPr>
              <a:t>软件管理           </a:t>
            </a:r>
            <a:r>
              <a:rPr lang="en-US" altLang="zh-CN" dirty="0">
                <a:solidFill>
                  <a:schemeClr val="folHlink"/>
                </a:solidFill>
                <a:latin typeface="楷体" panose="02010609060101010101" pitchFamily="49" charset="-122"/>
                <a:ea typeface="楷体" panose="02010609060101010101" pitchFamily="49" charset="-122"/>
              </a:rPr>
              <a:t>19</a:t>
            </a:r>
            <a:r>
              <a:rPr lang="zh-CN" altLang="en-US" dirty="0">
                <a:solidFill>
                  <a:schemeClr val="folHlink"/>
                </a:solidFill>
                <a:latin typeface="楷体" panose="02010609060101010101" pitchFamily="49" charset="-122"/>
                <a:ea typeface="楷体" panose="02010609060101010101" pitchFamily="49" charset="-122"/>
              </a:rPr>
              <a:t>      </a:t>
            </a:r>
            <a:endParaRPr lang="en-US" altLang="zh-CN" dirty="0">
              <a:solidFill>
                <a:schemeClr val="folHlink"/>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790644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420179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02 </a:t>
            </a:r>
            <a:r>
              <a:rPr lang="zh-CN" altLang="en-US" sz="2800" dirty="0">
                <a:latin typeface="华文楷体" panose="02010600040101010101" pitchFamily="2" charset="-122"/>
                <a:ea typeface="华文楷体" panose="02010600040101010101" pitchFamily="2" charset="-122"/>
              </a:rPr>
              <a:t>软件工程学科知识体系</a:t>
            </a:r>
          </a:p>
        </p:txBody>
      </p:sp>
      <p:sp>
        <p:nvSpPr>
          <p:cNvPr id="4" name="文本框 3"/>
          <p:cNvSpPr txBox="1"/>
          <p:nvPr/>
        </p:nvSpPr>
        <p:spPr>
          <a:xfrm>
            <a:off x="3590489" y="1261047"/>
            <a:ext cx="5709332" cy="523220"/>
          </a:xfrm>
          <a:prstGeom prst="rect">
            <a:avLst/>
          </a:prstGeom>
          <a:noFill/>
        </p:spPr>
        <p:txBody>
          <a:bodyPr wrap="square" rtlCol="0">
            <a:spAutoFit/>
          </a:bodyPr>
          <a:lstStyle/>
          <a:p>
            <a:r>
              <a:rPr lang="zh-CN" altLang="en-US" sz="2800" b="1" dirty="0">
                <a:latin typeface="华文仿宋" panose="02010600040101010101" pitchFamily="2" charset="-122"/>
                <a:ea typeface="华文仿宋" panose="02010600040101010101" pitchFamily="2" charset="-122"/>
              </a:rPr>
              <a:t>知识结构</a:t>
            </a:r>
            <a:r>
              <a:rPr lang="en-US" altLang="zh-CN" sz="2800" b="1" dirty="0">
                <a:latin typeface="华文仿宋" panose="02010600040101010101" pitchFamily="2" charset="-122"/>
                <a:ea typeface="华文仿宋" panose="02010600040101010101" pitchFamily="2" charset="-122"/>
              </a:rPr>
              <a:t>-</a:t>
            </a:r>
            <a:r>
              <a:rPr lang="en-US" altLang="zh-CN" sz="2800" b="1" dirty="0">
                <a:latin typeface="楷体_GB2312" pitchFamily="49" charset="-122"/>
                <a:ea typeface="楷体_GB2312" pitchFamily="49" charset="-122"/>
              </a:rPr>
              <a:t>SEEK</a:t>
            </a:r>
            <a:r>
              <a:rPr lang="zh-CN" altLang="en-US" sz="2800" b="1" dirty="0">
                <a:latin typeface="楷体_GB2312" pitchFamily="49" charset="-122"/>
                <a:ea typeface="楷体_GB2312" pitchFamily="49" charset="-122"/>
              </a:rPr>
              <a:t>的应用知识领域</a:t>
            </a:r>
            <a:endParaRPr lang="zh-CN" altLang="en-US" sz="2800" b="1" dirty="0">
              <a:latin typeface="华文仿宋" panose="02010600040101010101" pitchFamily="2" charset="-122"/>
              <a:ea typeface="华文仿宋" panose="02010600040101010101" pitchFamily="2" charset="-122"/>
            </a:endParaRPr>
          </a:p>
        </p:txBody>
      </p:sp>
      <p:sp>
        <p:nvSpPr>
          <p:cNvPr id="5" name="Rectangle 3"/>
          <p:cNvSpPr txBox="1">
            <a:spLocks noChangeArrowheads="1"/>
          </p:cNvSpPr>
          <p:nvPr/>
        </p:nvSpPr>
        <p:spPr>
          <a:xfrm>
            <a:off x="1917968" y="2071359"/>
            <a:ext cx="3925887" cy="42672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50000"/>
                  </a:schemeClr>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楷体" panose="02010609060101010101" pitchFamily="49" charset="-122"/>
                <a:ea typeface="楷体" panose="02010609060101010101" pitchFamily="49" charset="-122"/>
              </a:rPr>
              <a:t>以网络为中心的系统      </a:t>
            </a:r>
          </a:p>
          <a:p>
            <a:r>
              <a:rPr lang="zh-CN" altLang="en-US" dirty="0">
                <a:latin typeface="楷体" panose="02010609060101010101" pitchFamily="49" charset="-122"/>
                <a:ea typeface="楷体" panose="02010609060101010101" pitchFamily="49" charset="-122"/>
              </a:rPr>
              <a:t>信息系统和数据处理   </a:t>
            </a:r>
          </a:p>
          <a:p>
            <a:r>
              <a:rPr lang="zh-CN" altLang="en-US" dirty="0">
                <a:latin typeface="楷体" panose="02010609060101010101" pitchFamily="49" charset="-122"/>
                <a:ea typeface="楷体" panose="02010609060101010101" pitchFamily="49" charset="-122"/>
              </a:rPr>
              <a:t>金融和电子商务系统</a:t>
            </a:r>
          </a:p>
          <a:p>
            <a:r>
              <a:rPr lang="zh-CN" altLang="en-US" dirty="0">
                <a:latin typeface="楷体" panose="02010609060101010101" pitchFamily="49" charset="-122"/>
                <a:ea typeface="楷体" panose="02010609060101010101" pitchFamily="49" charset="-122"/>
              </a:rPr>
              <a:t>容错和可存活系统</a:t>
            </a:r>
          </a:p>
          <a:p>
            <a:r>
              <a:rPr lang="zh-CN" altLang="en-US" dirty="0">
                <a:latin typeface="楷体" panose="02010609060101010101" pitchFamily="49" charset="-122"/>
                <a:ea typeface="楷体" panose="02010609060101010101" pitchFamily="49" charset="-122"/>
              </a:rPr>
              <a:t>高安全系统</a:t>
            </a:r>
          </a:p>
          <a:p>
            <a:r>
              <a:rPr lang="zh-CN" altLang="en-US" dirty="0">
                <a:latin typeface="楷体" panose="02010609060101010101" pitchFamily="49" charset="-122"/>
                <a:ea typeface="楷体" panose="02010609060101010101" pitchFamily="49" charset="-122"/>
              </a:rPr>
              <a:t>安全攸关系统</a:t>
            </a:r>
          </a:p>
          <a:p>
            <a:r>
              <a:rPr lang="zh-CN" altLang="en-US" dirty="0">
                <a:latin typeface="楷体" panose="02010609060101010101" pitchFamily="49" charset="-122"/>
                <a:ea typeface="楷体" panose="02010609060101010101" pitchFamily="49" charset="-122"/>
              </a:rPr>
              <a:t>嵌入式和实时系统</a:t>
            </a:r>
          </a:p>
          <a:p>
            <a:r>
              <a:rPr lang="zh-CN" altLang="en-US" dirty="0">
                <a:latin typeface="楷体" panose="02010609060101010101" pitchFamily="49" charset="-122"/>
                <a:ea typeface="楷体" panose="02010609060101010101" pitchFamily="49" charset="-122"/>
              </a:rPr>
              <a:t>生物学系统</a:t>
            </a:r>
          </a:p>
          <a:p>
            <a:r>
              <a:rPr lang="zh-CN" altLang="en-US" dirty="0">
                <a:latin typeface="楷体" panose="02010609060101010101" pitchFamily="49" charset="-122"/>
                <a:ea typeface="楷体" panose="02010609060101010101" pitchFamily="49" charset="-122"/>
              </a:rPr>
              <a:t>科学计算系统</a:t>
            </a:r>
          </a:p>
        </p:txBody>
      </p:sp>
      <p:sp>
        <p:nvSpPr>
          <p:cNvPr id="6" name="Rectangle 4"/>
          <p:cNvSpPr txBox="1">
            <a:spLocks noChangeArrowheads="1"/>
          </p:cNvSpPr>
          <p:nvPr/>
        </p:nvSpPr>
        <p:spPr>
          <a:xfrm>
            <a:off x="6945580" y="2071359"/>
            <a:ext cx="3925888" cy="4267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楷体" panose="02010609060101010101" pitchFamily="49" charset="-122"/>
                <a:ea typeface="楷体" panose="02010609060101010101" pitchFamily="49" charset="-122"/>
              </a:rPr>
              <a:t>电信系统 </a:t>
            </a:r>
          </a:p>
          <a:p>
            <a:r>
              <a:rPr lang="zh-CN" altLang="en-US" dirty="0">
                <a:latin typeface="楷体" panose="02010609060101010101" pitchFamily="49" charset="-122"/>
                <a:ea typeface="楷体" panose="02010609060101010101" pitchFamily="49" charset="-122"/>
              </a:rPr>
              <a:t>航空和交通系统 </a:t>
            </a:r>
          </a:p>
          <a:p>
            <a:r>
              <a:rPr lang="zh-CN" altLang="en-US" dirty="0">
                <a:latin typeface="楷体" panose="02010609060101010101" pitchFamily="49" charset="-122"/>
                <a:ea typeface="楷体" panose="02010609060101010101" pitchFamily="49" charset="-122"/>
              </a:rPr>
              <a:t>工业过程控制系统</a:t>
            </a:r>
          </a:p>
          <a:p>
            <a:r>
              <a:rPr lang="zh-CN" altLang="en-US" dirty="0">
                <a:latin typeface="楷体" panose="02010609060101010101" pitchFamily="49" charset="-122"/>
                <a:ea typeface="楷体" panose="02010609060101010101" pitchFamily="49" charset="-122"/>
              </a:rPr>
              <a:t>多媒体、游戏和娱乐系统</a:t>
            </a:r>
          </a:p>
          <a:p>
            <a:r>
              <a:rPr lang="zh-CN" altLang="en-US" dirty="0">
                <a:latin typeface="楷体" panose="02010609060101010101" pitchFamily="49" charset="-122"/>
                <a:ea typeface="楷体" panose="02010609060101010101" pitchFamily="49" charset="-122"/>
              </a:rPr>
              <a:t>小型移动平台系统 </a:t>
            </a:r>
          </a:p>
          <a:p>
            <a:r>
              <a:rPr lang="zh-CN" altLang="en-US" dirty="0">
                <a:latin typeface="楷体" panose="02010609060101010101" pitchFamily="49" charset="-122"/>
                <a:ea typeface="楷体" panose="02010609060101010101" pitchFamily="49" charset="-122"/>
              </a:rPr>
              <a:t>基于</a:t>
            </a:r>
            <a:r>
              <a:rPr lang="en-US" altLang="zh-CN" dirty="0">
                <a:latin typeface="楷体" panose="02010609060101010101" pitchFamily="49" charset="-122"/>
                <a:ea typeface="楷体" panose="02010609060101010101" pitchFamily="49" charset="-122"/>
              </a:rPr>
              <a:t>Agent</a:t>
            </a:r>
            <a:r>
              <a:rPr lang="zh-CN" altLang="en-US" dirty="0">
                <a:latin typeface="楷体" panose="02010609060101010101" pitchFamily="49" charset="-122"/>
                <a:ea typeface="楷体" panose="02010609060101010101" pitchFamily="49" charset="-122"/>
              </a:rPr>
              <a:t>的系统</a:t>
            </a:r>
          </a:p>
          <a:p>
            <a:r>
              <a:rPr lang="zh-CN" altLang="en-US" dirty="0">
                <a:latin typeface="楷体" panose="02010609060101010101" pitchFamily="49" charset="-122"/>
                <a:ea typeface="楷体" panose="02010609060101010101" pitchFamily="49" charset="-122"/>
              </a:rPr>
              <a:t>中文信息处理 </a:t>
            </a:r>
          </a:p>
          <a:p>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940682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bwMode="auto">
          <a:xfrm rot="8100000" flipV="1">
            <a:off x="4433563" y="1493377"/>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4" name="文本框 3"/>
          <p:cNvSpPr txBox="1">
            <a:spLocks noChangeArrowheads="1"/>
          </p:cNvSpPr>
          <p:nvPr/>
        </p:nvSpPr>
        <p:spPr bwMode="auto">
          <a:xfrm>
            <a:off x="4509436" y="1529278"/>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5" name="任意多边形 4"/>
          <p:cNvSpPr/>
          <p:nvPr/>
        </p:nvSpPr>
        <p:spPr bwMode="auto">
          <a:xfrm rot="8100000" flipV="1">
            <a:off x="4434199" y="4023067"/>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6" name="文本框 42"/>
          <p:cNvSpPr txBox="1">
            <a:spLocks noChangeArrowheads="1"/>
          </p:cNvSpPr>
          <p:nvPr/>
        </p:nvSpPr>
        <p:spPr bwMode="auto">
          <a:xfrm>
            <a:off x="4491782" y="4067825"/>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7" name="任意多边形 6"/>
          <p:cNvSpPr/>
          <p:nvPr/>
        </p:nvSpPr>
        <p:spPr bwMode="auto">
          <a:xfrm rot="8100000" flipV="1">
            <a:off x="4434200" y="3244421"/>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8" name="文本框 45"/>
          <p:cNvSpPr txBox="1">
            <a:spLocks noChangeArrowheads="1"/>
          </p:cNvSpPr>
          <p:nvPr/>
        </p:nvSpPr>
        <p:spPr bwMode="auto">
          <a:xfrm>
            <a:off x="4491783" y="3276728"/>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9" name="任意多边形 8"/>
          <p:cNvSpPr/>
          <p:nvPr/>
        </p:nvSpPr>
        <p:spPr bwMode="auto">
          <a:xfrm rot="8100000" flipV="1">
            <a:off x="4433561" y="2328284"/>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0" name="文本框 48"/>
          <p:cNvSpPr txBox="1">
            <a:spLocks noChangeArrowheads="1"/>
          </p:cNvSpPr>
          <p:nvPr/>
        </p:nvSpPr>
        <p:spPr bwMode="auto">
          <a:xfrm>
            <a:off x="4491765" y="2360046"/>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1" name="圆角矩形 10"/>
          <p:cNvSpPr/>
          <p:nvPr/>
        </p:nvSpPr>
        <p:spPr>
          <a:xfrm>
            <a:off x="5273107" y="1521936"/>
            <a:ext cx="3453962"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2" name="矩形 11"/>
          <p:cNvSpPr/>
          <p:nvPr/>
        </p:nvSpPr>
        <p:spPr>
          <a:xfrm>
            <a:off x="5313527" y="1568846"/>
            <a:ext cx="3362172"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软件工程学科学科发展历程</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3" name="圆角矩形 12"/>
          <p:cNvSpPr/>
          <p:nvPr/>
        </p:nvSpPr>
        <p:spPr>
          <a:xfrm>
            <a:off x="5273107" y="2387564"/>
            <a:ext cx="3453962"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4" name="矩形 13"/>
          <p:cNvSpPr/>
          <p:nvPr/>
        </p:nvSpPr>
        <p:spPr>
          <a:xfrm>
            <a:off x="5309047" y="2434846"/>
            <a:ext cx="3022774"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软件工程学科知识体系</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5" name="圆角矩形 14"/>
          <p:cNvSpPr/>
          <p:nvPr/>
        </p:nvSpPr>
        <p:spPr>
          <a:xfrm>
            <a:off x="5273107" y="3243234"/>
            <a:ext cx="3453962" cy="495159"/>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6" name="矩形 15"/>
          <p:cNvSpPr/>
          <p:nvPr/>
        </p:nvSpPr>
        <p:spPr>
          <a:xfrm>
            <a:off x="5268787" y="3279678"/>
            <a:ext cx="3097258" cy="430928"/>
          </a:xfrm>
          <a:prstGeom prst="rect">
            <a:avLst/>
          </a:prstGeom>
          <a:solidFill>
            <a:srgbClr val="7030A0"/>
          </a:solid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7" name="圆角矩形 16"/>
          <p:cNvSpPr/>
          <p:nvPr/>
        </p:nvSpPr>
        <p:spPr>
          <a:xfrm>
            <a:off x="5273107" y="4040329"/>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8" name="Picture 6" descr="D:\360data\重要数据\桌面\未标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8837411" y="1542939"/>
            <a:ext cx="1586806" cy="400757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340" y="1442476"/>
            <a:ext cx="2377834" cy="4037283"/>
          </a:xfrm>
          <a:prstGeom prst="rect">
            <a:avLst/>
          </a:prstGeom>
          <a:solidFill>
            <a:srgbClr val="7030A0"/>
          </a:solidFill>
          <a:ln>
            <a:noFill/>
          </a:ln>
        </p:spPr>
      </p:pic>
      <p:sp>
        <p:nvSpPr>
          <p:cNvPr id="20" name="六边形 19"/>
          <p:cNvSpPr>
            <a:spLocks noChangeArrowheads="1"/>
          </p:cNvSpPr>
          <p:nvPr/>
        </p:nvSpPr>
        <p:spPr bwMode="auto">
          <a:xfrm rot="16200000">
            <a:off x="2870006" y="1443344"/>
            <a:ext cx="1498822" cy="1497085"/>
          </a:xfrm>
          <a:prstGeom prst="chord">
            <a:avLst>
              <a:gd name="adj1" fmla="val 21039823"/>
              <a:gd name="adj2" fmla="val 16726182"/>
            </a:avLst>
          </a:prstGeom>
          <a:solidFill>
            <a:srgbClr val="7030A0"/>
          </a:solid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21" name="矩形 24"/>
          <p:cNvSpPr>
            <a:spLocks noChangeArrowheads="1"/>
          </p:cNvSpPr>
          <p:nvPr/>
        </p:nvSpPr>
        <p:spPr bwMode="auto">
          <a:xfrm>
            <a:off x="2815323" y="1861744"/>
            <a:ext cx="1608190" cy="651269"/>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sp>
        <p:nvSpPr>
          <p:cNvPr id="22" name="任意多边形 21"/>
          <p:cNvSpPr/>
          <p:nvPr/>
        </p:nvSpPr>
        <p:spPr bwMode="auto">
          <a:xfrm rot="8100000" flipV="1">
            <a:off x="4453637" y="4867825"/>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3" name="文本框 42"/>
          <p:cNvSpPr txBox="1">
            <a:spLocks noChangeArrowheads="1"/>
          </p:cNvSpPr>
          <p:nvPr/>
        </p:nvSpPr>
        <p:spPr bwMode="auto">
          <a:xfrm>
            <a:off x="4511220" y="4912583"/>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4" name="圆角矩形 23"/>
          <p:cNvSpPr/>
          <p:nvPr/>
        </p:nvSpPr>
        <p:spPr>
          <a:xfrm>
            <a:off x="5292545" y="4885087"/>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40149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4" name="矩形 3"/>
          <p:cNvSpPr/>
          <p:nvPr/>
        </p:nvSpPr>
        <p:spPr>
          <a:xfrm>
            <a:off x="1318551" y="1731721"/>
            <a:ext cx="9871532" cy="830997"/>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软件设计是软件开发的关键步骤，直接影响软件质量。软件设计阶段要解决“如何做”的问题。</a:t>
            </a:r>
          </a:p>
        </p:txBody>
      </p:sp>
      <p:sp>
        <p:nvSpPr>
          <p:cNvPr id="5" name="矩形 4"/>
          <p:cNvSpPr/>
          <p:nvPr/>
        </p:nvSpPr>
        <p:spPr>
          <a:xfrm>
            <a:off x="1318551" y="2839929"/>
            <a:ext cx="9871532" cy="1938992"/>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设计任务：将分析阶段获得的需求说明转换为计算机中可实现的系统。 设计阶段的主要任务：</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en-US" altLang="zh-CN" sz="2400" dirty="0">
                <a:latin typeface="华文仿宋" panose="02010600040101010101" pitchFamily="2" charset="-122"/>
                <a:ea typeface="华文仿宋" panose="02010600040101010101" pitchFamily="2" charset="-122"/>
              </a:rPr>
              <a:t>        </a:t>
            </a:r>
            <a:r>
              <a:rPr lang="zh-CN" altLang="en-US" sz="2400" b="1" dirty="0">
                <a:solidFill>
                  <a:srgbClr val="7030A0"/>
                </a:solidFill>
                <a:latin typeface="华文仿宋" panose="02010600040101010101" pitchFamily="2" charset="-122"/>
                <a:ea typeface="华文仿宋" panose="02010600040101010101" pitchFamily="2" charset="-122"/>
              </a:rPr>
              <a:t>软件体系结构设计</a:t>
            </a:r>
            <a:r>
              <a:rPr lang="en-US" altLang="zh-CN" sz="2400" b="1" dirty="0">
                <a:solidFill>
                  <a:srgbClr val="7030A0"/>
                </a:solidFill>
                <a:latin typeface="华文仿宋" panose="02010600040101010101" pitchFamily="2" charset="-122"/>
                <a:ea typeface="华文仿宋" panose="02010600040101010101" pitchFamily="2" charset="-122"/>
              </a:rPr>
              <a:t>         </a:t>
            </a:r>
            <a:r>
              <a:rPr lang="zh-CN" altLang="en-US" sz="2400" b="1" dirty="0">
                <a:solidFill>
                  <a:srgbClr val="7030A0"/>
                </a:solidFill>
                <a:latin typeface="华文仿宋" panose="02010600040101010101" pitchFamily="2" charset="-122"/>
                <a:ea typeface="华文仿宋" panose="02010600040101010101" pitchFamily="2" charset="-122"/>
              </a:rPr>
              <a:t>用户界面设计</a:t>
            </a:r>
            <a:endParaRPr lang="en-US" altLang="zh-CN" sz="2400" b="1" dirty="0">
              <a:solidFill>
                <a:srgbClr val="7030A0"/>
              </a:solidFill>
              <a:latin typeface="华文仿宋" panose="02010600040101010101" pitchFamily="2" charset="-122"/>
              <a:ea typeface="华文仿宋" panose="02010600040101010101" pitchFamily="2" charset="-122"/>
            </a:endParaRPr>
          </a:p>
          <a:p>
            <a:r>
              <a:rPr lang="en-US" altLang="zh-CN" sz="2400" b="1" dirty="0">
                <a:solidFill>
                  <a:srgbClr val="7030A0"/>
                </a:solidFill>
                <a:latin typeface="华文仿宋" panose="02010600040101010101" pitchFamily="2" charset="-122"/>
                <a:ea typeface="华文仿宋" panose="02010600040101010101" pitchFamily="2" charset="-122"/>
              </a:rPr>
              <a:t>        </a:t>
            </a:r>
            <a:r>
              <a:rPr lang="zh-CN" altLang="en-US" sz="2400" b="1" dirty="0">
                <a:solidFill>
                  <a:srgbClr val="7030A0"/>
                </a:solidFill>
                <a:latin typeface="华文仿宋" panose="02010600040101010101" pitchFamily="2" charset="-122"/>
                <a:ea typeface="华文仿宋" panose="02010600040101010101" pitchFamily="2" charset="-122"/>
              </a:rPr>
              <a:t>数据结构设计         </a:t>
            </a:r>
            <a:r>
              <a:rPr lang="en-US" altLang="zh-CN" sz="2400" b="1" dirty="0">
                <a:solidFill>
                  <a:srgbClr val="7030A0"/>
                </a:solidFill>
                <a:latin typeface="华文仿宋" panose="02010600040101010101" pitchFamily="2" charset="-122"/>
                <a:ea typeface="华文仿宋" panose="02010600040101010101" pitchFamily="2" charset="-122"/>
              </a:rPr>
              <a:t>        </a:t>
            </a:r>
            <a:r>
              <a:rPr lang="zh-CN" altLang="en-US" sz="2400" b="1" dirty="0">
                <a:solidFill>
                  <a:srgbClr val="7030A0"/>
                </a:solidFill>
                <a:latin typeface="华文仿宋" panose="02010600040101010101" pitchFamily="2" charset="-122"/>
                <a:ea typeface="华文仿宋" panose="02010600040101010101" pitchFamily="2" charset="-122"/>
              </a:rPr>
              <a:t>算法设计（过程设计）</a:t>
            </a:r>
          </a:p>
        </p:txBody>
      </p:sp>
      <p:sp>
        <p:nvSpPr>
          <p:cNvPr id="6" name="文本框 5"/>
          <p:cNvSpPr txBox="1"/>
          <p:nvPr/>
        </p:nvSpPr>
        <p:spPr>
          <a:xfrm>
            <a:off x="4340476" y="1001325"/>
            <a:ext cx="377539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p>
        </p:txBody>
      </p:sp>
      <p:sp>
        <p:nvSpPr>
          <p:cNvPr id="7" name="矩形 6"/>
          <p:cNvSpPr/>
          <p:nvPr/>
        </p:nvSpPr>
        <p:spPr>
          <a:xfrm>
            <a:off x="1318551" y="5337323"/>
            <a:ext cx="8537824" cy="461665"/>
          </a:xfrm>
          <a:prstGeom prst="rect">
            <a:avLst/>
          </a:prstGeom>
        </p:spPr>
        <p:txBody>
          <a:bodyPr wrap="square">
            <a:spAutoFit/>
          </a:bodyPr>
          <a:lstStyle/>
          <a:p>
            <a:r>
              <a:rPr lang="zh-CN" altLang="en-US" sz="2400" dirty="0">
                <a:latin typeface="华文仿宋" panose="02010600040101010101" pitchFamily="2" charset="-122"/>
                <a:ea typeface="华文仿宋" panose="02010600040101010101" pitchFamily="2" charset="-122"/>
              </a:rPr>
              <a:t>        软件设计的目标就是构造一个高内聚、低偶合的软件模型。</a:t>
            </a:r>
          </a:p>
        </p:txBody>
      </p:sp>
    </p:spTree>
    <p:extLst>
      <p:ext uri="{BB962C8B-B14F-4D97-AF65-F5344CB8AC3E}">
        <p14:creationId xmlns:p14="http://schemas.microsoft.com/office/powerpoint/2010/main" val="22305565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5290140" y="794149"/>
            <a:ext cx="377539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p>
        </p:txBody>
      </p:sp>
      <p:grpSp>
        <p:nvGrpSpPr>
          <p:cNvPr id="4" name="Group 544"/>
          <p:cNvGrpSpPr>
            <a:grpSpLocks/>
          </p:cNvGrpSpPr>
          <p:nvPr/>
        </p:nvGrpSpPr>
        <p:grpSpPr bwMode="auto">
          <a:xfrm>
            <a:off x="2763622" y="1436776"/>
            <a:ext cx="8370888" cy="498476"/>
            <a:chOff x="521" y="1071"/>
            <a:chExt cx="4770" cy="314"/>
          </a:xfrm>
        </p:grpSpPr>
        <p:sp>
          <p:nvSpPr>
            <p:cNvPr id="5" name="Rectangle 545"/>
            <p:cNvSpPr>
              <a:spLocks noChangeArrowheads="1"/>
            </p:cNvSpPr>
            <p:nvPr/>
          </p:nvSpPr>
          <p:spPr bwMode="auto">
            <a:xfrm>
              <a:off x="521" y="1071"/>
              <a:ext cx="4770"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110000"/>
                </a:lnSpc>
              </a:pPr>
              <a:r>
                <a:rPr kumimoji="1" lang="en-US" altLang="zh-CN" sz="2400" dirty="0">
                  <a:latin typeface="华文仿宋" panose="02010600040101010101" pitchFamily="2" charset="-122"/>
                  <a:ea typeface="华文仿宋" panose="02010600040101010101" pitchFamily="2" charset="-122"/>
                </a:rPr>
                <a:t> </a:t>
              </a:r>
              <a:r>
                <a:rPr kumimoji="1" lang="zh-CN" altLang="en-US" sz="2400" dirty="0">
                  <a:latin typeface="华文仿宋" panose="02010600040101010101" pitchFamily="2" charset="-122"/>
                  <a:ea typeface="华文仿宋" panose="02010600040101010101" pitchFamily="2" charset="-122"/>
                </a:rPr>
                <a:t>耦合性   用于描述模块之间联系的紧密程度。</a:t>
              </a:r>
            </a:p>
          </p:txBody>
        </p:sp>
        <p:pic>
          <p:nvPicPr>
            <p:cNvPr id="6" name="Picture 546"/>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 y="1211"/>
              <a:ext cx="12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 name="Rectangle 552"/>
          <p:cNvSpPr>
            <a:spLocks noChangeArrowheads="1"/>
          </p:cNvSpPr>
          <p:nvPr/>
        </p:nvSpPr>
        <p:spPr bwMode="auto">
          <a:xfrm>
            <a:off x="3715974" y="2180101"/>
            <a:ext cx="1409700" cy="36195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dirty="0">
                <a:solidFill>
                  <a:srgbClr val="010000"/>
                </a:solidFill>
                <a:latin typeface="仿宋_GB2312" charset="-122"/>
                <a:ea typeface="仿宋_GB2312" charset="-122"/>
              </a:rPr>
              <a:t>内容耦合</a:t>
            </a:r>
          </a:p>
        </p:txBody>
      </p:sp>
      <p:sp>
        <p:nvSpPr>
          <p:cNvPr id="8" name="Rectangle 553"/>
          <p:cNvSpPr>
            <a:spLocks noChangeArrowheads="1"/>
          </p:cNvSpPr>
          <p:nvPr/>
        </p:nvSpPr>
        <p:spPr bwMode="auto">
          <a:xfrm>
            <a:off x="5011374" y="2256301"/>
            <a:ext cx="1314450" cy="36195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latin typeface="仿宋_GB2312" charset="-122"/>
                <a:ea typeface="仿宋_GB2312" charset="-122"/>
              </a:rPr>
              <a:t>公共耦合</a:t>
            </a:r>
          </a:p>
        </p:txBody>
      </p:sp>
      <p:sp>
        <p:nvSpPr>
          <p:cNvPr id="9" name="Rectangle 554"/>
          <p:cNvSpPr>
            <a:spLocks noChangeArrowheads="1"/>
          </p:cNvSpPr>
          <p:nvPr/>
        </p:nvSpPr>
        <p:spPr bwMode="auto">
          <a:xfrm>
            <a:off x="6155962" y="2354726"/>
            <a:ext cx="1371600" cy="38100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dirty="0">
                <a:solidFill>
                  <a:srgbClr val="010000"/>
                </a:solidFill>
                <a:latin typeface="仿宋_GB2312" charset="-122"/>
                <a:ea typeface="仿宋_GB2312" charset="-122"/>
              </a:rPr>
              <a:t>控制耦合</a:t>
            </a:r>
          </a:p>
        </p:txBody>
      </p:sp>
      <p:sp>
        <p:nvSpPr>
          <p:cNvPr id="10" name="Rectangle 555"/>
          <p:cNvSpPr>
            <a:spLocks noChangeArrowheads="1"/>
          </p:cNvSpPr>
          <p:nvPr/>
        </p:nvSpPr>
        <p:spPr bwMode="auto">
          <a:xfrm>
            <a:off x="7373574" y="2446801"/>
            <a:ext cx="1314450" cy="41910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latin typeface="仿宋_GB2312" charset="-122"/>
                <a:ea typeface="仿宋_GB2312" charset="-122"/>
              </a:rPr>
              <a:t>复合耦合</a:t>
            </a:r>
          </a:p>
        </p:txBody>
      </p:sp>
      <p:sp>
        <p:nvSpPr>
          <p:cNvPr id="11" name="Rectangle 556"/>
          <p:cNvSpPr>
            <a:spLocks noChangeArrowheads="1"/>
          </p:cNvSpPr>
          <p:nvPr/>
        </p:nvSpPr>
        <p:spPr bwMode="auto">
          <a:xfrm>
            <a:off x="8516574" y="2523001"/>
            <a:ext cx="1257300" cy="41910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latin typeface="仿宋_GB2312" charset="-122"/>
                <a:ea typeface="仿宋_GB2312" charset="-122"/>
              </a:rPr>
              <a:t>数据耦合</a:t>
            </a:r>
          </a:p>
        </p:txBody>
      </p:sp>
      <p:sp>
        <p:nvSpPr>
          <p:cNvPr id="12" name="Line 558"/>
          <p:cNvSpPr>
            <a:spLocks noChangeShapeType="1"/>
          </p:cNvSpPr>
          <p:nvPr/>
        </p:nvSpPr>
        <p:spPr bwMode="auto">
          <a:xfrm rot="21360000">
            <a:off x="5024144" y="2903814"/>
            <a:ext cx="3835400" cy="500062"/>
          </a:xfrm>
          <a:prstGeom prst="line">
            <a:avLst/>
          </a:prstGeom>
          <a:noFill/>
          <a:ln w="57150" cap="flat" algn="ctr">
            <a:solidFill>
              <a:srgbClr val="FF3300"/>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Rectangle 559"/>
          <p:cNvSpPr>
            <a:spLocks noChangeArrowheads="1"/>
          </p:cNvSpPr>
          <p:nvPr/>
        </p:nvSpPr>
        <p:spPr bwMode="auto">
          <a:xfrm>
            <a:off x="4401774" y="2694451"/>
            <a:ext cx="781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800">
                <a:solidFill>
                  <a:schemeClr val="tx1"/>
                </a:solidFill>
                <a:effectLst>
                  <a:outerShdw blurRad="38100" dist="38100" dir="2700000" algn="tl">
                    <a:srgbClr val="000000"/>
                  </a:outerShdw>
                </a:effectLst>
                <a:ea typeface="宋体" panose="02010600030101010101" pitchFamily="2" charset="-122"/>
              </a:rPr>
              <a:t>高</a:t>
            </a:r>
            <a:endParaRPr kumimoji="1" lang="zh-CN" altLang="en-US" sz="1800" b="0">
              <a:solidFill>
                <a:schemeClr val="tx1"/>
              </a:solidFill>
              <a:effectLst>
                <a:outerShdw blurRad="38100" dist="38100" dir="2700000" algn="tl">
                  <a:srgbClr val="000000"/>
                </a:outerShdw>
              </a:effectLst>
              <a:ea typeface="宋体" panose="02010600030101010101" pitchFamily="2" charset="-122"/>
            </a:endParaRPr>
          </a:p>
        </p:txBody>
      </p:sp>
      <p:sp>
        <p:nvSpPr>
          <p:cNvPr id="14" name="Rectangle 560"/>
          <p:cNvSpPr>
            <a:spLocks noChangeArrowheads="1"/>
          </p:cNvSpPr>
          <p:nvPr/>
        </p:nvSpPr>
        <p:spPr bwMode="auto">
          <a:xfrm>
            <a:off x="3315924" y="2694451"/>
            <a:ext cx="1219200" cy="366712"/>
          </a:xfrm>
          <a:prstGeom prst="rect">
            <a:avLst/>
          </a:prstGeom>
          <a:noFill/>
          <a:ln>
            <a:noFill/>
          </a:ln>
          <a:effectLst>
            <a:outerShdw dist="35921" dir="2700000" algn="ctr" rotWithShape="0">
              <a:srgbClr val="FF33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a:spAutoFit/>
          </a:bodyPr>
          <a:lstStyle/>
          <a:p>
            <a:pPr>
              <a:spcBef>
                <a:spcPct val="50000"/>
              </a:spcBef>
            </a:pPr>
            <a:r>
              <a:rPr kumimoji="1" lang="zh-CN" altLang="en-US" sz="1800">
                <a:solidFill>
                  <a:srgbClr val="FFFF99"/>
                </a:solidFill>
                <a:effectLst>
                  <a:outerShdw blurRad="38100" dist="38100" dir="2700000" algn="tl">
                    <a:srgbClr val="000000"/>
                  </a:outerShdw>
                </a:effectLst>
                <a:latin typeface="宋体" panose="02010600030101010101" pitchFamily="2" charset="-122"/>
                <a:ea typeface="宋体" panose="02010600030101010101" pitchFamily="2" charset="-122"/>
              </a:rPr>
              <a:t>耦合性</a:t>
            </a:r>
          </a:p>
        </p:txBody>
      </p:sp>
      <p:sp>
        <p:nvSpPr>
          <p:cNvPr id="15" name="Rectangle 561"/>
          <p:cNvSpPr>
            <a:spLocks noChangeArrowheads="1"/>
          </p:cNvSpPr>
          <p:nvPr/>
        </p:nvSpPr>
        <p:spPr bwMode="auto">
          <a:xfrm>
            <a:off x="9049974" y="3170701"/>
            <a:ext cx="781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800" dirty="0">
                <a:solidFill>
                  <a:schemeClr val="tx1"/>
                </a:solidFill>
                <a:effectLst>
                  <a:outerShdw blurRad="38100" dist="38100" dir="2700000" algn="tl">
                    <a:srgbClr val="000000"/>
                  </a:outerShdw>
                </a:effectLst>
                <a:ea typeface="宋体" panose="02010600030101010101" pitchFamily="2" charset="-122"/>
              </a:rPr>
              <a:t>低</a:t>
            </a:r>
            <a:endParaRPr kumimoji="1" lang="zh-CN" altLang="en-US" sz="1800" b="0" dirty="0">
              <a:solidFill>
                <a:schemeClr val="tx1"/>
              </a:solidFill>
              <a:effectLst>
                <a:outerShdw blurRad="38100" dist="38100" dir="2700000" algn="tl">
                  <a:srgbClr val="000000"/>
                </a:outerShdw>
              </a:effectLst>
              <a:ea typeface="宋体" panose="02010600030101010101" pitchFamily="2" charset="-122"/>
            </a:endParaRPr>
          </a:p>
        </p:txBody>
      </p:sp>
      <p:grpSp>
        <p:nvGrpSpPr>
          <p:cNvPr id="16" name="Group 547"/>
          <p:cNvGrpSpPr>
            <a:grpSpLocks/>
          </p:cNvGrpSpPr>
          <p:nvPr/>
        </p:nvGrpSpPr>
        <p:grpSpPr bwMode="auto">
          <a:xfrm>
            <a:off x="2972156" y="3765639"/>
            <a:ext cx="8056563" cy="498476"/>
            <a:chOff x="617" y="1515"/>
            <a:chExt cx="4506" cy="314"/>
          </a:xfrm>
        </p:grpSpPr>
        <p:sp>
          <p:nvSpPr>
            <p:cNvPr id="17" name="Rectangle 548"/>
            <p:cNvSpPr>
              <a:spLocks noChangeArrowheads="1"/>
            </p:cNvSpPr>
            <p:nvPr/>
          </p:nvSpPr>
          <p:spPr bwMode="auto">
            <a:xfrm>
              <a:off x="617" y="1515"/>
              <a:ext cx="4506"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eaLnBrk="0" hangingPunct="0">
                <a:lnSpc>
                  <a:spcPct val="110000"/>
                </a:lnSpc>
              </a:pPr>
              <a:r>
                <a:rPr kumimoji="1" lang="zh-CN" altLang="en-US" sz="2400" dirty="0">
                  <a:latin typeface="华文仿宋" panose="02010600040101010101" pitchFamily="2" charset="-122"/>
                  <a:ea typeface="华文仿宋" panose="02010600040101010101" pitchFamily="2" charset="-122"/>
                </a:rPr>
                <a:t>内聚性   用于描述模块内部联系的紧密程度。</a:t>
              </a:r>
            </a:p>
          </p:txBody>
        </p:sp>
        <p:pic>
          <p:nvPicPr>
            <p:cNvPr id="18" name="Picture 549"/>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 y="1655"/>
              <a:ext cx="12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9" name="Group 562"/>
          <p:cNvGrpSpPr>
            <a:grpSpLocks/>
          </p:cNvGrpSpPr>
          <p:nvPr/>
        </p:nvGrpSpPr>
        <p:grpSpPr bwMode="auto">
          <a:xfrm>
            <a:off x="3256040" y="4575374"/>
            <a:ext cx="6931025" cy="1625600"/>
            <a:chOff x="492" y="2460"/>
            <a:chExt cx="4692" cy="1333"/>
          </a:xfrm>
        </p:grpSpPr>
        <p:sp>
          <p:nvSpPr>
            <p:cNvPr id="20" name="Rectangle 563"/>
            <p:cNvSpPr>
              <a:spLocks noChangeArrowheads="1"/>
            </p:cNvSpPr>
            <p:nvPr/>
          </p:nvSpPr>
          <p:spPr bwMode="auto">
            <a:xfrm>
              <a:off x="624" y="3096"/>
              <a:ext cx="804" cy="264"/>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ea typeface="宋体" panose="02010600030101010101" pitchFamily="2" charset="-122"/>
                </a:rPr>
                <a:t>偶然型</a:t>
              </a:r>
            </a:p>
          </p:txBody>
        </p:sp>
        <p:sp>
          <p:nvSpPr>
            <p:cNvPr id="21" name="Rectangle 564"/>
            <p:cNvSpPr>
              <a:spLocks noChangeArrowheads="1"/>
            </p:cNvSpPr>
            <p:nvPr/>
          </p:nvSpPr>
          <p:spPr bwMode="auto">
            <a:xfrm>
              <a:off x="1332" y="2988"/>
              <a:ext cx="852" cy="240"/>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ea typeface="宋体" panose="02010600030101010101" pitchFamily="2" charset="-122"/>
                </a:rPr>
                <a:t>逻辑型</a:t>
              </a:r>
            </a:p>
          </p:txBody>
        </p:sp>
        <p:sp>
          <p:nvSpPr>
            <p:cNvPr id="22" name="Rectangle 565"/>
            <p:cNvSpPr>
              <a:spLocks noChangeArrowheads="1"/>
            </p:cNvSpPr>
            <p:nvPr/>
          </p:nvSpPr>
          <p:spPr bwMode="auto">
            <a:xfrm>
              <a:off x="2076" y="2832"/>
              <a:ext cx="816" cy="276"/>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ea typeface="宋体" panose="02010600030101010101" pitchFamily="2" charset="-122"/>
                </a:rPr>
                <a:t>瞬时型</a:t>
              </a:r>
            </a:p>
          </p:txBody>
        </p:sp>
        <p:sp>
          <p:nvSpPr>
            <p:cNvPr id="23" name="Rectangle 566"/>
            <p:cNvSpPr>
              <a:spLocks noChangeArrowheads="1"/>
            </p:cNvSpPr>
            <p:nvPr/>
          </p:nvSpPr>
          <p:spPr bwMode="auto">
            <a:xfrm>
              <a:off x="2808" y="2688"/>
              <a:ext cx="852" cy="288"/>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pPr eaLnBrk="0" hangingPunct="0">
                <a:lnSpc>
                  <a:spcPct val="90000"/>
                </a:lnSpc>
                <a:spcBef>
                  <a:spcPct val="50000"/>
                </a:spcBef>
              </a:pPr>
              <a:r>
                <a:rPr kumimoji="1" lang="zh-CN" altLang="en-US" sz="1800">
                  <a:solidFill>
                    <a:srgbClr val="010000"/>
                  </a:solidFill>
                  <a:ea typeface="宋体" panose="02010600030101010101" pitchFamily="2" charset="-122"/>
                </a:rPr>
                <a:t>通讯型</a:t>
              </a:r>
            </a:p>
          </p:txBody>
        </p:sp>
        <p:sp>
          <p:nvSpPr>
            <p:cNvPr id="24" name="Rectangle 567"/>
            <p:cNvSpPr>
              <a:spLocks noChangeArrowheads="1"/>
            </p:cNvSpPr>
            <p:nvPr/>
          </p:nvSpPr>
          <p:spPr bwMode="auto">
            <a:xfrm>
              <a:off x="3540" y="2580"/>
              <a:ext cx="840" cy="252"/>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ea typeface="宋体" panose="02010600030101010101" pitchFamily="2" charset="-122"/>
                </a:rPr>
                <a:t>顺序型</a:t>
              </a:r>
            </a:p>
          </p:txBody>
        </p:sp>
        <p:sp>
          <p:nvSpPr>
            <p:cNvPr id="25" name="Line 568"/>
            <p:cNvSpPr>
              <a:spLocks noChangeShapeType="1"/>
            </p:cNvSpPr>
            <p:nvPr/>
          </p:nvSpPr>
          <p:spPr bwMode="auto">
            <a:xfrm rot="20520000">
              <a:off x="1692" y="3144"/>
              <a:ext cx="2784" cy="396"/>
            </a:xfrm>
            <a:prstGeom prst="line">
              <a:avLst/>
            </a:prstGeom>
            <a:noFill/>
            <a:ln w="57150" cap="flat" algn="ctr">
              <a:solidFill>
                <a:srgbClr val="FFFF66"/>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569"/>
            <p:cNvSpPr>
              <a:spLocks noChangeShapeType="1"/>
            </p:cNvSpPr>
            <p:nvPr/>
          </p:nvSpPr>
          <p:spPr bwMode="auto">
            <a:xfrm rot="20520000">
              <a:off x="1704" y="3156"/>
              <a:ext cx="2808" cy="396"/>
            </a:xfrm>
            <a:prstGeom prst="line">
              <a:avLst/>
            </a:prstGeom>
            <a:noFill/>
            <a:ln w="57150" cap="flat" algn="ctr">
              <a:solidFill>
                <a:srgbClr val="FF3300"/>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 name="Rectangle 570"/>
            <p:cNvSpPr>
              <a:spLocks noChangeArrowheads="1"/>
            </p:cNvSpPr>
            <p:nvPr/>
          </p:nvSpPr>
          <p:spPr bwMode="auto">
            <a:xfrm>
              <a:off x="1092" y="3492"/>
              <a:ext cx="49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800">
                  <a:solidFill>
                    <a:schemeClr val="tx1"/>
                  </a:solidFill>
                  <a:effectLst>
                    <a:outerShdw blurRad="38100" dist="38100" dir="2700000" algn="tl">
                      <a:srgbClr val="000000"/>
                    </a:outerShdw>
                  </a:effectLst>
                  <a:ea typeface="宋体" panose="02010600030101010101" pitchFamily="2" charset="-122"/>
                </a:rPr>
                <a:t>弱</a:t>
              </a:r>
              <a:endParaRPr kumimoji="1" lang="zh-CN" altLang="en-US" sz="1800" b="0">
                <a:solidFill>
                  <a:schemeClr val="tx1"/>
                </a:solidFill>
                <a:effectLst>
                  <a:outerShdw blurRad="38100" dist="38100" dir="2700000" algn="tl">
                    <a:srgbClr val="000000"/>
                  </a:outerShdw>
                </a:effectLst>
                <a:ea typeface="宋体" panose="02010600030101010101" pitchFamily="2" charset="-122"/>
              </a:endParaRPr>
            </a:p>
          </p:txBody>
        </p:sp>
        <p:sp>
          <p:nvSpPr>
            <p:cNvPr id="28" name="Rectangle 571"/>
            <p:cNvSpPr>
              <a:spLocks noChangeArrowheads="1"/>
            </p:cNvSpPr>
            <p:nvPr/>
          </p:nvSpPr>
          <p:spPr bwMode="auto">
            <a:xfrm>
              <a:off x="492" y="3480"/>
              <a:ext cx="768" cy="301"/>
            </a:xfrm>
            <a:prstGeom prst="rect">
              <a:avLst/>
            </a:prstGeom>
            <a:noFill/>
            <a:ln>
              <a:noFill/>
            </a:ln>
            <a:effectLst>
              <a:outerShdw dist="35921" dir="2700000" algn="ctr" rotWithShape="0">
                <a:srgbClr val="FF33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a:spAutoFit/>
            </a:bodyPr>
            <a:lstStyle/>
            <a:p>
              <a:pPr>
                <a:spcBef>
                  <a:spcPct val="50000"/>
                </a:spcBef>
              </a:pPr>
              <a:r>
                <a:rPr kumimoji="1" lang="zh-CN" altLang="en-US" sz="1800">
                  <a:solidFill>
                    <a:srgbClr val="FFFF66"/>
                  </a:solidFill>
                  <a:effectLst>
                    <a:outerShdw blurRad="38100" dist="38100" dir="2700000" algn="tl">
                      <a:srgbClr val="000000"/>
                    </a:outerShdw>
                  </a:effectLst>
                  <a:latin typeface="幼圆" panose="02010509060101010101" pitchFamily="49" charset="-122"/>
                  <a:ea typeface="幼圆" panose="02010509060101010101" pitchFamily="49" charset="-122"/>
                </a:rPr>
                <a:t>内聚性</a:t>
              </a:r>
            </a:p>
          </p:txBody>
        </p:sp>
        <p:sp>
          <p:nvSpPr>
            <p:cNvPr id="29" name="Rectangle 572"/>
            <p:cNvSpPr>
              <a:spLocks noChangeArrowheads="1"/>
            </p:cNvSpPr>
            <p:nvPr/>
          </p:nvSpPr>
          <p:spPr bwMode="auto">
            <a:xfrm>
              <a:off x="4692" y="2904"/>
              <a:ext cx="49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800">
                  <a:solidFill>
                    <a:schemeClr val="tx1"/>
                  </a:solidFill>
                  <a:effectLst>
                    <a:outerShdw blurRad="38100" dist="38100" dir="2700000" algn="tl">
                      <a:srgbClr val="000000"/>
                    </a:outerShdw>
                  </a:effectLst>
                  <a:ea typeface="宋体" panose="02010600030101010101" pitchFamily="2" charset="-122"/>
                </a:rPr>
                <a:t>强</a:t>
              </a:r>
              <a:endParaRPr kumimoji="1" lang="zh-CN" altLang="en-US" sz="1800" b="0">
                <a:solidFill>
                  <a:schemeClr val="tx1"/>
                </a:solidFill>
                <a:effectLst>
                  <a:outerShdw blurRad="38100" dist="38100" dir="2700000" algn="tl">
                    <a:srgbClr val="000000"/>
                  </a:outerShdw>
                </a:effectLst>
                <a:ea typeface="宋体" panose="02010600030101010101" pitchFamily="2" charset="-122"/>
              </a:endParaRPr>
            </a:p>
          </p:txBody>
        </p:sp>
        <p:sp>
          <p:nvSpPr>
            <p:cNvPr id="30" name="Rectangle 573"/>
            <p:cNvSpPr>
              <a:spLocks noChangeArrowheads="1"/>
            </p:cNvSpPr>
            <p:nvPr/>
          </p:nvSpPr>
          <p:spPr bwMode="auto">
            <a:xfrm>
              <a:off x="4284" y="2460"/>
              <a:ext cx="840" cy="252"/>
            </a:xfrm>
            <a:prstGeom prst="rect">
              <a:avLst/>
            </a:prstGeom>
            <a:solidFill>
              <a:srgbClr val="FFFFCC"/>
            </a:solidFill>
            <a:ln>
              <a:noFill/>
            </a:ln>
            <a:effectLst>
              <a:outerShdw dist="63500" dir="13987806" algn="ctr" rotWithShape="0">
                <a:srgbClr val="FF3300"/>
              </a:outerShdw>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Lst>
          </p:spPr>
          <p:txBody>
            <a:bodyPr wrap="none" anchor="ctr"/>
            <a:lstStyle/>
            <a:p>
              <a:r>
                <a:rPr kumimoji="1" lang="zh-CN" altLang="en-US" sz="1800">
                  <a:solidFill>
                    <a:srgbClr val="010000"/>
                  </a:solidFill>
                  <a:ea typeface="宋体" panose="02010600030101010101" pitchFamily="2" charset="-122"/>
                </a:rPr>
                <a:t>功能型</a:t>
              </a:r>
            </a:p>
          </p:txBody>
        </p:sp>
      </p:grpSp>
    </p:spTree>
    <p:extLst>
      <p:ext uri="{BB962C8B-B14F-4D97-AF65-F5344CB8AC3E}">
        <p14:creationId xmlns:p14="http://schemas.microsoft.com/office/powerpoint/2010/main" val="1951605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childTnLst>
                                    <p:set>
                                      <p:cBhvr additive="base">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anim calcmode="lin" valueType="num">
                                      <p:cBhvr additive="base">
                                        <p:cTn id="9" dur="500" fill="hold"/>
                                        <p:tgtEl>
                                          <p:spTgt spid="7"/>
                                        </p:tgtEl>
                                        <p:attrNameLst>
                                          <p:attrName>ppt_w</p:attrName>
                                        </p:attrNameLst>
                                      </p:cBhvr>
                                      <p:tavLst>
                                        <p:tav tm="0">
                                          <p:val>
                                            <p:fltVal val="0"/>
                                          </p:val>
                                        </p:tav>
                                        <p:tav tm="100000">
                                          <p:val>
                                            <p:strVal val="#ppt_w"/>
                                          </p:val>
                                        </p:tav>
                                      </p:tavLst>
                                    </p:anim>
                                    <p:anim calcmode="lin" valueType="num">
                                      <p:cBhvr additive="base">
                                        <p:cTn id="10" dur="500" fill="hold"/>
                                        <p:tgtEl>
                                          <p:spTgt spid="7"/>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childTnLst>
                                    <p:set>
                                      <p:cBhvr additive="base">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ppt_w/2"/>
                                          </p:val>
                                        </p:tav>
                                        <p:tav tm="100000">
                                          <p:val>
                                            <p:strVal val="#ppt_x"/>
                                          </p:val>
                                        </p:tav>
                                      </p:tavLst>
                                    </p:anim>
                                    <p:anim calcmode="lin" valueType="num">
                                      <p:cBhvr additive="base">
                                        <p:cTn id="15" dur="500" fill="hold"/>
                                        <p:tgtEl>
                                          <p:spTgt spid="8"/>
                                        </p:tgtEl>
                                        <p:attrNameLst>
                                          <p:attrName>ppt_y</p:attrName>
                                        </p:attrNameLst>
                                      </p:cBhvr>
                                      <p:tavLst>
                                        <p:tav tm="0">
                                          <p:val>
                                            <p:strVal val="#ppt_y"/>
                                          </p:val>
                                        </p:tav>
                                        <p:tav tm="100000">
                                          <p:val>
                                            <p:strVal val="#ppt_y"/>
                                          </p:val>
                                        </p:tav>
                                      </p:tavLst>
                                    </p:anim>
                                    <p:anim calcmode="lin" valueType="num">
                                      <p:cBhvr additive="base">
                                        <p:cTn id="16" dur="500" fill="hold"/>
                                        <p:tgtEl>
                                          <p:spTgt spid="8"/>
                                        </p:tgtEl>
                                        <p:attrNameLst>
                                          <p:attrName>ppt_w</p:attrName>
                                        </p:attrNameLst>
                                      </p:cBhvr>
                                      <p:tavLst>
                                        <p:tav tm="0">
                                          <p:val>
                                            <p:fltVal val="0"/>
                                          </p:val>
                                        </p:tav>
                                        <p:tav tm="100000">
                                          <p:val>
                                            <p:strVal val="#ppt_w"/>
                                          </p:val>
                                        </p:tav>
                                      </p:tavLst>
                                    </p:anim>
                                    <p:anim calcmode="lin" valueType="num">
                                      <p:cBhvr additive="base">
                                        <p:cTn id="17" dur="500" fill="hold"/>
                                        <p:tgtEl>
                                          <p:spTgt spid="8"/>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8" fill="hold" grpId="0" nodeType="afterEffect">
                                  <p:childTnLst>
                                    <p:set>
                                      <p:cBhvr additive="base">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7" presetClass="entr" presetSubtype="8" fill="hold" grpId="0" nodeType="afterEffect">
                                  <p:childTnLst>
                                    <p:set>
                                      <p:cBhvr additive="base">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anim calcmode="lin" valueType="num">
                                      <p:cBhvr additive="base">
                                        <p:cTn id="30" dur="500" fill="hold"/>
                                        <p:tgtEl>
                                          <p:spTgt spid="10"/>
                                        </p:tgtEl>
                                        <p:attrNameLst>
                                          <p:attrName>ppt_w</p:attrName>
                                        </p:attrNameLst>
                                      </p:cBhvr>
                                      <p:tavLst>
                                        <p:tav tm="0">
                                          <p:val>
                                            <p:fltVal val="0"/>
                                          </p:val>
                                        </p:tav>
                                        <p:tav tm="100000">
                                          <p:val>
                                            <p:strVal val="#ppt_w"/>
                                          </p:val>
                                        </p:tav>
                                      </p:tavLst>
                                    </p:anim>
                                    <p:anim calcmode="lin" valueType="num">
                                      <p:cBhvr additive="base">
                                        <p:cTn id="31" dur="500" fill="hold"/>
                                        <p:tgtEl>
                                          <p:spTgt spid="10"/>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17" presetClass="entr" presetSubtype="8" fill="hold" grpId="0" nodeType="afterEffect">
                                  <p:childTnLst>
                                    <p:set>
                                      <p:cBhvr additive="base">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anim calcmode="lin" valueType="num">
                                      <p:cBhvr additive="base">
                                        <p:cTn id="37" dur="500" fill="hold"/>
                                        <p:tgtEl>
                                          <p:spTgt spid="11"/>
                                        </p:tgtEl>
                                        <p:attrNameLst>
                                          <p:attrName>ppt_w</p:attrName>
                                        </p:attrNameLst>
                                      </p:cBhvr>
                                      <p:tavLst>
                                        <p:tav tm="0">
                                          <p:val>
                                            <p:fltVal val="0"/>
                                          </p:val>
                                        </p:tav>
                                        <p:tav tm="100000">
                                          <p:val>
                                            <p:strVal val="#ppt_w"/>
                                          </p:val>
                                        </p:tav>
                                      </p:tavLst>
                                    </p:anim>
                                    <p:anim calcmode="lin" valueType="num">
                                      <p:cBhvr additive="base">
                                        <p:cTn id="38" dur="500" fill="hold"/>
                                        <p:tgtEl>
                                          <p:spTgt spid="11"/>
                                        </p:tgtEl>
                                        <p:attrNameLst>
                                          <p:attrName>ppt_h</p:attrName>
                                        </p:attrNameLst>
                                      </p:cBhvr>
                                      <p:tavLst>
                                        <p:tav tm="0">
                                          <p:val>
                                            <p:strVal val="#ppt_h"/>
                                          </p:val>
                                        </p:tav>
                                        <p:tav tm="100000">
                                          <p:val>
                                            <p:strVal val="#ppt_h"/>
                                          </p:val>
                                        </p:tav>
                                      </p:tavLst>
                                    </p:anim>
                                  </p:childTnLst>
                                </p:cTn>
                              </p:par>
                            </p:childTnLst>
                          </p:cTn>
                        </p:par>
                        <p:par>
                          <p:cTn id="39" fill="hold">
                            <p:stCondLst>
                              <p:cond delay="2500"/>
                            </p:stCondLst>
                            <p:childTnLst>
                              <p:par>
                                <p:cTn id="40" presetID="9" presetClass="entr" presetSubtype="0" fill="hold" grpId="0" nodeType="afterEffect">
                                  <p:childTnLst>
                                    <p:set>
                                      <p:cBhvr additive="base">
                                        <p:cTn id="41" dur="1" fill="hold">
                                          <p:stCondLst>
                                            <p:cond delay="0"/>
                                          </p:stCondLst>
                                        </p:cTn>
                                        <p:tgtEl>
                                          <p:spTgt spid="14"/>
                                        </p:tgtEl>
                                        <p:attrNameLst>
                                          <p:attrName>style.visibility</p:attrName>
                                        </p:attrNameLst>
                                      </p:cBhvr>
                                      <p:to>
                                        <p:strVal val="visible"/>
                                      </p:to>
                                    </p:set>
                                    <p:animEffect transition="in" filter="dissolve">
                                      <p:cBhvr additive="base">
                                        <p:cTn id="42" dur="500"/>
                                        <p:tgtEl>
                                          <p:spTgt spid="14"/>
                                        </p:tgtEl>
                                      </p:cBhvr>
                                    </p:animEffect>
                                  </p:childTnLst>
                                </p:cTn>
                              </p:par>
                            </p:childTnLst>
                          </p:cTn>
                        </p:par>
                        <p:par>
                          <p:cTn id="43" fill="hold">
                            <p:stCondLst>
                              <p:cond delay="3000"/>
                            </p:stCondLst>
                            <p:childTnLst>
                              <p:par>
                                <p:cTn id="44" presetID="1" presetClass="entr" presetSubtype="0" fill="hold" grpId="0" nodeType="afterEffect">
                                  <p:childTnLst>
                                    <p:set>
                                      <p:cBhvr additive="base">
                                        <p:cTn id="45" dur="1" fill="hold">
                                          <p:stCondLst>
                                            <p:cond delay="499"/>
                                          </p:stCondLst>
                                        </p:cTn>
                                        <p:tgtEl>
                                          <p:spTgt spid="13"/>
                                        </p:tgtEl>
                                        <p:attrNameLst>
                                          <p:attrName>style.visibility</p:attrName>
                                        </p:attrNameLst>
                                      </p:cBhvr>
                                      <p:to>
                                        <p:strVal val="visible"/>
                                      </p:to>
                                    </p:set>
                                  </p:childTnLst>
                                </p:cTn>
                              </p:par>
                            </p:childTnLst>
                          </p:cTn>
                        </p:par>
                        <p:par>
                          <p:cTn id="46" fill="hold">
                            <p:stCondLst>
                              <p:cond delay="3500"/>
                            </p:stCondLst>
                            <p:childTnLst>
                              <p:par>
                                <p:cTn id="47" presetID="22" presetClass="entr" presetSubtype="8" fill="hold" grpId="0" nodeType="afterEffect">
                                  <p:childTnLst>
                                    <p:set>
                                      <p:cBhvr additive="base">
                                        <p:cTn id="48" dur="1" fill="hold">
                                          <p:stCondLst>
                                            <p:cond delay="0"/>
                                          </p:stCondLst>
                                        </p:cTn>
                                        <p:tgtEl>
                                          <p:spTgt spid="12"/>
                                        </p:tgtEl>
                                        <p:attrNameLst>
                                          <p:attrName>style.visibility</p:attrName>
                                        </p:attrNameLst>
                                      </p:cBhvr>
                                      <p:to>
                                        <p:strVal val="visible"/>
                                      </p:to>
                                    </p:set>
                                    <p:animEffect transition="in" filter="wipe(left)">
                                      <p:cBhvr additive="base">
                                        <p:cTn id="49" dur="500"/>
                                        <p:tgtEl>
                                          <p:spTgt spid="12"/>
                                        </p:tgtEl>
                                      </p:cBhvr>
                                    </p:animEffect>
                                  </p:childTnLst>
                                </p:cTn>
                              </p:par>
                            </p:childTnLst>
                          </p:cTn>
                        </p:par>
                        <p:par>
                          <p:cTn id="50" fill="hold">
                            <p:stCondLst>
                              <p:cond delay="4000"/>
                            </p:stCondLst>
                            <p:childTnLst>
                              <p:par>
                                <p:cTn id="51" presetID="1" presetClass="entr" presetSubtype="0" fill="hold" grpId="0" nodeType="afterEffect">
                                  <p:childTnLst>
                                    <p:set>
                                      <p:cBhvr additive="base">
                                        <p:cTn id="52" dur="1" fill="hold">
                                          <p:stCondLst>
                                            <p:cond delay="499"/>
                                          </p:stCondLst>
                                        </p:cTn>
                                        <p:tgtEl>
                                          <p:spTgt spid="15"/>
                                        </p:tgtEl>
                                        <p:attrNameLst>
                                          <p:attrName>style.visibility</p:attrName>
                                        </p:attrNameLst>
                                      </p:cBhvr>
                                      <p:to>
                                        <p:strVal val="visible"/>
                                      </p:to>
                                    </p:set>
                                  </p:childTnLst>
                                </p:cTn>
                              </p:par>
                            </p:childTnLst>
                          </p:cTn>
                        </p:par>
                        <p:par>
                          <p:cTn id="53" fill="hold">
                            <p:stCondLst>
                              <p:cond delay="4500"/>
                            </p:stCondLst>
                            <p:childTnLst>
                              <p:par>
                                <p:cTn id="54" presetID="22" presetClass="entr" presetSubtype="8" fill="hold" nodeType="afterEffect">
                                  <p:childTnLst>
                                    <p:set>
                                      <p:cBhvr additive="base">
                                        <p:cTn id="55" dur="1" fill="hold">
                                          <p:stCondLst>
                                            <p:cond delay="0"/>
                                          </p:stCondLst>
                                        </p:cTn>
                                        <p:tgtEl>
                                          <p:spTgt spid="19"/>
                                        </p:tgtEl>
                                        <p:attrNameLst>
                                          <p:attrName>style.visibility</p:attrName>
                                        </p:attrNameLst>
                                      </p:cBhvr>
                                      <p:to>
                                        <p:strVal val="visible"/>
                                      </p:to>
                                    </p:set>
                                    <p:animEffect transition="in" filter="wipe(left)">
                                      <p:cBhvr additive="base">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548705" y="1371179"/>
            <a:ext cx="377539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p>
        </p:txBody>
      </p:sp>
      <p:grpSp>
        <p:nvGrpSpPr>
          <p:cNvPr id="4" name="组合 3"/>
          <p:cNvGrpSpPr/>
          <p:nvPr/>
        </p:nvGrpSpPr>
        <p:grpSpPr>
          <a:xfrm>
            <a:off x="2666205" y="2778007"/>
            <a:ext cx="7470775" cy="2958445"/>
            <a:chOff x="1045635" y="2370601"/>
            <a:chExt cx="7470775" cy="2958445"/>
          </a:xfrm>
        </p:grpSpPr>
        <p:sp>
          <p:nvSpPr>
            <p:cNvPr id="5" name="AutoShape 21"/>
            <p:cNvSpPr>
              <a:spLocks noChangeArrowheads="1"/>
            </p:cNvSpPr>
            <p:nvPr/>
          </p:nvSpPr>
          <p:spPr bwMode="auto">
            <a:xfrm rot="20340000" flipH="1" flipV="1">
              <a:off x="2964423" y="3918935"/>
              <a:ext cx="1050604" cy="285072"/>
            </a:xfrm>
            <a:prstGeom prst="rightArrow">
              <a:avLst>
                <a:gd name="adj1" fmla="val 50000"/>
                <a:gd name="adj2" fmla="val 111590"/>
              </a:avLst>
            </a:prstGeom>
            <a:solidFill>
              <a:srgbClr val="FFFF66"/>
            </a:solidFill>
            <a:ln w="9525" cap="flat" algn="ctr">
              <a:solidFill>
                <a:srgbClr val="000000"/>
              </a:solidFill>
              <a:prstDash val="solid"/>
              <a:miter lim="800000"/>
              <a:headEnd type="none" w="med" len="med"/>
              <a:tailEnd type="none" w="med" len="med"/>
            </a:ln>
          </p:spPr>
          <p:txBody>
            <a:bodyPr wrap="none"/>
            <a:lstStyle/>
            <a:p>
              <a:endParaRPr lang="zh-CN" altLang="en-US"/>
            </a:p>
          </p:txBody>
        </p:sp>
        <p:sp>
          <p:nvSpPr>
            <p:cNvPr id="6" name="AutoShape 22"/>
            <p:cNvSpPr>
              <a:spLocks noChangeArrowheads="1"/>
            </p:cNvSpPr>
            <p:nvPr/>
          </p:nvSpPr>
          <p:spPr bwMode="auto">
            <a:xfrm rot="1260000" flipV="1">
              <a:off x="5547018" y="3881670"/>
              <a:ext cx="1050604" cy="285072"/>
            </a:xfrm>
            <a:prstGeom prst="rightArrow">
              <a:avLst>
                <a:gd name="adj1" fmla="val 50000"/>
                <a:gd name="adj2" fmla="val 111590"/>
              </a:avLst>
            </a:prstGeom>
            <a:solidFill>
              <a:srgbClr val="FFFF66"/>
            </a:solidFill>
            <a:ln w="9525" cap="flat" algn="ctr">
              <a:solidFill>
                <a:srgbClr val="000000"/>
              </a:solidFill>
              <a:prstDash val="solid"/>
              <a:miter lim="800000"/>
              <a:headEnd type="none" w="med" len="med"/>
              <a:tailEnd type="none" w="med" len="med"/>
            </a:ln>
          </p:spPr>
          <p:txBody>
            <a:bodyPr wrap="none"/>
            <a:lstStyle/>
            <a:p>
              <a:endParaRPr lang="zh-CN" altLang="en-US"/>
            </a:p>
          </p:txBody>
        </p:sp>
        <p:sp>
          <p:nvSpPr>
            <p:cNvPr id="7" name="AutoShape 23"/>
            <p:cNvSpPr>
              <a:spLocks noChangeArrowheads="1"/>
            </p:cNvSpPr>
            <p:nvPr/>
          </p:nvSpPr>
          <p:spPr bwMode="auto">
            <a:xfrm rot="1260000" flipH="1">
              <a:off x="2964423" y="2983599"/>
              <a:ext cx="1050604" cy="285072"/>
            </a:xfrm>
            <a:prstGeom prst="rightArrow">
              <a:avLst>
                <a:gd name="adj1" fmla="val 50000"/>
                <a:gd name="adj2" fmla="val 111590"/>
              </a:avLst>
            </a:prstGeom>
            <a:solidFill>
              <a:srgbClr val="FFFF66"/>
            </a:solidFill>
            <a:ln w="9525" cap="flat" algn="ctr">
              <a:solidFill>
                <a:srgbClr val="000000"/>
              </a:solidFill>
              <a:prstDash val="solid"/>
              <a:miter lim="800000"/>
              <a:headEnd type="none" w="med" len="med"/>
              <a:tailEnd type="none" w="med" len="med"/>
            </a:ln>
          </p:spPr>
          <p:txBody>
            <a:bodyPr wrap="none"/>
            <a:lstStyle/>
            <a:p>
              <a:endParaRPr lang="zh-CN" altLang="en-US"/>
            </a:p>
          </p:txBody>
        </p:sp>
        <p:sp>
          <p:nvSpPr>
            <p:cNvPr id="8" name="AutoShape 24"/>
            <p:cNvSpPr>
              <a:spLocks noChangeArrowheads="1"/>
            </p:cNvSpPr>
            <p:nvPr/>
          </p:nvSpPr>
          <p:spPr bwMode="auto">
            <a:xfrm rot="20340000">
              <a:off x="5543639" y="3002232"/>
              <a:ext cx="1050604" cy="285072"/>
            </a:xfrm>
            <a:prstGeom prst="rightArrow">
              <a:avLst>
                <a:gd name="adj1" fmla="val 50000"/>
                <a:gd name="adj2" fmla="val 111590"/>
              </a:avLst>
            </a:prstGeom>
            <a:solidFill>
              <a:srgbClr val="FFFF66"/>
            </a:solidFill>
            <a:ln w="9525" cap="flat" algn="ctr">
              <a:solidFill>
                <a:srgbClr val="000000"/>
              </a:solidFill>
              <a:prstDash val="solid"/>
              <a:miter lim="800000"/>
              <a:headEnd type="none" w="med" len="med"/>
              <a:tailEnd type="none" w="med" len="med"/>
            </a:ln>
          </p:spPr>
          <p:txBody>
            <a:bodyPr wrap="none"/>
            <a:lstStyle/>
            <a:p>
              <a:endParaRPr lang="zh-CN" altLang="en-US"/>
            </a:p>
          </p:txBody>
        </p:sp>
        <p:sp>
          <p:nvSpPr>
            <p:cNvPr id="9" name="Oval 25"/>
            <p:cNvSpPr>
              <a:spLocks noChangeArrowheads="1"/>
            </p:cNvSpPr>
            <p:nvPr/>
          </p:nvSpPr>
          <p:spPr bwMode="auto">
            <a:xfrm>
              <a:off x="1045635" y="4013959"/>
              <a:ext cx="2058981" cy="791867"/>
            </a:xfrm>
            <a:prstGeom prst="ellipse">
              <a:avLst/>
            </a:prstGeom>
            <a:solidFill>
              <a:srgbClr val="FFFFFF"/>
            </a:solidFill>
            <a:ln w="9525" cap="flat" algn="ctr">
              <a:solidFill>
                <a:srgbClr val="000000"/>
              </a:solidFill>
              <a:prstDash val="solid"/>
              <a:round/>
              <a:headEnd type="none" w="med" len="med"/>
              <a:tailEnd type="none" w="med" len="med"/>
            </a:ln>
          </p:spPr>
          <p:txBody>
            <a:bodyPr wrap="none" anchor="ctr"/>
            <a:lstStyle/>
            <a:p>
              <a:pPr algn="ctr"/>
              <a:r>
                <a:rPr kumimoji="1" lang="zh-CN" altLang="en-US">
                  <a:solidFill>
                    <a:schemeClr val="tx1"/>
                  </a:solidFill>
                </a:rPr>
                <a:t>过程设计</a:t>
              </a:r>
            </a:p>
          </p:txBody>
        </p:sp>
        <p:sp>
          <p:nvSpPr>
            <p:cNvPr id="10" name="Oval 26"/>
            <p:cNvSpPr>
              <a:spLocks noChangeArrowheads="1"/>
            </p:cNvSpPr>
            <p:nvPr/>
          </p:nvSpPr>
          <p:spPr bwMode="auto">
            <a:xfrm>
              <a:off x="1045635" y="2370601"/>
              <a:ext cx="2058981" cy="791867"/>
            </a:xfrm>
            <a:prstGeom prst="ellipse">
              <a:avLst/>
            </a:prstGeom>
            <a:solidFill>
              <a:srgbClr val="FFFFFF"/>
            </a:solidFill>
            <a:ln w="9525" cap="flat" algn="ctr">
              <a:solidFill>
                <a:srgbClr val="000000"/>
              </a:solidFill>
              <a:prstDash val="solid"/>
              <a:round/>
              <a:headEnd type="none" w="med" len="med"/>
              <a:tailEnd type="none" w="med" len="med"/>
            </a:ln>
          </p:spPr>
          <p:txBody>
            <a:bodyPr wrap="none" anchor="ctr"/>
            <a:lstStyle/>
            <a:p>
              <a:pPr algn="ctr"/>
              <a:r>
                <a:rPr kumimoji="1" lang="zh-CN" altLang="en-US">
                  <a:solidFill>
                    <a:schemeClr val="tx1"/>
                  </a:solidFill>
                </a:rPr>
                <a:t>系统结构设计</a:t>
              </a:r>
            </a:p>
          </p:txBody>
        </p:sp>
        <p:sp>
          <p:nvSpPr>
            <p:cNvPr id="11" name="Oval 27"/>
            <p:cNvSpPr>
              <a:spLocks noChangeArrowheads="1"/>
            </p:cNvSpPr>
            <p:nvPr/>
          </p:nvSpPr>
          <p:spPr bwMode="auto">
            <a:xfrm>
              <a:off x="6457429" y="2370601"/>
              <a:ext cx="2058981" cy="791867"/>
            </a:xfrm>
            <a:prstGeom prst="ellipse">
              <a:avLst/>
            </a:prstGeom>
            <a:solidFill>
              <a:srgbClr val="FFFFFF"/>
            </a:solidFill>
            <a:ln w="9525" cap="flat" algn="ctr">
              <a:solidFill>
                <a:srgbClr val="000000"/>
              </a:solidFill>
              <a:prstDash val="solid"/>
              <a:round/>
              <a:headEnd type="none" w="med" len="med"/>
              <a:tailEnd type="none" w="med" len="med"/>
            </a:ln>
          </p:spPr>
          <p:txBody>
            <a:bodyPr wrap="none" anchor="ctr"/>
            <a:lstStyle/>
            <a:p>
              <a:pPr algn="ctr"/>
              <a:r>
                <a:rPr kumimoji="1" lang="zh-CN" altLang="en-US">
                  <a:solidFill>
                    <a:schemeClr val="tx1"/>
                  </a:solidFill>
                </a:rPr>
                <a:t>数据设计</a:t>
              </a:r>
            </a:p>
          </p:txBody>
        </p:sp>
        <p:sp>
          <p:nvSpPr>
            <p:cNvPr id="12" name="Oval 28"/>
            <p:cNvSpPr>
              <a:spLocks noChangeArrowheads="1"/>
            </p:cNvSpPr>
            <p:nvPr/>
          </p:nvSpPr>
          <p:spPr bwMode="auto">
            <a:xfrm>
              <a:off x="6457429" y="4013959"/>
              <a:ext cx="2058981" cy="791867"/>
            </a:xfrm>
            <a:prstGeom prst="ellipse">
              <a:avLst/>
            </a:prstGeom>
            <a:solidFill>
              <a:srgbClr val="FFFFFF"/>
            </a:solidFill>
            <a:ln w="9525" cap="flat" algn="ctr">
              <a:solidFill>
                <a:srgbClr val="000000"/>
              </a:solidFill>
              <a:prstDash val="solid"/>
              <a:round/>
              <a:headEnd type="none" w="med" len="med"/>
              <a:tailEnd type="none" w="med" len="med"/>
            </a:ln>
          </p:spPr>
          <p:txBody>
            <a:bodyPr wrap="none" anchor="ctr"/>
            <a:lstStyle/>
            <a:p>
              <a:pPr algn="ctr"/>
              <a:r>
                <a:rPr kumimoji="1" lang="zh-CN" altLang="en-US">
                  <a:solidFill>
                    <a:schemeClr val="tx1"/>
                  </a:solidFill>
                </a:rPr>
                <a:t>界面设计</a:t>
              </a:r>
            </a:p>
          </p:txBody>
        </p:sp>
        <p:sp>
          <p:nvSpPr>
            <p:cNvPr id="13" name="Oval 29"/>
            <p:cNvSpPr>
              <a:spLocks noChangeArrowheads="1"/>
            </p:cNvSpPr>
            <p:nvPr/>
          </p:nvSpPr>
          <p:spPr bwMode="auto">
            <a:xfrm>
              <a:off x="3803006" y="3088106"/>
              <a:ext cx="2025650" cy="1109663"/>
            </a:xfrm>
            <a:prstGeom prst="ellipse">
              <a:avLst/>
            </a:prstGeom>
            <a:solidFill>
              <a:srgbClr val="FFFF99"/>
            </a:solidFill>
            <a:ln w="9525" cap="flat" algn="ctr">
              <a:solidFill>
                <a:srgbClr val="000000"/>
              </a:solidFill>
              <a:prstDash val="solid"/>
              <a:round/>
              <a:headEnd type="none" w="med" len="med"/>
              <a:tailEnd type="none" w="med" len="med"/>
            </a:ln>
          </p:spPr>
          <p:txBody>
            <a:bodyPr wrap="none" anchor="ctr"/>
            <a:lstStyle/>
            <a:p>
              <a:pPr algn="ctr"/>
              <a:r>
                <a:rPr kumimoji="1" lang="zh-CN" altLang="en-US">
                  <a:solidFill>
                    <a:schemeClr val="tx1"/>
                  </a:solidFill>
                  <a:ea typeface="黑体" panose="02010609060101010101" pitchFamily="49" charset="-122"/>
                </a:rPr>
                <a:t>软件设计</a:t>
              </a:r>
            </a:p>
          </p:txBody>
        </p:sp>
        <p:sp>
          <p:nvSpPr>
            <p:cNvPr id="14" name="文本框 13"/>
            <p:cNvSpPr txBox="1"/>
            <p:nvPr/>
          </p:nvSpPr>
          <p:spPr>
            <a:xfrm>
              <a:off x="3431935" y="4805826"/>
              <a:ext cx="2698175" cy="523220"/>
            </a:xfrm>
            <a:prstGeom prst="rect">
              <a:avLst/>
            </a:prstGeom>
            <a:noFill/>
          </p:spPr>
          <p:txBody>
            <a:bodyPr wrap="none" rtlCol="0">
              <a:spAutoFit/>
            </a:bodyPr>
            <a:lstStyle/>
            <a:p>
              <a:r>
                <a:rPr lang="zh-CN" altLang="en-US" sz="2800" b="1" dirty="0"/>
                <a:t>软件设计的任务</a:t>
              </a:r>
            </a:p>
          </p:txBody>
        </p:sp>
      </p:grpSp>
    </p:spTree>
    <p:extLst>
      <p:ext uri="{BB962C8B-B14F-4D97-AF65-F5344CB8AC3E}">
        <p14:creationId xmlns:p14="http://schemas.microsoft.com/office/powerpoint/2010/main" val="967353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grpSp>
        <p:nvGrpSpPr>
          <p:cNvPr id="3" name="Group 33"/>
          <p:cNvGrpSpPr>
            <a:grpSpLocks/>
          </p:cNvGrpSpPr>
          <p:nvPr/>
        </p:nvGrpSpPr>
        <p:grpSpPr bwMode="auto">
          <a:xfrm>
            <a:off x="3173323" y="3226106"/>
            <a:ext cx="7156450" cy="2747962"/>
            <a:chOff x="2746" y="648"/>
            <a:chExt cx="5011" cy="1914"/>
          </a:xfrm>
        </p:grpSpPr>
        <p:grpSp>
          <p:nvGrpSpPr>
            <p:cNvPr id="4" name="Group 34"/>
            <p:cNvGrpSpPr>
              <a:grpSpLocks/>
            </p:cNvGrpSpPr>
            <p:nvPr/>
          </p:nvGrpSpPr>
          <p:grpSpPr bwMode="auto">
            <a:xfrm>
              <a:off x="2746" y="648"/>
              <a:ext cx="5011" cy="1374"/>
              <a:chOff x="2741" y="859"/>
              <a:chExt cx="5012" cy="1374"/>
            </a:xfrm>
          </p:grpSpPr>
          <p:sp>
            <p:nvSpPr>
              <p:cNvPr id="6" name="AutoShape 35"/>
              <p:cNvSpPr>
                <a:spLocks noChangeArrowheads="1"/>
              </p:cNvSpPr>
              <p:nvPr/>
            </p:nvSpPr>
            <p:spPr bwMode="auto">
              <a:xfrm>
                <a:off x="4889" y="1461"/>
                <a:ext cx="794" cy="772"/>
              </a:xfrm>
              <a:prstGeom prst="can">
                <a:avLst>
                  <a:gd name="adj" fmla="val 33204"/>
                </a:avLst>
              </a:prstGeom>
              <a:solidFill>
                <a:srgbClr val="FFFF99"/>
              </a:solidFill>
              <a:ln w="9525" cap="flat" algn="ctr">
                <a:solidFill>
                  <a:srgbClr val="000000"/>
                </a:solidFill>
                <a:prstDash val="solid"/>
                <a:round/>
                <a:headEnd type="none" w="med" len="med"/>
                <a:tailEnd type="none" w="med" len="med"/>
              </a:ln>
              <a:effectLst>
                <a:outerShdw dist="35921" dir="2700000" algn="ctr" rotWithShape="0">
                  <a:srgbClr val="808080">
                    <a:alpha val="50000"/>
                  </a:srgbClr>
                </a:outerShdw>
              </a:effectLst>
            </p:spPr>
            <p:txBody>
              <a:bodyPr anchor="ctr"/>
              <a:lstStyle/>
              <a:p>
                <a:pPr algn="ctr">
                  <a:lnSpc>
                    <a:spcPct val="96000"/>
                  </a:lnSpc>
                </a:pPr>
                <a:endParaRPr kumimoji="1" lang="en-US" altLang="zh-CN" sz="2000">
                  <a:solidFill>
                    <a:srgbClr val="000000"/>
                  </a:solidFill>
                  <a:ea typeface="宋体" panose="02010600030101010101" pitchFamily="2" charset="-122"/>
                </a:endParaRPr>
              </a:p>
              <a:p>
                <a:pPr algn="ctr">
                  <a:lnSpc>
                    <a:spcPct val="96000"/>
                  </a:lnSpc>
                </a:pPr>
                <a:r>
                  <a:rPr kumimoji="1" lang="zh-CN" altLang="en-US" sz="2000">
                    <a:solidFill>
                      <a:srgbClr val="000000"/>
                    </a:solidFill>
                    <a:ea typeface="宋体" panose="02010600030101010101" pitchFamily="2" charset="-122"/>
                  </a:rPr>
                  <a:t>软件</a:t>
                </a:r>
              </a:p>
              <a:p>
                <a:pPr algn="ctr">
                  <a:lnSpc>
                    <a:spcPct val="96000"/>
                  </a:lnSpc>
                </a:pPr>
                <a:r>
                  <a:rPr kumimoji="1" lang="zh-CN" altLang="en-US" sz="2000">
                    <a:solidFill>
                      <a:srgbClr val="000000"/>
                    </a:solidFill>
                    <a:effectLst>
                      <a:outerShdw blurRad="38100" dist="38100" dir="2700000" algn="tl">
                        <a:srgbClr val="FFFFFF"/>
                      </a:outerShdw>
                    </a:effectLst>
                    <a:ea typeface="宋体" panose="02010600030101010101" pitchFamily="2" charset="-122"/>
                  </a:rPr>
                  <a:t>设计</a:t>
                </a:r>
              </a:p>
              <a:p>
                <a:pPr algn="ctr"/>
                <a:endParaRPr kumimoji="1" lang="en-US" altLang="zh-CN" sz="2000"/>
              </a:p>
            </p:txBody>
          </p:sp>
          <p:sp>
            <p:nvSpPr>
              <p:cNvPr id="7" name="Oval 36"/>
              <p:cNvSpPr>
                <a:spLocks noChangeArrowheads="1"/>
              </p:cNvSpPr>
              <p:nvPr/>
            </p:nvSpPr>
            <p:spPr bwMode="auto">
              <a:xfrm>
                <a:off x="3247" y="859"/>
                <a:ext cx="1162" cy="615"/>
              </a:xfrm>
              <a:prstGeom prst="ellipse">
                <a:avLst/>
              </a:prstGeom>
              <a:solidFill>
                <a:srgbClr val="FFFF99"/>
              </a:solidFill>
              <a:ln w="9525" cap="flat" algn="ctr">
                <a:solidFill>
                  <a:srgbClr val="000000"/>
                </a:solidFill>
                <a:prstDash val="solid"/>
                <a:round/>
                <a:headEnd type="none" w="med" len="med"/>
                <a:tailEnd type="none" w="med" len="med"/>
              </a:ln>
              <a:effectLst>
                <a:outerShdw dist="35921" dir="2700000" algn="ctr" rotWithShape="0">
                  <a:srgbClr val="FF6600">
                    <a:alpha val="50000"/>
                  </a:srgbClr>
                </a:outerShdw>
              </a:effectLst>
            </p:spPr>
            <p:txBody>
              <a:bodyPr anchor="ctr"/>
              <a:lstStyle/>
              <a:p>
                <a:pPr algn="ctr">
                  <a:spcBef>
                    <a:spcPts val="300"/>
                  </a:spcBef>
                </a:pPr>
                <a:r>
                  <a:rPr kumimoji="1" lang="zh-CN" altLang="en-US" sz="2000">
                    <a:solidFill>
                      <a:srgbClr val="000000"/>
                    </a:solidFill>
                    <a:latin typeface="宋体" panose="02010600030101010101" pitchFamily="2" charset="-122"/>
                    <a:ea typeface="宋体" panose="02010600030101010101" pitchFamily="2" charset="-122"/>
                  </a:rPr>
                  <a:t>高可靠性</a:t>
                </a:r>
                <a:endParaRPr kumimoji="1" lang="zh-CN" altLang="en-US" sz="2000"/>
              </a:p>
            </p:txBody>
          </p:sp>
          <p:sp>
            <p:nvSpPr>
              <p:cNvPr id="8" name="Oval 37"/>
              <p:cNvSpPr>
                <a:spLocks noChangeArrowheads="1"/>
              </p:cNvSpPr>
              <p:nvPr/>
            </p:nvSpPr>
            <p:spPr bwMode="auto">
              <a:xfrm>
                <a:off x="6061" y="893"/>
                <a:ext cx="1186" cy="614"/>
              </a:xfrm>
              <a:prstGeom prst="ellipse">
                <a:avLst/>
              </a:prstGeom>
              <a:solidFill>
                <a:srgbClr val="FFFF99"/>
              </a:solidFill>
              <a:ln w="9525" cap="flat" algn="ctr">
                <a:solidFill>
                  <a:srgbClr val="000000"/>
                </a:solidFill>
                <a:prstDash val="solid"/>
                <a:round/>
                <a:headEnd type="none" w="med" len="med"/>
                <a:tailEnd type="none" w="med" len="med"/>
              </a:ln>
              <a:effectLst>
                <a:outerShdw dist="35921" dir="2700000" algn="ctr" rotWithShape="0">
                  <a:srgbClr val="FF6600">
                    <a:alpha val="50000"/>
                  </a:srgbClr>
                </a:outerShdw>
              </a:effectLst>
            </p:spPr>
            <p:txBody>
              <a:bodyPr anchor="ctr"/>
              <a:lstStyle/>
              <a:p>
                <a:pPr algn="ctr">
                  <a:lnSpc>
                    <a:spcPct val="88000"/>
                  </a:lnSpc>
                </a:pPr>
                <a:r>
                  <a:rPr kumimoji="1" lang="zh-CN" altLang="en-US" sz="2000">
                    <a:solidFill>
                      <a:srgbClr val="000000"/>
                    </a:solidFill>
                    <a:latin typeface="宋体" panose="02010600030101010101" pitchFamily="2" charset="-122"/>
                    <a:ea typeface="宋体" panose="02010600030101010101" pitchFamily="2" charset="-122"/>
                  </a:rPr>
                  <a:t>高可维</a:t>
                </a:r>
              </a:p>
              <a:p>
                <a:pPr algn="ctr">
                  <a:lnSpc>
                    <a:spcPct val="88000"/>
                  </a:lnSpc>
                </a:pPr>
                <a:r>
                  <a:rPr kumimoji="1" lang="zh-CN" altLang="en-US" sz="2000">
                    <a:solidFill>
                      <a:srgbClr val="000000"/>
                    </a:solidFill>
                    <a:latin typeface="宋体" panose="02010600030101010101" pitchFamily="2" charset="-122"/>
                    <a:ea typeface="宋体" panose="02010600030101010101" pitchFamily="2" charset="-122"/>
                  </a:rPr>
                  <a:t>护性</a:t>
                </a:r>
                <a:endParaRPr kumimoji="1" lang="zh-CN" altLang="en-US" sz="2000"/>
              </a:p>
            </p:txBody>
          </p:sp>
          <p:sp>
            <p:nvSpPr>
              <p:cNvPr id="9" name="Oval 38"/>
              <p:cNvSpPr>
                <a:spLocks noChangeArrowheads="1"/>
              </p:cNvSpPr>
              <p:nvPr/>
            </p:nvSpPr>
            <p:spPr bwMode="auto">
              <a:xfrm>
                <a:off x="6567" y="1557"/>
                <a:ext cx="1186" cy="630"/>
              </a:xfrm>
              <a:prstGeom prst="ellipse">
                <a:avLst/>
              </a:prstGeom>
              <a:solidFill>
                <a:srgbClr val="FFFF99"/>
              </a:solidFill>
              <a:ln w="9525" cap="flat" algn="ctr">
                <a:solidFill>
                  <a:srgbClr val="000000"/>
                </a:solidFill>
                <a:prstDash val="solid"/>
                <a:round/>
                <a:headEnd type="none" w="med" len="med"/>
                <a:tailEnd type="none" w="med" len="med"/>
              </a:ln>
              <a:effectLst>
                <a:outerShdw dist="35921" dir="2700000" algn="ctr" rotWithShape="0">
                  <a:srgbClr val="FF6600">
                    <a:alpha val="50000"/>
                  </a:srgbClr>
                </a:outerShdw>
              </a:effectLst>
            </p:spPr>
            <p:txBody>
              <a:bodyPr anchor="ctr"/>
              <a:lstStyle/>
              <a:p>
                <a:pPr algn="ctr">
                  <a:lnSpc>
                    <a:spcPct val="88000"/>
                  </a:lnSpc>
                </a:pPr>
                <a:r>
                  <a:rPr kumimoji="1" lang="zh-CN" altLang="en-US" sz="2000">
                    <a:solidFill>
                      <a:srgbClr val="000000"/>
                    </a:solidFill>
                    <a:latin typeface="宋体" panose="02010600030101010101" pitchFamily="2" charset="-122"/>
                    <a:ea typeface="宋体" panose="02010600030101010101" pitchFamily="2" charset="-122"/>
                  </a:rPr>
                  <a:t>高可理</a:t>
                </a:r>
              </a:p>
              <a:p>
                <a:pPr algn="ctr">
                  <a:lnSpc>
                    <a:spcPct val="88000"/>
                  </a:lnSpc>
                </a:pPr>
                <a:r>
                  <a:rPr kumimoji="1" lang="zh-CN" altLang="en-US" sz="2000">
                    <a:solidFill>
                      <a:srgbClr val="000000"/>
                    </a:solidFill>
                    <a:latin typeface="宋体" panose="02010600030101010101" pitchFamily="2" charset="-122"/>
                    <a:ea typeface="宋体" panose="02010600030101010101" pitchFamily="2" charset="-122"/>
                  </a:rPr>
                  <a:t>解性</a:t>
                </a:r>
                <a:endParaRPr kumimoji="1" lang="zh-CN" altLang="en-US" sz="2000"/>
              </a:p>
            </p:txBody>
          </p:sp>
          <p:sp>
            <p:nvSpPr>
              <p:cNvPr id="10" name="Oval 39"/>
              <p:cNvSpPr>
                <a:spLocks noChangeArrowheads="1"/>
              </p:cNvSpPr>
              <p:nvPr/>
            </p:nvSpPr>
            <p:spPr bwMode="auto">
              <a:xfrm>
                <a:off x="2741" y="1531"/>
                <a:ext cx="1195" cy="628"/>
              </a:xfrm>
              <a:prstGeom prst="ellipse">
                <a:avLst/>
              </a:prstGeom>
              <a:solidFill>
                <a:srgbClr val="FFFF99"/>
              </a:solidFill>
              <a:ln w="9525" cap="flat" algn="ctr">
                <a:solidFill>
                  <a:srgbClr val="000000"/>
                </a:solidFill>
                <a:prstDash val="solid"/>
                <a:round/>
                <a:headEnd type="none" w="med" len="med"/>
                <a:tailEnd type="none" w="med" len="med"/>
              </a:ln>
              <a:effectLst>
                <a:outerShdw dist="35921" dir="2700000" algn="ctr" rotWithShape="0">
                  <a:srgbClr val="FF6600">
                    <a:alpha val="50000"/>
                  </a:srgbClr>
                </a:outerShdw>
              </a:effectLst>
            </p:spPr>
            <p:txBody>
              <a:bodyPr anchor="ctr"/>
              <a:lstStyle/>
              <a:p>
                <a:pPr algn="ctr">
                  <a:spcBef>
                    <a:spcPts val="300"/>
                  </a:spcBef>
                </a:pPr>
                <a:r>
                  <a:rPr kumimoji="1" lang="zh-CN" altLang="en-US" sz="2000">
                    <a:solidFill>
                      <a:srgbClr val="000000"/>
                    </a:solidFill>
                    <a:latin typeface="宋体" panose="02010600030101010101" pitchFamily="2" charset="-122"/>
                    <a:ea typeface="宋体" panose="02010600030101010101" pitchFamily="2" charset="-122"/>
                  </a:rPr>
                  <a:t>高效率</a:t>
                </a:r>
                <a:endParaRPr kumimoji="1" lang="zh-CN" altLang="en-US" sz="2000"/>
              </a:p>
            </p:txBody>
          </p:sp>
          <p:sp>
            <p:nvSpPr>
              <p:cNvPr id="11" name="AutoShape 40"/>
              <p:cNvSpPr>
                <a:spLocks noChangeArrowheads="1"/>
              </p:cNvSpPr>
              <p:nvPr/>
            </p:nvSpPr>
            <p:spPr bwMode="auto">
              <a:xfrm rot="2220000">
                <a:off x="4416" y="1212"/>
                <a:ext cx="520" cy="290"/>
              </a:xfrm>
              <a:prstGeom prst="rightArrow">
                <a:avLst>
                  <a:gd name="adj1" fmla="val 50000"/>
                  <a:gd name="adj2" fmla="val 44861"/>
                </a:avLst>
              </a:prstGeom>
              <a:gradFill rotWithShape="0">
                <a:gsLst>
                  <a:gs pos="0">
                    <a:srgbClr val="686868"/>
                  </a:gs>
                  <a:gs pos="100000">
                    <a:srgbClr val="FFFFFF"/>
                  </a:gs>
                </a:gsLst>
                <a:lin ang="18900000"/>
              </a:gradFill>
              <a:ln w="9525" cap="flat" algn="ctr">
                <a:solidFill>
                  <a:srgbClr val="000000"/>
                </a:solidFill>
                <a:prstDash val="solid"/>
                <a:miter lim="800000"/>
                <a:headEnd type="none" w="med" len="med"/>
                <a:tailEnd type="none" w="med" len="med"/>
              </a:ln>
            </p:spPr>
            <p:txBody>
              <a:bodyPr/>
              <a:lstStyle/>
              <a:p>
                <a:endParaRPr lang="zh-CN" altLang="en-US"/>
              </a:p>
            </p:txBody>
          </p:sp>
          <p:sp>
            <p:nvSpPr>
              <p:cNvPr id="12" name="AutoShape 41"/>
              <p:cNvSpPr>
                <a:spLocks noChangeArrowheads="1"/>
              </p:cNvSpPr>
              <p:nvPr/>
            </p:nvSpPr>
            <p:spPr bwMode="auto">
              <a:xfrm rot="21540000">
                <a:off x="4093" y="1754"/>
                <a:ext cx="734" cy="335"/>
              </a:xfrm>
              <a:prstGeom prst="rightArrow">
                <a:avLst>
                  <a:gd name="adj1" fmla="val 50000"/>
                  <a:gd name="adj2" fmla="val 54807"/>
                </a:avLst>
              </a:prstGeom>
              <a:gradFill rotWithShape="0">
                <a:gsLst>
                  <a:gs pos="0">
                    <a:srgbClr val="FFFFFF"/>
                  </a:gs>
                  <a:gs pos="100000">
                    <a:srgbClr val="2A2A2A"/>
                  </a:gs>
                </a:gsLst>
                <a:lin ang="5400000"/>
              </a:gradFill>
              <a:ln w="9525" cap="flat" algn="ctr">
                <a:solidFill>
                  <a:srgbClr val="000000"/>
                </a:solidFill>
                <a:prstDash val="solid"/>
                <a:miter lim="800000"/>
                <a:headEnd type="none" w="med" len="med"/>
                <a:tailEnd type="none" w="med" len="med"/>
              </a:ln>
            </p:spPr>
            <p:txBody>
              <a:bodyPr/>
              <a:lstStyle/>
              <a:p>
                <a:endParaRPr lang="zh-CN" altLang="en-US"/>
              </a:p>
            </p:txBody>
          </p:sp>
          <p:sp>
            <p:nvSpPr>
              <p:cNvPr id="13" name="AutoShape 42"/>
              <p:cNvSpPr>
                <a:spLocks noChangeArrowheads="1"/>
              </p:cNvSpPr>
              <p:nvPr/>
            </p:nvSpPr>
            <p:spPr bwMode="auto">
              <a:xfrm rot="10800000">
                <a:off x="5745" y="1766"/>
                <a:ext cx="770" cy="307"/>
              </a:xfrm>
              <a:prstGeom prst="rightArrow">
                <a:avLst>
                  <a:gd name="adj1" fmla="val 50000"/>
                  <a:gd name="adj2" fmla="val 62750"/>
                </a:avLst>
              </a:prstGeom>
              <a:gradFill rotWithShape="0">
                <a:gsLst>
                  <a:gs pos="0">
                    <a:srgbClr val="FFFFFF"/>
                  </a:gs>
                  <a:gs pos="100000">
                    <a:srgbClr val="787878"/>
                  </a:gs>
                </a:gsLst>
                <a:lin ang="5400000"/>
              </a:gradFill>
              <a:ln w="9525" cap="flat" algn="ctr">
                <a:solidFill>
                  <a:srgbClr val="000000"/>
                </a:solidFill>
                <a:prstDash val="solid"/>
                <a:miter lim="800000"/>
                <a:headEnd type="none" w="med" len="med"/>
                <a:tailEnd type="none" w="med" len="med"/>
              </a:ln>
            </p:spPr>
            <p:txBody>
              <a:bodyPr/>
              <a:lstStyle/>
              <a:p>
                <a:endParaRPr lang="zh-CN" altLang="en-US"/>
              </a:p>
            </p:txBody>
          </p:sp>
          <p:sp>
            <p:nvSpPr>
              <p:cNvPr id="14" name="AutoShape 43"/>
              <p:cNvSpPr>
                <a:spLocks noChangeArrowheads="1"/>
              </p:cNvSpPr>
              <p:nvPr/>
            </p:nvSpPr>
            <p:spPr bwMode="auto">
              <a:xfrm rot="8520000">
                <a:off x="5574" y="1214"/>
                <a:ext cx="489" cy="290"/>
              </a:xfrm>
              <a:prstGeom prst="rightArrow">
                <a:avLst>
                  <a:gd name="adj1" fmla="val 50000"/>
                  <a:gd name="adj2" fmla="val 42179"/>
                </a:avLst>
              </a:prstGeom>
              <a:gradFill rotWithShape="0">
                <a:gsLst>
                  <a:gs pos="0">
                    <a:srgbClr val="FFFFFF"/>
                  </a:gs>
                  <a:gs pos="100000">
                    <a:srgbClr val="787878"/>
                  </a:gs>
                </a:gsLst>
                <a:lin ang="2700000"/>
              </a:gradFill>
              <a:ln w="9525" cap="flat" algn="ctr">
                <a:solidFill>
                  <a:srgbClr val="000000"/>
                </a:solidFill>
                <a:prstDash val="solid"/>
                <a:miter lim="800000"/>
                <a:headEnd type="none" w="med" len="med"/>
                <a:tailEnd type="none" w="med" len="med"/>
              </a:ln>
            </p:spPr>
            <p:txBody>
              <a:bodyPr/>
              <a:lstStyle/>
              <a:p>
                <a:endParaRPr lang="zh-CN" altLang="en-US"/>
              </a:p>
            </p:txBody>
          </p:sp>
        </p:grpSp>
        <p:sp>
          <p:nvSpPr>
            <p:cNvPr id="5" name="Rectangle 44"/>
            <p:cNvSpPr>
              <a:spLocks noChangeArrowheads="1"/>
            </p:cNvSpPr>
            <p:nvPr/>
          </p:nvSpPr>
          <p:spPr bwMode="auto">
            <a:xfrm>
              <a:off x="3998" y="2143"/>
              <a:ext cx="2589" cy="419"/>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b="1" dirty="0">
                  <a:ea typeface="宋体" panose="02010600030101010101" pitchFamily="2" charset="-122"/>
                </a:rPr>
                <a:t>软件设计的目标</a:t>
              </a:r>
              <a:endParaRPr kumimoji="1" lang="zh-CN" altLang="en-US" sz="2800" b="1" dirty="0"/>
            </a:p>
          </p:txBody>
        </p:sp>
      </p:grpSp>
      <p:sp>
        <p:nvSpPr>
          <p:cNvPr id="16" name="文本框 15"/>
          <p:cNvSpPr txBox="1"/>
          <p:nvPr/>
        </p:nvSpPr>
        <p:spPr>
          <a:xfrm>
            <a:off x="4820309" y="1832905"/>
            <a:ext cx="377539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p>
        </p:txBody>
      </p:sp>
    </p:spTree>
    <p:extLst>
      <p:ext uri="{BB962C8B-B14F-4D97-AF65-F5344CB8AC3E}">
        <p14:creationId xmlns:p14="http://schemas.microsoft.com/office/powerpoint/2010/main" val="1226959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144557" y="696813"/>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a:t>
            </a:r>
            <a:r>
              <a:rPr lang="zh-CN" altLang="en-US" sz="2800" b="1" dirty="0">
                <a:latin typeface="华文仿宋" panose="02010600040101010101" pitchFamily="2" charset="-122"/>
                <a:ea typeface="华文仿宋" panose="02010600040101010101" pitchFamily="2" charset="-122"/>
              </a:rPr>
              <a:t>软件体系结构设计</a:t>
            </a:r>
            <a:r>
              <a:rPr lang="en-US" altLang="zh-CN" sz="2800" b="1" dirty="0">
                <a:latin typeface="华文仿宋" panose="02010600040101010101" pitchFamily="2" charset="-122"/>
                <a:ea typeface="华文仿宋" panose="02010600040101010101" pitchFamily="2" charset="-122"/>
              </a:rPr>
              <a:t>--</a:t>
            </a:r>
            <a:endParaRPr lang="zh-CN" altLang="en-US" sz="2800" b="1" dirty="0">
              <a:latin typeface="华文仿宋" panose="02010600040101010101" pitchFamily="2" charset="-122"/>
              <a:ea typeface="华文仿宋" panose="02010600040101010101" pitchFamily="2" charset="-122"/>
            </a:endParaRPr>
          </a:p>
        </p:txBody>
      </p:sp>
      <p:sp>
        <p:nvSpPr>
          <p:cNvPr id="4" name="矩形 3"/>
          <p:cNvSpPr/>
          <p:nvPr/>
        </p:nvSpPr>
        <p:spPr>
          <a:xfrm>
            <a:off x="1095469" y="1640700"/>
            <a:ext cx="10293790" cy="830997"/>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    软件体系结构确定了系统的组织结构和拓扑结构，显示了系统需求和构成系统的元素之间的对应关系，提供了一些设计决策的基本原理。</a:t>
            </a:r>
          </a:p>
        </p:txBody>
      </p:sp>
      <p:sp>
        <p:nvSpPr>
          <p:cNvPr id="5" name="矩形 4"/>
          <p:cNvSpPr/>
          <p:nvPr/>
        </p:nvSpPr>
        <p:spPr>
          <a:xfrm>
            <a:off x="1167897" y="2594807"/>
            <a:ext cx="10148934" cy="3859518"/>
          </a:xfrm>
          <a:prstGeom prst="rect">
            <a:avLst/>
          </a:prstGeom>
        </p:spPr>
        <p:txBody>
          <a:bodyPr wrap="square">
            <a:spAutoFit/>
          </a:bodyPr>
          <a:lstStyle/>
          <a:p>
            <a:r>
              <a:rPr lang="zh-CN" altLang="en-US" sz="2400" dirty="0">
                <a:latin typeface="楷体" panose="02010609060101010101" pitchFamily="49" charset="-122"/>
                <a:ea typeface="楷体" panose="02010609060101010101" pitchFamily="49" charset="-122"/>
              </a:rPr>
              <a:t>    体系结构设计过程的主要活动</a:t>
            </a:r>
            <a:endParaRPr lang="en-US" altLang="zh-CN" sz="2400" dirty="0">
              <a:latin typeface="楷体" panose="02010609060101010101" pitchFamily="49" charset="-122"/>
              <a:ea typeface="楷体" panose="02010609060101010101" pitchFamily="49" charset="-122"/>
            </a:endParaRPr>
          </a:p>
          <a:p>
            <a:pPr algn="just" latinLnBrk="1">
              <a:spcBef>
                <a:spcPct val="30000"/>
              </a:spcBef>
            </a:pPr>
            <a:r>
              <a:rPr kumimoji="1" lang="zh-CN" altLang="en-US" sz="2400" dirty="0">
                <a:latin typeface="楷体" panose="02010609060101010101" pitchFamily="49" charset="-122"/>
                <a:ea typeface="楷体" panose="02010609060101010101" pitchFamily="49" charset="-122"/>
              </a:rPr>
              <a:t>    系统分解：将系统分解为若干相互作用的子系统。</a:t>
            </a:r>
          </a:p>
          <a:p>
            <a:pPr algn="just" latinLnBrk="1">
              <a:spcBef>
                <a:spcPct val="30000"/>
              </a:spcBef>
            </a:pPr>
            <a:r>
              <a:rPr kumimoji="1" lang="zh-CN" altLang="en-US" sz="2400" dirty="0">
                <a:latin typeface="楷体" panose="02010609060101010101" pitchFamily="49" charset="-122"/>
                <a:ea typeface="楷体" panose="02010609060101010101" pitchFamily="49" charset="-122"/>
              </a:rPr>
              <a:t>    控制建模：建立系统各部分间控制关系的一般模型。</a:t>
            </a:r>
          </a:p>
          <a:p>
            <a:pPr algn="just" latinLnBrk="1">
              <a:spcBef>
                <a:spcPct val="30000"/>
              </a:spcBef>
            </a:pPr>
            <a:r>
              <a:rPr kumimoji="1" lang="zh-CN" altLang="en-US" sz="2400" dirty="0">
                <a:latin typeface="楷体" panose="02010609060101010101" pitchFamily="49" charset="-122"/>
                <a:ea typeface="楷体" panose="02010609060101010101" pitchFamily="49" charset="-122"/>
              </a:rPr>
              <a:t>    模块分解：将子系统进一步划分为模块。</a:t>
            </a:r>
            <a:endParaRPr kumimoji="1" lang="en-US" altLang="zh-CN" sz="2400" dirty="0">
              <a:latin typeface="楷体" panose="02010609060101010101" pitchFamily="49" charset="-122"/>
              <a:ea typeface="楷体" panose="02010609060101010101" pitchFamily="49" charset="-122"/>
            </a:endParaRPr>
          </a:p>
          <a:p>
            <a:pPr algn="just" latinLnBrk="1">
              <a:spcBef>
                <a:spcPct val="30000"/>
              </a:spcBef>
            </a:pPr>
            <a:r>
              <a:rPr kumimoji="1" lang="zh-CN" altLang="en-US" sz="2400" dirty="0">
                <a:latin typeface="楷体" panose="02010609060101010101" pitchFamily="49" charset="-122"/>
                <a:ea typeface="楷体" panose="02010609060101010101" pitchFamily="49" charset="-122"/>
              </a:rPr>
              <a:t>    体系结构设计是软件设计的第一个阶段，该阶段侧重于系统宏观结构的设计，而不太关心模块的内部算法。主要的模型有仓库模型、</a:t>
            </a:r>
            <a:r>
              <a:rPr kumimoji="1" lang="en-US" altLang="zh-CN" sz="2400" dirty="0">
                <a:latin typeface="楷体" panose="02010609060101010101" pitchFamily="49" charset="-122"/>
                <a:ea typeface="楷体" panose="02010609060101010101" pitchFamily="49" charset="-122"/>
              </a:rPr>
              <a:t>C/S</a:t>
            </a:r>
            <a:r>
              <a:rPr kumimoji="1" lang="zh-CN" altLang="en-US" sz="2400" dirty="0">
                <a:latin typeface="楷体" panose="02010609060101010101" pitchFamily="49" charset="-122"/>
                <a:ea typeface="楷体" panose="02010609060101010101" pitchFamily="49" charset="-122"/>
              </a:rPr>
              <a:t>模型、多层架构、分布式对象架构（</a:t>
            </a:r>
            <a:r>
              <a:rPr kumimoji="1" lang="en-US" altLang="zh-CN" sz="2400" dirty="0">
                <a:latin typeface="楷体" panose="02010609060101010101" pitchFamily="49" charset="-122"/>
                <a:ea typeface="楷体" panose="02010609060101010101" pitchFamily="49" charset="-122"/>
              </a:rPr>
              <a:t>CORBA</a:t>
            </a:r>
            <a:r>
              <a:rPr kumimoji="1" lang="zh-CN" altLang="en-US" sz="2400" dirty="0">
                <a:latin typeface="楷体" panose="02010609060101010101" pitchFamily="49" charset="-122"/>
                <a:ea typeface="楷体" panose="02010609060101010101" pitchFamily="49" charset="-122"/>
              </a:rPr>
              <a:t>、</a:t>
            </a:r>
            <a:r>
              <a:rPr kumimoji="1" lang="en-US" altLang="zh-CN" sz="2400" dirty="0">
                <a:latin typeface="楷体" panose="02010609060101010101" pitchFamily="49" charset="-122"/>
                <a:ea typeface="楷体" panose="02010609060101010101" pitchFamily="49" charset="-122"/>
              </a:rPr>
              <a:t>DCOM</a:t>
            </a:r>
            <a:r>
              <a:rPr kumimoji="1" lang="zh-CN" altLang="en-US" sz="2400" dirty="0">
                <a:latin typeface="楷体" panose="02010609060101010101" pitchFamily="49" charset="-122"/>
                <a:ea typeface="楷体" panose="02010609060101010101" pitchFamily="49" charset="-122"/>
              </a:rPr>
              <a:t>）、抽象机模型（</a:t>
            </a:r>
            <a:r>
              <a:rPr kumimoji="1" lang="en-US" altLang="zh-CN" sz="2400" dirty="0">
                <a:latin typeface="楷体" panose="02010609060101010101" pitchFamily="49" charset="-122"/>
                <a:ea typeface="楷体" panose="02010609060101010101" pitchFamily="49" charset="-122"/>
              </a:rPr>
              <a:t>ISO/OSI</a:t>
            </a:r>
            <a:r>
              <a:rPr kumimoji="1" lang="zh-CN" altLang="en-US" sz="2400" dirty="0">
                <a:latin typeface="楷体" panose="02010609060101010101" pitchFamily="49" charset="-122"/>
                <a:ea typeface="楷体" panose="02010609060101010101" pitchFamily="49" charset="-122"/>
              </a:rPr>
              <a:t>开放系统互联超模型）、控制模型。             </a:t>
            </a:r>
            <a:r>
              <a:rPr lang="zh-CN" altLang="en-US" sz="2400" dirty="0">
                <a:latin typeface="楷体" panose="02010609060101010101" pitchFamily="49" charset="-122"/>
                <a:ea typeface="楷体" panose="02010609060101010101" pitchFamily="49" charset="-122"/>
              </a:rPr>
              <a:t>注意：子系统与模块之间往往没有明显界限。</a:t>
            </a:r>
          </a:p>
        </p:txBody>
      </p:sp>
    </p:spTree>
    <p:extLst>
      <p:ext uri="{BB962C8B-B14F-4D97-AF65-F5344CB8AC3E}">
        <p14:creationId xmlns:p14="http://schemas.microsoft.com/office/powerpoint/2010/main" val="13429966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403137" y="1068684"/>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软件界面设计</a:t>
            </a:r>
            <a:r>
              <a:rPr lang="en-US" altLang="zh-CN" sz="2800" b="1" dirty="0">
                <a:latin typeface="华文仿宋" panose="02010600040101010101" pitchFamily="2" charset="-122"/>
                <a:ea typeface="华文仿宋" panose="02010600040101010101" pitchFamily="2" charset="-122"/>
              </a:rPr>
              <a:t>—</a:t>
            </a:r>
          </a:p>
        </p:txBody>
      </p:sp>
      <p:sp>
        <p:nvSpPr>
          <p:cNvPr id="4" name="矩形 3"/>
          <p:cNvSpPr/>
          <p:nvPr/>
        </p:nvSpPr>
        <p:spPr>
          <a:xfrm>
            <a:off x="1013989" y="2408494"/>
            <a:ext cx="10791730" cy="3108543"/>
          </a:xfrm>
          <a:prstGeom prst="rect">
            <a:avLst/>
          </a:prstGeom>
        </p:spPr>
        <p:txBody>
          <a:bodyPr wrap="square">
            <a:spAutoFit/>
          </a:bodyPr>
          <a:lstStyle/>
          <a:p>
            <a:r>
              <a:rPr kumimoji="1" lang="zh-CN" altLang="en-US" sz="2800" dirty="0">
                <a:latin typeface="楷体" panose="02010609060101010101" pitchFamily="49" charset="-122"/>
                <a:ea typeface="楷体" panose="02010609060101010101" pitchFamily="49" charset="-122"/>
              </a:rPr>
              <a:t>    随着各种应用软件的面市，作为人机接口的用户界面越来越重要，用户界面是否友好直接影响到软件的寿命与竞争力。因此，对用户界面的设计必须予以足够的重视。</a:t>
            </a:r>
            <a:endParaRPr kumimoji="1" lang="en-US" altLang="zh-CN" sz="2800" dirty="0">
              <a:latin typeface="楷体" panose="02010609060101010101" pitchFamily="49" charset="-122"/>
              <a:ea typeface="楷体" panose="02010609060101010101" pitchFamily="49" charset="-122"/>
            </a:endParaRPr>
          </a:p>
          <a:p>
            <a:r>
              <a:rPr kumimoji="1" lang="en-US" altLang="zh-CN" sz="2800" dirty="0">
                <a:latin typeface="楷体" panose="02010609060101010101" pitchFamily="49" charset="-122"/>
                <a:ea typeface="楷体" panose="02010609060101010101" pitchFamily="49" charset="-122"/>
              </a:rPr>
              <a:t>        </a:t>
            </a:r>
            <a:r>
              <a:rPr kumimoji="1" lang="zh-CN" altLang="en-US" sz="2800" dirty="0">
                <a:latin typeface="楷体" panose="02010609060101010101" pitchFamily="49" charset="-122"/>
                <a:ea typeface="楷体" panose="02010609060101010101" pitchFamily="49" charset="-122"/>
              </a:rPr>
              <a:t>用户界面设计的主要问题：</a:t>
            </a:r>
            <a:endParaRPr kumimoji="1" lang="en-US" altLang="zh-CN" sz="2800" dirty="0">
              <a:latin typeface="楷体" panose="02010609060101010101" pitchFamily="49" charset="-122"/>
              <a:ea typeface="楷体" panose="02010609060101010101" pitchFamily="49" charset="-122"/>
            </a:endParaRPr>
          </a:p>
          <a:p>
            <a:r>
              <a:rPr kumimoji="1" lang="en-US" altLang="zh-CN" sz="2800" dirty="0">
                <a:latin typeface="楷体" panose="02010609060101010101" pitchFamily="49" charset="-122"/>
                <a:ea typeface="楷体" panose="02010609060101010101" pitchFamily="49" charset="-122"/>
              </a:rPr>
              <a:t>        </a:t>
            </a:r>
            <a:r>
              <a:rPr kumimoji="1" lang="zh-CN" altLang="en-US" sz="2800" dirty="0">
                <a:latin typeface="楷体" panose="02010609060101010101" pitchFamily="49" charset="-122"/>
                <a:ea typeface="楷体" panose="02010609060101010101" pitchFamily="49" charset="-122"/>
              </a:rPr>
              <a:t>用户界面应有的特性</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什么是用户友好的界面；</a:t>
            </a:r>
            <a:endParaRPr kumimoji="1" lang="en-US" altLang="zh-CN" sz="2800" dirty="0">
              <a:latin typeface="楷体" panose="02010609060101010101" pitchFamily="49" charset="-122"/>
              <a:ea typeface="楷体" panose="02010609060101010101" pitchFamily="49" charset="-122"/>
            </a:endParaRPr>
          </a:p>
          <a:p>
            <a:r>
              <a:rPr kumimoji="1" lang="en-US" altLang="zh-CN" sz="2800" dirty="0">
                <a:latin typeface="楷体" panose="02010609060101010101" pitchFamily="49" charset="-122"/>
                <a:ea typeface="楷体" panose="02010609060101010101" pitchFamily="49" charset="-122"/>
              </a:rPr>
              <a:t>        </a:t>
            </a:r>
            <a:r>
              <a:rPr kumimoji="1" lang="zh-CN" altLang="en-US" sz="2800" dirty="0">
                <a:latin typeface="楷体" panose="02010609060101010101" pitchFamily="49" charset="-122"/>
                <a:ea typeface="楷体" panose="02010609060101010101" pitchFamily="49" charset="-122"/>
              </a:rPr>
              <a:t>用户界面设计的任务</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用户界面设计应该完成的工作；</a:t>
            </a:r>
            <a:endParaRPr kumimoji="1" lang="en-US" altLang="zh-CN" sz="2800" dirty="0">
              <a:latin typeface="楷体" panose="02010609060101010101" pitchFamily="49" charset="-122"/>
              <a:ea typeface="楷体" panose="02010609060101010101" pitchFamily="49" charset="-122"/>
            </a:endParaRPr>
          </a:p>
          <a:p>
            <a:r>
              <a:rPr kumimoji="1" lang="en-US" altLang="zh-CN" sz="2800" dirty="0">
                <a:latin typeface="楷体" panose="02010609060101010101" pitchFamily="49" charset="-122"/>
                <a:ea typeface="楷体" panose="02010609060101010101" pitchFamily="49" charset="-122"/>
              </a:rPr>
              <a:t>        </a:t>
            </a:r>
            <a:r>
              <a:rPr kumimoji="1" lang="zh-CN" altLang="en-US" sz="2800" dirty="0">
                <a:latin typeface="楷体" panose="02010609060101010101" pitchFamily="49" charset="-122"/>
                <a:ea typeface="楷体" panose="02010609060101010101" pitchFamily="49" charset="-122"/>
              </a:rPr>
              <a:t>用户界面的基本类型</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用户界面的工作模式；</a:t>
            </a:r>
            <a:endParaRPr lang="zh-CN" altLang="en-US"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912499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320800" y="1027274"/>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软件界面设计</a:t>
            </a:r>
            <a:r>
              <a:rPr lang="en-US" altLang="zh-CN" sz="2800" b="1" dirty="0">
                <a:latin typeface="华文仿宋" panose="02010600040101010101" pitchFamily="2" charset="-122"/>
                <a:ea typeface="华文仿宋" panose="02010600040101010101" pitchFamily="2" charset="-122"/>
              </a:rPr>
              <a:t>—</a:t>
            </a:r>
          </a:p>
        </p:txBody>
      </p:sp>
      <p:sp>
        <p:nvSpPr>
          <p:cNvPr id="4" name="AutoShape 490"/>
          <p:cNvSpPr>
            <a:spLocks noChangeArrowheads="1"/>
          </p:cNvSpPr>
          <p:nvPr/>
        </p:nvSpPr>
        <p:spPr bwMode="auto">
          <a:xfrm>
            <a:off x="2151071" y="2585019"/>
            <a:ext cx="1584325" cy="649288"/>
          </a:xfrm>
          <a:prstGeom prst="roundRect">
            <a:avLst>
              <a:gd name="adj" fmla="val 16667"/>
            </a:avLst>
          </a:prstGeom>
          <a:solidFill>
            <a:srgbClr val="FFFF99"/>
          </a:solidFill>
          <a:ln w="19050" cap="flat" algn="ctr">
            <a:solidFill>
              <a:srgbClr val="808080"/>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dirty="0">
                <a:solidFill>
                  <a:schemeClr val="tx1"/>
                </a:solidFill>
                <a:latin typeface="华文仿宋" panose="02010600040101010101" pitchFamily="2" charset="-122"/>
                <a:ea typeface="华文仿宋" panose="02010600040101010101" pitchFamily="2" charset="-122"/>
              </a:rPr>
              <a:t>分析和理解</a:t>
            </a:r>
          </a:p>
          <a:p>
            <a:pPr algn="ctr">
              <a:lnSpc>
                <a:spcPct val="95000"/>
              </a:lnSpc>
            </a:pPr>
            <a:r>
              <a:rPr kumimoji="1" lang="zh-CN" altLang="en-US" sz="2000" b="1" dirty="0">
                <a:solidFill>
                  <a:schemeClr val="tx1"/>
                </a:solidFill>
                <a:latin typeface="华文仿宋" panose="02010600040101010101" pitchFamily="2" charset="-122"/>
                <a:ea typeface="华文仿宋" panose="02010600040101010101" pitchFamily="2" charset="-122"/>
              </a:rPr>
              <a:t>用户活动</a:t>
            </a:r>
          </a:p>
        </p:txBody>
      </p:sp>
      <p:sp>
        <p:nvSpPr>
          <p:cNvPr id="5" name="AutoShape 491"/>
          <p:cNvSpPr>
            <a:spLocks noChangeArrowheads="1"/>
          </p:cNvSpPr>
          <p:nvPr/>
        </p:nvSpPr>
        <p:spPr bwMode="auto">
          <a:xfrm>
            <a:off x="4238634" y="2585019"/>
            <a:ext cx="1584325" cy="649288"/>
          </a:xfrm>
          <a:prstGeom prst="roundRect">
            <a:avLst>
              <a:gd name="adj" fmla="val 16667"/>
            </a:avLst>
          </a:prstGeom>
          <a:solidFill>
            <a:srgbClr val="FFFF99"/>
          </a:solidFill>
          <a:ln w="19050" cap="flat" algn="ctr">
            <a:solidFill>
              <a:schemeClr val="tx1"/>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dirty="0">
                <a:solidFill>
                  <a:schemeClr val="tx1"/>
                </a:solidFill>
                <a:latin typeface="华文仿宋" panose="02010600040101010101" pitchFamily="2" charset="-122"/>
                <a:ea typeface="华文仿宋" panose="02010600040101010101" pitchFamily="2" charset="-122"/>
              </a:rPr>
              <a:t>在纸上设计</a:t>
            </a:r>
          </a:p>
          <a:p>
            <a:pPr algn="ctr">
              <a:lnSpc>
                <a:spcPct val="95000"/>
              </a:lnSpc>
            </a:pPr>
            <a:r>
              <a:rPr kumimoji="1" lang="zh-CN" altLang="en-US" sz="2000" b="1" dirty="0">
                <a:solidFill>
                  <a:schemeClr val="tx1"/>
                </a:solidFill>
                <a:latin typeface="华文仿宋" panose="02010600040101010101" pitchFamily="2" charset="-122"/>
                <a:ea typeface="华文仿宋" panose="02010600040101010101" pitchFamily="2" charset="-122"/>
              </a:rPr>
              <a:t>原型</a:t>
            </a:r>
          </a:p>
        </p:txBody>
      </p:sp>
      <p:sp>
        <p:nvSpPr>
          <p:cNvPr id="6" name="AutoShape 492"/>
          <p:cNvSpPr>
            <a:spLocks noChangeArrowheads="1"/>
          </p:cNvSpPr>
          <p:nvPr/>
        </p:nvSpPr>
        <p:spPr bwMode="auto">
          <a:xfrm>
            <a:off x="6327784" y="2585019"/>
            <a:ext cx="1584325" cy="649288"/>
          </a:xfrm>
          <a:prstGeom prst="roundRect">
            <a:avLst>
              <a:gd name="adj" fmla="val 16667"/>
            </a:avLst>
          </a:prstGeom>
          <a:solidFill>
            <a:srgbClr val="99CCFF"/>
          </a:solidFill>
          <a:ln w="19050" cap="flat" algn="ctr">
            <a:solidFill>
              <a:srgbClr val="808080"/>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与最终用户</a:t>
            </a:r>
          </a:p>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一起评价</a:t>
            </a:r>
          </a:p>
        </p:txBody>
      </p:sp>
      <p:sp>
        <p:nvSpPr>
          <p:cNvPr id="7" name="Rectangle 493"/>
          <p:cNvSpPr>
            <a:spLocks noChangeArrowheads="1"/>
          </p:cNvSpPr>
          <p:nvPr/>
        </p:nvSpPr>
        <p:spPr bwMode="auto">
          <a:xfrm>
            <a:off x="4310071" y="3878832"/>
            <a:ext cx="1512888" cy="576263"/>
          </a:xfrm>
          <a:prstGeom prst="rect">
            <a:avLst/>
          </a:prstGeom>
          <a:solidFill>
            <a:srgbClr val="FFFF00"/>
          </a:solidFill>
          <a:ln w="19050" cap="flat" algn="ctr">
            <a:solidFill>
              <a:srgbClr val="808080"/>
            </a:solidFill>
            <a:prstDash val="solid"/>
            <a:miter lim="800000"/>
            <a:headEnd type="none" w="med" len="med"/>
            <a:tailEnd type="none" w="med" len="med"/>
          </a:ln>
          <a:effectLst>
            <a:outerShdw dist="71842" dir="2700000" algn="ctr" rotWithShape="0">
              <a:schemeClr val="bg2"/>
            </a:outerShdw>
          </a:effectLst>
        </p:spPr>
        <p:txBody>
          <a:bodyPr wrap="none" anchor="ctr"/>
          <a:lstStyle/>
          <a:p>
            <a:pPr algn="ctr"/>
            <a:r>
              <a:rPr kumimoji="1" lang="zh-CN" altLang="en-US" sz="2000" b="1">
                <a:solidFill>
                  <a:schemeClr val="tx1"/>
                </a:solidFill>
                <a:latin typeface="华文仿宋" panose="02010600040101010101" pitchFamily="2" charset="-122"/>
                <a:ea typeface="华文仿宋" panose="02010600040101010101" pitchFamily="2" charset="-122"/>
              </a:rPr>
              <a:t>设计原型</a:t>
            </a:r>
          </a:p>
        </p:txBody>
      </p:sp>
      <p:sp>
        <p:nvSpPr>
          <p:cNvPr id="8" name="AutoShape 494"/>
          <p:cNvSpPr>
            <a:spLocks noChangeArrowheads="1"/>
          </p:cNvSpPr>
          <p:nvPr/>
        </p:nvSpPr>
        <p:spPr bwMode="auto">
          <a:xfrm>
            <a:off x="6399221" y="3878832"/>
            <a:ext cx="1584325" cy="649288"/>
          </a:xfrm>
          <a:prstGeom prst="roundRect">
            <a:avLst>
              <a:gd name="adj" fmla="val 16667"/>
            </a:avLst>
          </a:prstGeom>
          <a:solidFill>
            <a:srgbClr val="FFFF99"/>
          </a:solidFill>
          <a:ln w="19050" cap="flat" algn="ctr">
            <a:solidFill>
              <a:srgbClr val="808080"/>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产生动态</a:t>
            </a:r>
          </a:p>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设计原型</a:t>
            </a:r>
          </a:p>
        </p:txBody>
      </p:sp>
      <p:sp>
        <p:nvSpPr>
          <p:cNvPr id="9" name="AutoShape 495"/>
          <p:cNvSpPr>
            <a:spLocks noChangeArrowheads="1"/>
          </p:cNvSpPr>
          <p:nvPr/>
        </p:nvSpPr>
        <p:spPr bwMode="auto">
          <a:xfrm>
            <a:off x="8415346" y="3878832"/>
            <a:ext cx="1584325" cy="649288"/>
          </a:xfrm>
          <a:prstGeom prst="roundRect">
            <a:avLst>
              <a:gd name="adj" fmla="val 16667"/>
            </a:avLst>
          </a:prstGeom>
          <a:solidFill>
            <a:srgbClr val="99CCFF"/>
          </a:solidFill>
          <a:ln w="19050" cap="flat" algn="ctr">
            <a:solidFill>
              <a:srgbClr val="808080"/>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与最终用户</a:t>
            </a:r>
          </a:p>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一起评价</a:t>
            </a:r>
          </a:p>
        </p:txBody>
      </p:sp>
      <p:sp>
        <p:nvSpPr>
          <p:cNvPr id="10" name="AutoShape 496"/>
          <p:cNvSpPr>
            <a:spLocks noChangeArrowheads="1"/>
          </p:cNvSpPr>
          <p:nvPr/>
        </p:nvSpPr>
        <p:spPr bwMode="auto">
          <a:xfrm>
            <a:off x="8415346" y="5104382"/>
            <a:ext cx="1584325" cy="649288"/>
          </a:xfrm>
          <a:prstGeom prst="roundRect">
            <a:avLst>
              <a:gd name="adj" fmla="val 16667"/>
            </a:avLst>
          </a:prstGeom>
          <a:solidFill>
            <a:srgbClr val="FFFF99"/>
          </a:solidFill>
          <a:ln w="19050" cap="flat" algn="ctr">
            <a:solidFill>
              <a:srgbClr val="808080"/>
            </a:solidFill>
            <a:prstDash val="solid"/>
            <a:round/>
            <a:headEnd type="none" w="med" len="med"/>
            <a:tailEnd type="none" w="med" len="med"/>
          </a:ln>
          <a:effectLst>
            <a:outerShdw dist="71842" dir="2700000" algn="ctr" rotWithShape="0">
              <a:schemeClr val="bg2"/>
            </a:outerShdw>
          </a:effectLst>
        </p:spPr>
        <p:txBody>
          <a:bodyPr wrap="none" anchor="ctr"/>
          <a:lstStyle/>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实现最终的</a:t>
            </a:r>
          </a:p>
          <a:p>
            <a:pPr algn="ctr">
              <a:lnSpc>
                <a:spcPct val="95000"/>
              </a:lnSpc>
            </a:pPr>
            <a:r>
              <a:rPr kumimoji="1" lang="zh-CN" altLang="en-US" sz="2000" b="1">
                <a:solidFill>
                  <a:schemeClr val="tx1"/>
                </a:solidFill>
                <a:latin typeface="华文仿宋" panose="02010600040101010101" pitchFamily="2" charset="-122"/>
                <a:ea typeface="华文仿宋" panose="02010600040101010101" pitchFamily="2" charset="-122"/>
              </a:rPr>
              <a:t>用户界面</a:t>
            </a:r>
          </a:p>
        </p:txBody>
      </p:sp>
      <p:sp>
        <p:nvSpPr>
          <p:cNvPr id="11" name="Rectangle 497"/>
          <p:cNvSpPr>
            <a:spLocks noChangeArrowheads="1"/>
          </p:cNvSpPr>
          <p:nvPr/>
        </p:nvSpPr>
        <p:spPr bwMode="auto">
          <a:xfrm>
            <a:off x="6399221" y="5177407"/>
            <a:ext cx="1512888" cy="576263"/>
          </a:xfrm>
          <a:prstGeom prst="rect">
            <a:avLst/>
          </a:prstGeom>
          <a:solidFill>
            <a:srgbClr val="FFFF00"/>
          </a:solidFill>
          <a:ln w="19050" cap="flat" algn="ctr">
            <a:solidFill>
              <a:srgbClr val="808080"/>
            </a:solidFill>
            <a:prstDash val="solid"/>
            <a:miter lim="800000"/>
            <a:headEnd type="none" w="med" len="med"/>
            <a:tailEnd type="none" w="med" len="med"/>
          </a:ln>
          <a:effectLst>
            <a:outerShdw dist="71842" dir="2700000" algn="ctr" rotWithShape="0">
              <a:schemeClr val="bg2"/>
            </a:outerShdw>
          </a:effectLst>
        </p:spPr>
        <p:txBody>
          <a:bodyPr wrap="none" anchor="ctr"/>
          <a:lstStyle/>
          <a:p>
            <a:pPr algn="ctr"/>
            <a:r>
              <a:rPr kumimoji="1" lang="zh-CN" altLang="en-US" sz="2000" b="1">
                <a:solidFill>
                  <a:schemeClr val="tx1"/>
                </a:solidFill>
                <a:latin typeface="华文仿宋" panose="02010600040101010101" pitchFamily="2" charset="-122"/>
                <a:ea typeface="华文仿宋" panose="02010600040101010101" pitchFamily="2" charset="-122"/>
              </a:rPr>
              <a:t>可执行原型</a:t>
            </a:r>
          </a:p>
        </p:txBody>
      </p:sp>
      <p:sp>
        <p:nvSpPr>
          <p:cNvPr id="12" name="Line 498"/>
          <p:cNvSpPr>
            <a:spLocks noChangeShapeType="1"/>
          </p:cNvSpPr>
          <p:nvPr/>
        </p:nvSpPr>
        <p:spPr bwMode="auto">
          <a:xfrm>
            <a:off x="3735396" y="2945382"/>
            <a:ext cx="504825" cy="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13" name="Line 499"/>
          <p:cNvSpPr>
            <a:spLocks noChangeShapeType="1"/>
          </p:cNvSpPr>
          <p:nvPr/>
        </p:nvSpPr>
        <p:spPr bwMode="auto">
          <a:xfrm>
            <a:off x="5824546" y="2945382"/>
            <a:ext cx="503238" cy="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14" name="Line 500"/>
          <p:cNvSpPr>
            <a:spLocks noChangeShapeType="1"/>
          </p:cNvSpPr>
          <p:nvPr/>
        </p:nvSpPr>
        <p:spPr bwMode="auto">
          <a:xfrm>
            <a:off x="5032384" y="3234307"/>
            <a:ext cx="0" cy="64770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15" name="Line 501"/>
          <p:cNvSpPr>
            <a:spLocks noChangeShapeType="1"/>
          </p:cNvSpPr>
          <p:nvPr/>
        </p:nvSpPr>
        <p:spPr bwMode="auto">
          <a:xfrm flipV="1">
            <a:off x="5391159" y="3234307"/>
            <a:ext cx="1152525" cy="64770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grpSp>
        <p:nvGrpSpPr>
          <p:cNvPr id="16" name="Group 502"/>
          <p:cNvGrpSpPr>
            <a:grpSpLocks/>
          </p:cNvGrpSpPr>
          <p:nvPr/>
        </p:nvGrpSpPr>
        <p:grpSpPr bwMode="auto">
          <a:xfrm>
            <a:off x="5032384" y="2153219"/>
            <a:ext cx="2087563" cy="433388"/>
            <a:chOff x="2200" y="1071"/>
            <a:chExt cx="1315" cy="273"/>
          </a:xfrm>
        </p:grpSpPr>
        <p:sp>
          <p:nvSpPr>
            <p:cNvPr id="17" name="Line 503"/>
            <p:cNvSpPr>
              <a:spLocks noChangeShapeType="1"/>
            </p:cNvSpPr>
            <p:nvPr/>
          </p:nvSpPr>
          <p:spPr bwMode="auto">
            <a:xfrm flipV="1">
              <a:off x="3515" y="1071"/>
              <a:ext cx="0" cy="273"/>
            </a:xfrm>
            <a:prstGeom prst="line">
              <a:avLst/>
            </a:prstGeom>
            <a:noFill/>
            <a:ln w="19050"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18" name="Line 504"/>
            <p:cNvSpPr>
              <a:spLocks noChangeShapeType="1"/>
            </p:cNvSpPr>
            <p:nvPr/>
          </p:nvSpPr>
          <p:spPr bwMode="auto">
            <a:xfrm flipH="1">
              <a:off x="2200" y="1071"/>
              <a:ext cx="1315" cy="0"/>
            </a:xfrm>
            <a:prstGeom prst="line">
              <a:avLst/>
            </a:prstGeom>
            <a:noFill/>
            <a:ln w="19050"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19" name="Line 505"/>
            <p:cNvSpPr>
              <a:spLocks noChangeShapeType="1"/>
            </p:cNvSpPr>
            <p:nvPr/>
          </p:nvSpPr>
          <p:spPr bwMode="auto">
            <a:xfrm>
              <a:off x="2200" y="1071"/>
              <a:ext cx="0" cy="273"/>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grpSp>
      <p:grpSp>
        <p:nvGrpSpPr>
          <p:cNvPr id="20" name="Group 506"/>
          <p:cNvGrpSpPr>
            <a:grpSpLocks/>
          </p:cNvGrpSpPr>
          <p:nvPr/>
        </p:nvGrpSpPr>
        <p:grpSpPr bwMode="auto">
          <a:xfrm>
            <a:off x="7191384" y="3450207"/>
            <a:ext cx="2016125" cy="433388"/>
            <a:chOff x="2200" y="1071"/>
            <a:chExt cx="1315" cy="273"/>
          </a:xfrm>
        </p:grpSpPr>
        <p:sp>
          <p:nvSpPr>
            <p:cNvPr id="21" name="Line 507"/>
            <p:cNvSpPr>
              <a:spLocks noChangeShapeType="1"/>
            </p:cNvSpPr>
            <p:nvPr/>
          </p:nvSpPr>
          <p:spPr bwMode="auto">
            <a:xfrm flipV="1">
              <a:off x="3515" y="1071"/>
              <a:ext cx="0" cy="273"/>
            </a:xfrm>
            <a:prstGeom prst="line">
              <a:avLst/>
            </a:prstGeom>
            <a:noFill/>
            <a:ln w="19050"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2" name="Line 508"/>
            <p:cNvSpPr>
              <a:spLocks noChangeShapeType="1"/>
            </p:cNvSpPr>
            <p:nvPr/>
          </p:nvSpPr>
          <p:spPr bwMode="auto">
            <a:xfrm flipH="1">
              <a:off x="2200" y="1071"/>
              <a:ext cx="1315" cy="0"/>
            </a:xfrm>
            <a:prstGeom prst="line">
              <a:avLst/>
            </a:prstGeom>
            <a:noFill/>
            <a:ln w="19050"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3" name="Line 509"/>
            <p:cNvSpPr>
              <a:spLocks noChangeShapeType="1"/>
            </p:cNvSpPr>
            <p:nvPr/>
          </p:nvSpPr>
          <p:spPr bwMode="auto">
            <a:xfrm>
              <a:off x="2200" y="1071"/>
              <a:ext cx="0" cy="273"/>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grpSp>
      <p:sp>
        <p:nvSpPr>
          <p:cNvPr id="24" name="Line 510"/>
          <p:cNvSpPr>
            <a:spLocks noChangeShapeType="1"/>
          </p:cNvSpPr>
          <p:nvPr/>
        </p:nvSpPr>
        <p:spPr bwMode="auto">
          <a:xfrm>
            <a:off x="7983546" y="4201094"/>
            <a:ext cx="433388" cy="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5" name="Line 511"/>
          <p:cNvSpPr>
            <a:spLocks noChangeShapeType="1"/>
          </p:cNvSpPr>
          <p:nvPr/>
        </p:nvSpPr>
        <p:spPr bwMode="auto">
          <a:xfrm>
            <a:off x="7191384" y="4529707"/>
            <a:ext cx="0" cy="64770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6" name="Line 512"/>
          <p:cNvSpPr>
            <a:spLocks noChangeShapeType="1"/>
          </p:cNvSpPr>
          <p:nvPr/>
        </p:nvSpPr>
        <p:spPr bwMode="auto">
          <a:xfrm>
            <a:off x="7912109" y="5466332"/>
            <a:ext cx="504825" cy="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7" name="Line 513"/>
          <p:cNvSpPr>
            <a:spLocks noChangeShapeType="1"/>
          </p:cNvSpPr>
          <p:nvPr/>
        </p:nvSpPr>
        <p:spPr bwMode="auto">
          <a:xfrm flipV="1">
            <a:off x="7912109" y="4529707"/>
            <a:ext cx="647700" cy="64770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8" name="Line 514"/>
          <p:cNvSpPr>
            <a:spLocks noChangeShapeType="1"/>
          </p:cNvSpPr>
          <p:nvPr/>
        </p:nvSpPr>
        <p:spPr bwMode="auto">
          <a:xfrm>
            <a:off x="5824546" y="4164582"/>
            <a:ext cx="574675" cy="0"/>
          </a:xfrm>
          <a:prstGeom prst="line">
            <a:avLst/>
          </a:prstGeom>
          <a:noFill/>
          <a:ln w="1905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000" b="1">
              <a:latin typeface="华文仿宋" panose="02010600040101010101" pitchFamily="2" charset="-122"/>
              <a:ea typeface="华文仿宋" panose="02010600040101010101" pitchFamily="2" charset="-122"/>
            </a:endParaRPr>
          </a:p>
        </p:txBody>
      </p:sp>
      <p:sp>
        <p:nvSpPr>
          <p:cNvPr id="29" name="文本框 28"/>
          <p:cNvSpPr txBox="1"/>
          <p:nvPr/>
        </p:nvSpPr>
        <p:spPr>
          <a:xfrm>
            <a:off x="3229122" y="5939705"/>
            <a:ext cx="6340197"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用户界面设计迭代过程（界面设计以人为本）</a:t>
            </a:r>
          </a:p>
        </p:txBody>
      </p:sp>
    </p:spTree>
    <p:extLst>
      <p:ext uri="{BB962C8B-B14F-4D97-AF65-F5344CB8AC3E}">
        <p14:creationId xmlns:p14="http://schemas.microsoft.com/office/powerpoint/2010/main" val="3108864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4501870" y="1009167"/>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软件界面设计</a:t>
            </a:r>
            <a:r>
              <a:rPr lang="en-US" altLang="zh-CN" sz="2800" b="1" dirty="0">
                <a:latin typeface="华文仿宋" panose="02010600040101010101" pitchFamily="2" charset="-122"/>
                <a:ea typeface="华文仿宋" panose="02010600040101010101" pitchFamily="2" charset="-122"/>
              </a:rPr>
              <a:t>—</a:t>
            </a:r>
          </a:p>
        </p:txBody>
      </p:sp>
      <p:sp>
        <p:nvSpPr>
          <p:cNvPr id="32" name="矩形 31"/>
          <p:cNvSpPr/>
          <p:nvPr/>
        </p:nvSpPr>
        <p:spPr>
          <a:xfrm>
            <a:off x="2362293" y="2117386"/>
            <a:ext cx="8286108" cy="4376583"/>
          </a:xfrm>
          <a:prstGeom prst="rect">
            <a:avLst/>
          </a:prstGeom>
        </p:spPr>
        <p:txBody>
          <a:bodyPr wrap="square">
            <a:spAutoFit/>
          </a:bodyPr>
          <a:lstStyle/>
          <a:p>
            <a:pPr>
              <a:lnSpc>
                <a:spcPct val="110000"/>
              </a:lnSpc>
              <a:spcBef>
                <a:spcPct val="20000"/>
              </a:spcBef>
            </a:pPr>
            <a:r>
              <a:rPr kumimoji="1" lang="zh-CN" altLang="en-US" sz="2400" dirty="0">
                <a:latin typeface="华文仿宋" panose="02010600040101010101" pitchFamily="2" charset="-122"/>
                <a:ea typeface="华文仿宋" panose="02010600040101010101" pitchFamily="2" charset="-122"/>
              </a:rPr>
              <a:t>用户界面设计原则： </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1.</a:t>
            </a:r>
            <a:r>
              <a:rPr kumimoji="1" lang="zh-CN" altLang="en-US" sz="2400" dirty="0">
                <a:latin typeface="华文仿宋" panose="02010600040101010101" pitchFamily="2" charset="-122"/>
                <a:ea typeface="华文仿宋" panose="02010600040101010101" pitchFamily="2" charset="-122"/>
              </a:rPr>
              <a:t>可视性和可支付性</a:t>
            </a:r>
            <a:r>
              <a:rPr kumimoji="1" lang="en-US" altLang="zh-CN" sz="2400" dirty="0">
                <a:latin typeface="华文仿宋" panose="02010600040101010101" pitchFamily="2" charset="-122"/>
                <a:ea typeface="华文仿宋" panose="02010600040101010101" pitchFamily="2" charset="-122"/>
              </a:rPr>
              <a:t>(Visibility and Affordance)</a:t>
            </a:r>
            <a:r>
              <a:rPr kumimoji="1" lang="zh-CN" altLang="en-US" sz="2400" dirty="0">
                <a:latin typeface="华文仿宋" panose="02010600040101010101" pitchFamily="2" charset="-122"/>
                <a:ea typeface="华文仿宋" panose="02010600040101010101" pitchFamily="2" charset="-122"/>
              </a:rPr>
              <a:t>。 </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2.</a:t>
            </a:r>
            <a:r>
              <a:rPr kumimoji="1" lang="zh-CN" altLang="en-US" sz="2400" dirty="0">
                <a:latin typeface="华文仿宋" panose="02010600040101010101" pitchFamily="2" charset="-122"/>
                <a:ea typeface="华文仿宋" panose="02010600040101010101" pitchFamily="2" charset="-122"/>
              </a:rPr>
              <a:t>努力保持命令、菜单，颜色等统一（</a:t>
            </a:r>
            <a:r>
              <a:rPr kumimoji="1" lang="en-US" altLang="zh-CN" sz="2400" dirty="0">
                <a:latin typeface="华文仿宋" panose="02010600040101010101" pitchFamily="2" charset="-122"/>
                <a:ea typeface="华文仿宋" panose="02010600040101010101" pitchFamily="2" charset="-122"/>
              </a:rPr>
              <a:t>Strive for Consistency</a:t>
            </a:r>
            <a:r>
              <a:rPr kumimoji="1" lang="zh-CN" altLang="en-US" sz="2400" dirty="0">
                <a:latin typeface="华文仿宋" panose="02010600040101010101" pitchFamily="2" charset="-122"/>
                <a:ea typeface="华文仿宋" panose="02010600040101010101" pitchFamily="2" charset="-122"/>
              </a:rPr>
              <a:t>）。</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3.</a:t>
            </a:r>
            <a:r>
              <a:rPr kumimoji="1" lang="zh-CN" altLang="en-US" sz="2400" dirty="0">
                <a:latin typeface="华文仿宋" panose="02010600040101010101" pitchFamily="2" charset="-122"/>
                <a:ea typeface="华文仿宋" panose="02010600040101010101" pitchFamily="2" charset="-122"/>
              </a:rPr>
              <a:t>为频繁使用的用户提供快捷方式（</a:t>
            </a:r>
            <a:r>
              <a:rPr kumimoji="1" lang="en-US" altLang="zh-CN" sz="2400" dirty="0">
                <a:latin typeface="华文仿宋" panose="02010600040101010101" pitchFamily="2" charset="-122"/>
                <a:ea typeface="华文仿宋" panose="02010600040101010101" pitchFamily="2" charset="-122"/>
              </a:rPr>
              <a:t>Enable Frequent Users to Use Short Cuts</a:t>
            </a:r>
            <a:r>
              <a:rPr kumimoji="1" lang="zh-CN" altLang="en-US" sz="2400" dirty="0">
                <a:latin typeface="华文仿宋" panose="02010600040101010101" pitchFamily="2" charset="-122"/>
                <a:ea typeface="华文仿宋" panose="02010600040101010101" pitchFamily="2" charset="-122"/>
              </a:rPr>
              <a:t>）。 </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4.</a:t>
            </a:r>
            <a:r>
              <a:rPr kumimoji="1" lang="zh-CN" altLang="en-US" sz="2400" dirty="0">
                <a:latin typeface="华文仿宋" panose="02010600040101010101" pitchFamily="2" charset="-122"/>
                <a:ea typeface="华文仿宋" panose="02010600040101010101" pitchFamily="2" charset="-122"/>
              </a:rPr>
              <a:t>提供信息反馈（</a:t>
            </a:r>
            <a:r>
              <a:rPr kumimoji="1" lang="en-US" altLang="zh-CN" sz="2400" dirty="0">
                <a:latin typeface="华文仿宋" panose="02010600040101010101" pitchFamily="2" charset="-122"/>
                <a:ea typeface="华文仿宋" panose="02010600040101010101" pitchFamily="2" charset="-122"/>
              </a:rPr>
              <a:t>Offer Information Feedback</a:t>
            </a:r>
            <a:r>
              <a:rPr kumimoji="1" lang="zh-CN" altLang="en-US" sz="2400" dirty="0">
                <a:latin typeface="华文仿宋" panose="02010600040101010101" pitchFamily="2" charset="-122"/>
                <a:ea typeface="华文仿宋" panose="02010600040101010101" pitchFamily="2" charset="-122"/>
              </a:rPr>
              <a:t>）。 </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5.</a:t>
            </a:r>
            <a:r>
              <a:rPr kumimoji="1" lang="zh-CN" altLang="en-US" sz="2400" dirty="0">
                <a:latin typeface="华文仿宋" panose="02010600040101010101" pitchFamily="2" charset="-122"/>
                <a:ea typeface="华文仿宋" panose="02010600040101010101" pitchFamily="2" charset="-122"/>
              </a:rPr>
              <a:t>提供简单的错误处理（</a:t>
            </a:r>
            <a:r>
              <a:rPr kumimoji="1" lang="en-US" altLang="zh-CN" sz="2400" dirty="0">
                <a:latin typeface="华文仿宋" panose="02010600040101010101" pitchFamily="2" charset="-122"/>
                <a:ea typeface="华文仿宋" panose="02010600040101010101" pitchFamily="2" charset="-122"/>
              </a:rPr>
              <a:t>Offer Simple Error Handling</a:t>
            </a:r>
            <a:r>
              <a:rPr kumimoji="1" lang="zh-CN" altLang="en-US" sz="2400" dirty="0">
                <a:latin typeface="华文仿宋" panose="02010600040101010101" pitchFamily="2" charset="-122"/>
                <a:ea typeface="华文仿宋" panose="02010600040101010101" pitchFamily="2" charset="-122"/>
              </a:rPr>
              <a:t>）。 </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6.</a:t>
            </a:r>
            <a:r>
              <a:rPr kumimoji="1" lang="zh-CN" altLang="en-US" sz="2400" dirty="0">
                <a:latin typeface="华文仿宋" panose="02010600040101010101" pitchFamily="2" charset="-122"/>
                <a:ea typeface="华文仿宋" panose="02010600040101010101" pitchFamily="2" charset="-122"/>
              </a:rPr>
              <a:t>允许方便的进行操作回滚（</a:t>
            </a:r>
            <a:r>
              <a:rPr kumimoji="1" lang="en-US" altLang="zh-CN" sz="2400" dirty="0">
                <a:latin typeface="华文仿宋" panose="02010600040101010101" pitchFamily="2" charset="-122"/>
                <a:ea typeface="华文仿宋" panose="02010600040101010101" pitchFamily="2" charset="-122"/>
              </a:rPr>
              <a:t>Permit Easy Reversal of Actions</a:t>
            </a:r>
            <a:r>
              <a:rPr kumimoji="1" lang="zh-CN" altLang="en-US" sz="2400" dirty="0">
                <a:latin typeface="华文仿宋" panose="02010600040101010101" pitchFamily="2" charset="-122"/>
                <a:ea typeface="华文仿宋" panose="02010600040101010101" pitchFamily="2" charset="-122"/>
              </a:rPr>
              <a:t>）。</a:t>
            </a:r>
          </a:p>
          <a:p>
            <a:pPr>
              <a:lnSpc>
                <a:spcPct val="105000"/>
              </a:lnSpc>
            </a:pPr>
            <a:r>
              <a:rPr kumimoji="1" lang="zh-CN" altLang="en-US" sz="2400" dirty="0">
                <a:latin typeface="华文仿宋" panose="02010600040101010101" pitchFamily="2" charset="-122"/>
                <a:ea typeface="华文仿宋" panose="02010600040101010101" pitchFamily="2" charset="-122"/>
              </a:rPr>
              <a:t>  </a:t>
            </a:r>
            <a:r>
              <a:rPr kumimoji="1" lang="en-US" altLang="zh-CN" sz="2400" dirty="0">
                <a:latin typeface="华文仿宋" panose="02010600040101010101" pitchFamily="2" charset="-122"/>
                <a:ea typeface="华文仿宋" panose="02010600040101010101" pitchFamily="2" charset="-122"/>
              </a:rPr>
              <a:t>7.</a:t>
            </a:r>
            <a:r>
              <a:rPr kumimoji="1" lang="zh-CN" altLang="en-US" sz="2400" dirty="0">
                <a:latin typeface="华文仿宋" panose="02010600040101010101" pitchFamily="2" charset="-122"/>
                <a:ea typeface="华文仿宋" panose="02010600040101010101" pitchFamily="2" charset="-122"/>
              </a:rPr>
              <a:t>降低短期记忆回忆（</a:t>
            </a:r>
            <a:r>
              <a:rPr kumimoji="1" lang="en-US" altLang="zh-CN" sz="2400" dirty="0">
                <a:latin typeface="华文仿宋" panose="02010600040101010101" pitchFamily="2" charset="-122"/>
                <a:ea typeface="华文仿宋" panose="02010600040101010101" pitchFamily="2" charset="-122"/>
              </a:rPr>
              <a:t>Reduce Short-Term Memory Load</a:t>
            </a:r>
            <a:r>
              <a:rPr kumimoji="1" lang="zh-CN" altLang="en-US" sz="2400" dirty="0">
                <a:latin typeface="华文仿宋" panose="02010600040101010101" pitchFamily="2" charset="-122"/>
                <a:ea typeface="华文仿宋" panose="02010600040101010101" pitchFamily="2" charset="-122"/>
              </a:rPr>
              <a:t>）。   </a:t>
            </a:r>
          </a:p>
        </p:txBody>
      </p:sp>
      <p:sp>
        <p:nvSpPr>
          <p:cNvPr id="33" name="文本框 3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Tree>
    <p:extLst>
      <p:ext uri="{BB962C8B-B14F-4D97-AF65-F5344CB8AC3E}">
        <p14:creationId xmlns:p14="http://schemas.microsoft.com/office/powerpoint/2010/main" val="503657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277835" y="857067"/>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软件设计阶段</a:t>
            </a:r>
            <a:r>
              <a:rPr lang="en-US" altLang="zh-CN" sz="2800" b="1" dirty="0">
                <a:latin typeface="华文仿宋" panose="02010600040101010101" pitchFamily="2" charset="-122"/>
                <a:ea typeface="华文仿宋" panose="02010600040101010101" pitchFamily="2" charset="-122"/>
              </a:rPr>
              <a:t>—</a:t>
            </a:r>
          </a:p>
        </p:txBody>
      </p:sp>
      <p:sp>
        <p:nvSpPr>
          <p:cNvPr id="5" name="文本框 4"/>
          <p:cNvSpPr txBox="1"/>
          <p:nvPr/>
        </p:nvSpPr>
        <p:spPr>
          <a:xfrm>
            <a:off x="968721" y="1935984"/>
            <a:ext cx="10610661"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软件设计分为总体设计和详细设计两个阶段。其工作流程如下图所示：</a:t>
            </a:r>
          </a:p>
        </p:txBody>
      </p:sp>
      <p:grpSp>
        <p:nvGrpSpPr>
          <p:cNvPr id="6" name="组合 5"/>
          <p:cNvGrpSpPr/>
          <p:nvPr/>
        </p:nvGrpSpPr>
        <p:grpSpPr>
          <a:xfrm>
            <a:off x="1787684" y="2651327"/>
            <a:ext cx="8174038" cy="1776314"/>
            <a:chOff x="510468" y="3739217"/>
            <a:chExt cx="8174038" cy="1776314"/>
          </a:xfrm>
        </p:grpSpPr>
        <p:sp>
          <p:nvSpPr>
            <p:cNvPr id="7" name="Line 421"/>
            <p:cNvSpPr>
              <a:spLocks noChangeShapeType="1"/>
            </p:cNvSpPr>
            <p:nvPr/>
          </p:nvSpPr>
          <p:spPr bwMode="auto">
            <a:xfrm>
              <a:off x="510468" y="5012392"/>
              <a:ext cx="884238" cy="0"/>
            </a:xfrm>
            <a:prstGeom prst="line">
              <a:avLst/>
            </a:prstGeom>
            <a:noFill/>
            <a:ln w="3810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 name="Oval 422"/>
            <p:cNvSpPr>
              <a:spLocks noChangeArrowheads="1"/>
            </p:cNvSpPr>
            <p:nvPr/>
          </p:nvSpPr>
          <p:spPr bwMode="auto">
            <a:xfrm>
              <a:off x="1394706" y="4588530"/>
              <a:ext cx="815975" cy="919162"/>
            </a:xfrm>
            <a:prstGeom prst="ellipse">
              <a:avLst/>
            </a:prstGeom>
            <a:noFill/>
            <a:ln w="38100" cap="flat"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lstStyle/>
            <a:p>
              <a:pPr algn="ctr" eaLnBrk="0" hangingPunct="0"/>
              <a:r>
                <a:rPr kumimoji="1" lang="zh-CN" altLang="en-US" sz="2000" dirty="0">
                  <a:latin typeface="幼圆" panose="02010509060101010101" pitchFamily="49" charset="-122"/>
                  <a:ea typeface="幼圆" panose="02010509060101010101" pitchFamily="49" charset="-122"/>
                </a:rPr>
                <a:t>总体</a:t>
              </a:r>
            </a:p>
            <a:p>
              <a:pPr algn="ctr" eaLnBrk="0" hangingPunct="0"/>
              <a:r>
                <a:rPr kumimoji="1" lang="zh-CN" altLang="en-US" sz="2000" dirty="0">
                  <a:latin typeface="幼圆" panose="02010509060101010101" pitchFamily="49" charset="-122"/>
                  <a:ea typeface="幼圆" panose="02010509060101010101" pitchFamily="49" charset="-122"/>
                </a:rPr>
                <a:t>设计</a:t>
              </a:r>
              <a:endParaRPr kumimoji="1" lang="zh-CN" altLang="en-US" b="0" dirty="0">
                <a:ea typeface="宋体" panose="02010600030101010101" pitchFamily="2" charset="-122"/>
              </a:endParaRPr>
            </a:p>
          </p:txBody>
        </p:sp>
        <p:sp>
          <p:nvSpPr>
            <p:cNvPr id="9" name="Rectangle 423"/>
            <p:cNvSpPr>
              <a:spLocks noChangeArrowheads="1"/>
            </p:cNvSpPr>
            <p:nvPr/>
          </p:nvSpPr>
          <p:spPr bwMode="auto">
            <a:xfrm>
              <a:off x="521581" y="4229755"/>
              <a:ext cx="952500" cy="7016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sz="2000">
                  <a:latin typeface="幼圆" panose="02010509060101010101" pitchFamily="49" charset="-122"/>
                  <a:ea typeface="幼圆" panose="02010509060101010101" pitchFamily="49" charset="-122"/>
                </a:rPr>
                <a:t>需求  说明书</a:t>
              </a:r>
              <a:endParaRPr kumimoji="1" lang="zh-CN" altLang="en-US" sz="2000" b="0">
                <a:ea typeface="宋体" panose="02010600030101010101" pitchFamily="2" charset="-122"/>
              </a:endParaRPr>
            </a:p>
          </p:txBody>
        </p:sp>
        <p:sp>
          <p:nvSpPr>
            <p:cNvPr id="10" name="Line 424"/>
            <p:cNvSpPr>
              <a:spLocks noChangeShapeType="1"/>
            </p:cNvSpPr>
            <p:nvPr/>
          </p:nvSpPr>
          <p:spPr bwMode="auto">
            <a:xfrm>
              <a:off x="2210681" y="5012392"/>
              <a:ext cx="681038" cy="0"/>
            </a:xfrm>
            <a:prstGeom prst="line">
              <a:avLst/>
            </a:prstGeom>
            <a:noFill/>
            <a:ln w="38100"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AutoShape 425"/>
            <p:cNvSpPr>
              <a:spLocks noChangeArrowheads="1"/>
            </p:cNvSpPr>
            <p:nvPr/>
          </p:nvSpPr>
          <p:spPr bwMode="auto">
            <a:xfrm>
              <a:off x="2891718" y="4658380"/>
              <a:ext cx="1223963" cy="708025"/>
            </a:xfrm>
            <a:prstGeom prst="diamond">
              <a:avLst/>
            </a:prstGeom>
            <a:noFill/>
            <a:ln w="28575" cap="flat" algn="ctr">
              <a:solidFill>
                <a:schemeClr val="tx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lstStyle/>
            <a:p>
              <a:pPr algn="ctr" eaLnBrk="0" hangingPunct="0"/>
              <a:r>
                <a:rPr kumimoji="1" lang="zh-CN" altLang="en-US" sz="2000">
                  <a:latin typeface="幼圆" panose="02010509060101010101" pitchFamily="49" charset="-122"/>
                  <a:ea typeface="幼圆" panose="02010509060101010101" pitchFamily="49" charset="-122"/>
                </a:rPr>
                <a:t>复审</a:t>
              </a:r>
              <a:endParaRPr kumimoji="1" lang="zh-CN" altLang="en-US" b="0">
                <a:ea typeface="宋体" panose="02010600030101010101" pitchFamily="2" charset="-122"/>
              </a:endParaRPr>
            </a:p>
          </p:txBody>
        </p:sp>
        <p:sp>
          <p:nvSpPr>
            <p:cNvPr id="12" name="Rectangle 426"/>
            <p:cNvSpPr>
              <a:spLocks noChangeArrowheads="1"/>
            </p:cNvSpPr>
            <p:nvPr/>
          </p:nvSpPr>
          <p:spPr bwMode="auto">
            <a:xfrm>
              <a:off x="2185281" y="4282142"/>
              <a:ext cx="884238" cy="7016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000" dirty="0">
                  <a:latin typeface="幼圆" panose="02010509060101010101" pitchFamily="49" charset="-122"/>
                  <a:ea typeface="幼圆" panose="02010509060101010101" pitchFamily="49" charset="-122"/>
                </a:rPr>
                <a:t>软件  结构</a:t>
              </a:r>
              <a:endParaRPr kumimoji="1" lang="zh-CN" altLang="en-US" sz="2000" b="0" dirty="0">
                <a:ea typeface="宋体" panose="02010600030101010101" pitchFamily="2" charset="-122"/>
              </a:endParaRPr>
            </a:p>
          </p:txBody>
        </p:sp>
        <p:sp>
          <p:nvSpPr>
            <p:cNvPr id="13" name="Line 427"/>
            <p:cNvSpPr>
              <a:spLocks noChangeShapeType="1"/>
            </p:cNvSpPr>
            <p:nvPr/>
          </p:nvSpPr>
          <p:spPr bwMode="auto">
            <a:xfrm flipV="1">
              <a:off x="3502906" y="3810655"/>
              <a:ext cx="0" cy="847725"/>
            </a:xfrm>
            <a:prstGeom prst="line">
              <a:avLst/>
            </a:prstGeom>
            <a:noFill/>
            <a:ln w="28575"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428"/>
            <p:cNvSpPr>
              <a:spLocks noChangeShapeType="1"/>
            </p:cNvSpPr>
            <p:nvPr/>
          </p:nvSpPr>
          <p:spPr bwMode="auto">
            <a:xfrm flipH="1">
              <a:off x="1802693" y="3810655"/>
              <a:ext cx="1700213" cy="0"/>
            </a:xfrm>
            <a:prstGeom prst="line">
              <a:avLst/>
            </a:prstGeom>
            <a:noFill/>
            <a:ln w="28575"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429"/>
            <p:cNvSpPr>
              <a:spLocks noChangeShapeType="1"/>
            </p:cNvSpPr>
            <p:nvPr/>
          </p:nvSpPr>
          <p:spPr bwMode="auto">
            <a:xfrm>
              <a:off x="1802693" y="3810655"/>
              <a:ext cx="0" cy="777875"/>
            </a:xfrm>
            <a:prstGeom prst="line">
              <a:avLst/>
            </a:prstGeom>
            <a:noFill/>
            <a:ln w="28575"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 name="Rectangle 430"/>
            <p:cNvSpPr>
              <a:spLocks noChangeArrowheads="1"/>
            </p:cNvSpPr>
            <p:nvPr/>
          </p:nvSpPr>
          <p:spPr bwMode="auto">
            <a:xfrm>
              <a:off x="2153529" y="3847961"/>
              <a:ext cx="1157288" cy="3968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000">
                  <a:latin typeface="幼圆" panose="02010509060101010101" pitchFamily="49" charset="-122"/>
                  <a:ea typeface="幼圆" panose="02010509060101010101" pitchFamily="49" charset="-122"/>
                </a:rPr>
                <a:t>修  改</a:t>
              </a:r>
            </a:p>
          </p:txBody>
        </p:sp>
        <p:sp>
          <p:nvSpPr>
            <p:cNvPr id="17" name="Line 431"/>
            <p:cNvSpPr>
              <a:spLocks noChangeShapeType="1"/>
            </p:cNvSpPr>
            <p:nvPr/>
          </p:nvSpPr>
          <p:spPr bwMode="auto">
            <a:xfrm>
              <a:off x="4115681" y="5012392"/>
              <a:ext cx="815975" cy="0"/>
            </a:xfrm>
            <a:prstGeom prst="line">
              <a:avLst/>
            </a:prstGeom>
            <a:noFill/>
            <a:ln w="28575"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 name="Oval 432"/>
            <p:cNvSpPr>
              <a:spLocks noChangeArrowheads="1"/>
            </p:cNvSpPr>
            <p:nvPr/>
          </p:nvSpPr>
          <p:spPr bwMode="auto">
            <a:xfrm>
              <a:off x="4931656" y="4517092"/>
              <a:ext cx="817563" cy="920750"/>
            </a:xfrm>
            <a:prstGeom prst="ellipse">
              <a:avLst/>
            </a:prstGeom>
            <a:noFill/>
            <a:ln w="38100" cap="flat"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lstStyle/>
            <a:p>
              <a:pPr algn="ctr" eaLnBrk="0" hangingPunct="0"/>
              <a:r>
                <a:rPr kumimoji="1" lang="zh-CN" altLang="en-US" sz="2000">
                  <a:latin typeface="幼圆" panose="02010509060101010101" pitchFamily="49" charset="-122"/>
                  <a:ea typeface="幼圆" panose="02010509060101010101" pitchFamily="49" charset="-122"/>
                </a:rPr>
                <a:t>详细</a:t>
              </a:r>
            </a:p>
            <a:p>
              <a:pPr algn="ctr" eaLnBrk="0" hangingPunct="0"/>
              <a:r>
                <a:rPr kumimoji="1" lang="zh-CN" altLang="en-US" sz="2000">
                  <a:latin typeface="幼圆" panose="02010509060101010101" pitchFamily="49" charset="-122"/>
                  <a:ea typeface="幼圆" panose="02010509060101010101" pitchFamily="49" charset="-122"/>
                </a:rPr>
                <a:t>设计</a:t>
              </a:r>
              <a:endParaRPr kumimoji="1" lang="zh-CN" altLang="en-US" b="0">
                <a:ea typeface="宋体" panose="02010600030101010101" pitchFamily="2" charset="-122"/>
              </a:endParaRPr>
            </a:p>
          </p:txBody>
        </p:sp>
        <p:sp>
          <p:nvSpPr>
            <p:cNvPr id="19" name="Rectangle 433"/>
            <p:cNvSpPr>
              <a:spLocks noChangeArrowheads="1"/>
            </p:cNvSpPr>
            <p:nvPr/>
          </p:nvSpPr>
          <p:spPr bwMode="auto">
            <a:xfrm>
              <a:off x="4027295" y="5110817"/>
              <a:ext cx="1020763" cy="3968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000" dirty="0">
                  <a:latin typeface="幼圆" panose="02010509060101010101" pitchFamily="49" charset="-122"/>
                  <a:ea typeface="幼圆" panose="02010509060101010101" pitchFamily="49" charset="-122"/>
                </a:rPr>
                <a:t>可接受</a:t>
              </a:r>
              <a:endParaRPr kumimoji="1" lang="zh-CN" altLang="en-US" sz="2000" dirty="0">
                <a:ea typeface="宋体" panose="02010600030101010101" pitchFamily="2" charset="-122"/>
              </a:endParaRPr>
            </a:p>
          </p:txBody>
        </p:sp>
        <p:sp>
          <p:nvSpPr>
            <p:cNvPr id="20" name="Line 434"/>
            <p:cNvSpPr>
              <a:spLocks noChangeShapeType="1"/>
            </p:cNvSpPr>
            <p:nvPr/>
          </p:nvSpPr>
          <p:spPr bwMode="auto">
            <a:xfrm>
              <a:off x="5749218" y="5012392"/>
              <a:ext cx="950913" cy="0"/>
            </a:xfrm>
            <a:prstGeom prst="line">
              <a:avLst/>
            </a:prstGeom>
            <a:noFill/>
            <a:ln w="28575"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Rectangle 435"/>
            <p:cNvSpPr>
              <a:spLocks noChangeArrowheads="1"/>
            </p:cNvSpPr>
            <p:nvPr/>
          </p:nvSpPr>
          <p:spPr bwMode="auto">
            <a:xfrm>
              <a:off x="5713499" y="5118656"/>
              <a:ext cx="1495425" cy="3968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000" dirty="0">
                  <a:latin typeface="幼圆" panose="02010509060101010101" pitchFamily="49" charset="-122"/>
                  <a:ea typeface="幼圆" panose="02010509060101010101" pitchFamily="49" charset="-122"/>
                </a:rPr>
                <a:t>模块描述</a:t>
              </a:r>
              <a:endParaRPr kumimoji="1" lang="zh-CN" altLang="en-US" sz="2000" b="0" dirty="0">
                <a:ea typeface="宋体" panose="02010600030101010101" pitchFamily="2" charset="-122"/>
              </a:endParaRPr>
            </a:p>
          </p:txBody>
        </p:sp>
        <p:sp>
          <p:nvSpPr>
            <p:cNvPr id="22" name="AutoShape 436"/>
            <p:cNvSpPr>
              <a:spLocks noChangeArrowheads="1"/>
            </p:cNvSpPr>
            <p:nvPr/>
          </p:nvSpPr>
          <p:spPr bwMode="auto">
            <a:xfrm>
              <a:off x="6700131" y="4658380"/>
              <a:ext cx="1225550" cy="708025"/>
            </a:xfrm>
            <a:prstGeom prst="diamond">
              <a:avLst/>
            </a:prstGeom>
            <a:noFill/>
            <a:ln w="28575" cap="flat" algn="ctr">
              <a:solidFill>
                <a:schemeClr val="tx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lstStyle/>
            <a:p>
              <a:pPr algn="ctr" eaLnBrk="0" hangingPunct="0"/>
              <a:r>
                <a:rPr kumimoji="1" lang="zh-CN" altLang="en-US" sz="2000">
                  <a:latin typeface="幼圆" panose="02010509060101010101" pitchFamily="49" charset="-122"/>
                  <a:ea typeface="幼圆" panose="02010509060101010101" pitchFamily="49" charset="-122"/>
                </a:rPr>
                <a:t>复审</a:t>
              </a:r>
              <a:endParaRPr kumimoji="1" lang="zh-CN" altLang="en-US">
                <a:ea typeface="宋体" panose="02010600030101010101" pitchFamily="2" charset="-122"/>
              </a:endParaRPr>
            </a:p>
          </p:txBody>
        </p:sp>
        <p:sp>
          <p:nvSpPr>
            <p:cNvPr id="23" name="Line 437"/>
            <p:cNvSpPr>
              <a:spLocks noChangeShapeType="1"/>
            </p:cNvSpPr>
            <p:nvPr/>
          </p:nvSpPr>
          <p:spPr bwMode="auto">
            <a:xfrm flipV="1">
              <a:off x="7312906" y="3755092"/>
              <a:ext cx="0" cy="903287"/>
            </a:xfrm>
            <a:prstGeom prst="line">
              <a:avLst/>
            </a:prstGeom>
            <a:noFill/>
            <a:ln w="28575"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438"/>
            <p:cNvSpPr>
              <a:spLocks noChangeShapeType="1"/>
            </p:cNvSpPr>
            <p:nvPr/>
          </p:nvSpPr>
          <p:spPr bwMode="auto">
            <a:xfrm flipH="1" flipV="1">
              <a:off x="5339643" y="3739217"/>
              <a:ext cx="1973263" cy="15875"/>
            </a:xfrm>
            <a:prstGeom prst="line">
              <a:avLst/>
            </a:prstGeom>
            <a:noFill/>
            <a:ln w="28575" cap="flat" algn="ctr">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439"/>
            <p:cNvSpPr>
              <a:spLocks noChangeShapeType="1"/>
            </p:cNvSpPr>
            <p:nvPr/>
          </p:nvSpPr>
          <p:spPr bwMode="auto">
            <a:xfrm>
              <a:off x="5339643" y="3739217"/>
              <a:ext cx="0" cy="793750"/>
            </a:xfrm>
            <a:prstGeom prst="line">
              <a:avLst/>
            </a:prstGeom>
            <a:noFill/>
            <a:ln w="28575"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 name="Rectangle 440"/>
            <p:cNvSpPr>
              <a:spLocks noChangeArrowheads="1"/>
            </p:cNvSpPr>
            <p:nvPr/>
          </p:nvSpPr>
          <p:spPr bwMode="auto">
            <a:xfrm>
              <a:off x="5882568" y="3874597"/>
              <a:ext cx="1157288" cy="3968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000" dirty="0">
                  <a:latin typeface="幼圆" panose="02010509060101010101" pitchFamily="49" charset="-122"/>
                  <a:ea typeface="幼圆" panose="02010509060101010101" pitchFamily="49" charset="-122"/>
                </a:rPr>
                <a:t>修  改</a:t>
              </a:r>
              <a:endParaRPr kumimoji="1" lang="zh-CN" altLang="en-US" sz="2000" dirty="0">
                <a:ea typeface="宋体" panose="02010600030101010101" pitchFamily="2" charset="-122"/>
              </a:endParaRPr>
            </a:p>
          </p:txBody>
        </p:sp>
        <p:sp>
          <p:nvSpPr>
            <p:cNvPr id="27" name="Line 441"/>
            <p:cNvSpPr>
              <a:spLocks noChangeShapeType="1"/>
            </p:cNvSpPr>
            <p:nvPr/>
          </p:nvSpPr>
          <p:spPr bwMode="auto">
            <a:xfrm>
              <a:off x="7925681" y="5012392"/>
              <a:ext cx="747713" cy="0"/>
            </a:xfrm>
            <a:prstGeom prst="line">
              <a:avLst/>
            </a:prstGeom>
            <a:noFill/>
            <a:ln w="28575" cap="flat" algn="ctr">
              <a:solidFill>
                <a:schemeClr val="tx1"/>
              </a:solidFill>
              <a:prstDash val="solid"/>
              <a:round/>
              <a:headEnd type="non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Rectangle 442"/>
            <p:cNvSpPr>
              <a:spLocks noChangeArrowheads="1"/>
            </p:cNvSpPr>
            <p:nvPr/>
          </p:nvSpPr>
          <p:spPr bwMode="auto">
            <a:xfrm>
              <a:off x="7732006" y="4250392"/>
              <a:ext cx="952500" cy="701675"/>
            </a:xfrm>
            <a:prstGeom prst="rect">
              <a:avLst/>
            </a:prstGeom>
            <a:noFill/>
            <a:ln w="9525" cap="flat" algn="ctr">
              <a:solidFill>
                <a:schemeClr val="bg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sz="2000">
                  <a:latin typeface="幼圆" panose="02010509060101010101" pitchFamily="49" charset="-122"/>
                  <a:ea typeface="幼圆" panose="02010509060101010101" pitchFamily="49" charset="-122"/>
                </a:rPr>
                <a:t>设计说  明书</a:t>
              </a:r>
              <a:endParaRPr kumimoji="1" lang="zh-CN" altLang="en-US" sz="2000">
                <a:ea typeface="宋体" panose="02010600030101010101" pitchFamily="2" charset="-122"/>
              </a:endParaRPr>
            </a:p>
          </p:txBody>
        </p:sp>
      </p:grpSp>
      <p:sp>
        <p:nvSpPr>
          <p:cNvPr id="29" name="Rectangle 443"/>
          <p:cNvSpPr>
            <a:spLocks noChangeArrowheads="1"/>
          </p:cNvSpPr>
          <p:nvPr/>
        </p:nvSpPr>
        <p:spPr bwMode="auto">
          <a:xfrm>
            <a:off x="1027271" y="4685274"/>
            <a:ext cx="10334827" cy="2031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179388">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SzPct val="100000"/>
              <a:defRPr kumimoji="1" sz="2400">
                <a:solidFill>
                  <a:schemeClr val="tx1"/>
                </a:solidFill>
                <a:latin typeface="Times New Roman" panose="02020603050405020304" pitchFamily="18" charset="0"/>
                <a:ea typeface="宋体" panose="02010600030101010101" pitchFamily="2" charset="-122"/>
              </a:defRPr>
            </a:lvl9pPr>
          </a:lstStyle>
          <a:p>
            <a:pPr lvl="1" algn="just" eaLnBrk="0" hangingPunct="0">
              <a:lnSpc>
                <a:spcPct val="105000"/>
              </a:lnSpc>
            </a:pPr>
            <a:r>
              <a:rPr lang="en-US" altLang="zh-CN" dirty="0">
                <a:latin typeface="华文仿宋" panose="02010600040101010101" pitchFamily="2" charset="-122"/>
                <a:ea typeface="华文仿宋" panose="02010600040101010101" pitchFamily="2" charset="-122"/>
              </a:rPr>
              <a:t>1</a:t>
            </a:r>
            <a:r>
              <a:rPr lang="zh-CN" altLang="en-US" dirty="0">
                <a:latin typeface="华文仿宋" panose="02010600040101010101" pitchFamily="2" charset="-122"/>
                <a:ea typeface="华文仿宋" panose="02010600040101010101" pitchFamily="2" charset="-122"/>
              </a:rPr>
              <a:t>、设计阶段结束要交付的文档是设计说明书，根据设计方法的不同，有不同的设计文档。</a:t>
            </a:r>
          </a:p>
          <a:p>
            <a:pPr lvl="1" algn="just" eaLnBrk="0" hangingPunct="0">
              <a:lnSpc>
                <a:spcPct val="105000"/>
              </a:lnSpc>
            </a:pPr>
            <a:r>
              <a:rPr lang="en-US" altLang="zh-CN" dirty="0">
                <a:latin typeface="华文仿宋" panose="02010600040101010101" pitchFamily="2" charset="-122"/>
                <a:ea typeface="华文仿宋" panose="02010600040101010101" pitchFamily="2" charset="-122"/>
              </a:rPr>
              <a:t>2</a:t>
            </a:r>
            <a:r>
              <a:rPr lang="zh-CN" altLang="en-US" dirty="0">
                <a:latin typeface="华文仿宋" panose="02010600040101010101" pitchFamily="2" charset="-122"/>
                <a:ea typeface="华文仿宋" panose="02010600040101010101" pitchFamily="2" charset="-122"/>
              </a:rPr>
              <a:t>、每个设计步骤完成后，都应进行复审（</a:t>
            </a:r>
            <a:r>
              <a:rPr lang="en-US" altLang="zh-CN" dirty="0">
                <a:latin typeface="华文仿宋" panose="02010600040101010101" pitchFamily="2" charset="-122"/>
                <a:ea typeface="华文仿宋" panose="02010600040101010101" pitchFamily="2" charset="-122"/>
              </a:rPr>
              <a:t>Review</a:t>
            </a:r>
            <a:r>
              <a:rPr lang="zh-CN" altLang="en-US" dirty="0">
                <a:latin typeface="华文仿宋" panose="02010600040101010101" pitchFamily="2" charset="-122"/>
                <a:ea typeface="华文仿宋" panose="02010600040101010101" pitchFamily="2" charset="-122"/>
              </a:rPr>
              <a:t>）。</a:t>
            </a:r>
            <a:endParaRPr lang="zh-CN" altLang="en-US" b="0" dirty="0">
              <a:latin typeface="华文仿宋" panose="02010600040101010101" pitchFamily="2" charset="-122"/>
              <a:ea typeface="华文仿宋" panose="02010600040101010101" pitchFamily="2" charset="-122"/>
            </a:endParaRPr>
          </a:p>
          <a:p>
            <a:pPr eaLnBrk="0" hangingPunct="0">
              <a:lnSpc>
                <a:spcPct val="105000"/>
              </a:lnSpc>
            </a:pPr>
            <a:r>
              <a:rPr lang="zh-CN" altLang="en-US" dirty="0">
                <a:latin typeface="华文仿宋" panose="02010600040101010101" pitchFamily="2" charset="-122"/>
                <a:ea typeface="华文仿宋" panose="02010600040101010101" pitchFamily="2" charset="-122"/>
              </a:rPr>
              <a:t>      常用的设计方法有： </a:t>
            </a:r>
            <a:r>
              <a:rPr lang="en-US" altLang="zh-CN" dirty="0">
                <a:latin typeface="华文仿宋" panose="02010600040101010101" pitchFamily="2" charset="-122"/>
                <a:ea typeface="华文仿宋" panose="02010600040101010101" pitchFamily="2" charset="-122"/>
              </a:rPr>
              <a:t>SD</a:t>
            </a:r>
            <a:r>
              <a:rPr lang="zh-CN" altLang="en-US" dirty="0">
                <a:latin typeface="华文仿宋" panose="02010600040101010101" pitchFamily="2" charset="-122"/>
                <a:ea typeface="华文仿宋" panose="02010600040101010101" pitchFamily="2" charset="-122"/>
              </a:rPr>
              <a:t>法、</a:t>
            </a:r>
            <a:r>
              <a:rPr lang="en-US" altLang="zh-CN" dirty="0">
                <a:latin typeface="华文仿宋" panose="02010600040101010101" pitchFamily="2" charset="-122"/>
                <a:ea typeface="华文仿宋" panose="02010600040101010101" pitchFamily="2" charset="-122"/>
              </a:rPr>
              <a:t>Jackson</a:t>
            </a:r>
            <a:r>
              <a:rPr lang="zh-CN" altLang="en-US" dirty="0">
                <a:latin typeface="华文仿宋" panose="02010600040101010101" pitchFamily="2" charset="-122"/>
                <a:ea typeface="华文仿宋" panose="02010600040101010101" pitchFamily="2" charset="-122"/>
              </a:rPr>
              <a:t>法、</a:t>
            </a:r>
            <a:r>
              <a:rPr lang="en-US" altLang="zh-CN" dirty="0">
                <a:latin typeface="华文仿宋" panose="02010600040101010101" pitchFamily="2" charset="-122"/>
                <a:ea typeface="华文仿宋" panose="02010600040101010101" pitchFamily="2" charset="-122"/>
              </a:rPr>
              <a:t>OOD</a:t>
            </a:r>
            <a:r>
              <a:rPr lang="zh-CN" altLang="en-US" dirty="0">
                <a:latin typeface="华文仿宋" panose="02010600040101010101" pitchFamily="2" charset="-122"/>
                <a:ea typeface="华文仿宋" panose="02010600040101010101" pitchFamily="2" charset="-122"/>
              </a:rPr>
              <a:t>法、</a:t>
            </a:r>
            <a:r>
              <a:rPr lang="en-US" altLang="zh-CN" dirty="0">
                <a:latin typeface="华文仿宋" panose="02010600040101010101" pitchFamily="2" charset="-122"/>
                <a:ea typeface="华文仿宋" panose="02010600040101010101" pitchFamily="2" charset="-122"/>
              </a:rPr>
              <a:t>HIPO</a:t>
            </a:r>
            <a:r>
              <a:rPr lang="zh-CN" altLang="en-US" dirty="0">
                <a:latin typeface="华文仿宋" panose="02010600040101010101" pitchFamily="2" charset="-122"/>
                <a:ea typeface="华文仿宋" panose="02010600040101010101" pitchFamily="2" charset="-122"/>
              </a:rPr>
              <a:t>法、  </a:t>
            </a:r>
            <a:r>
              <a:rPr lang="en-US" altLang="zh-CN" dirty="0" err="1">
                <a:latin typeface="华文仿宋" panose="02010600040101010101" pitchFamily="2" charset="-122"/>
                <a:ea typeface="华文仿宋" panose="02010600040101010101" pitchFamily="2" charset="-122"/>
              </a:rPr>
              <a:t>Parnas</a:t>
            </a:r>
            <a:r>
              <a:rPr lang="zh-CN" altLang="en-US" dirty="0">
                <a:latin typeface="华文仿宋" panose="02010600040101010101" pitchFamily="2" charset="-122"/>
                <a:ea typeface="华文仿宋" panose="02010600040101010101" pitchFamily="2" charset="-122"/>
              </a:rPr>
              <a:t>法、 </a:t>
            </a:r>
            <a:r>
              <a:rPr lang="en-US" altLang="zh-CN" dirty="0" err="1">
                <a:latin typeface="华文仿宋" panose="02010600040101010101" pitchFamily="2" charset="-122"/>
                <a:ea typeface="华文仿宋" panose="02010600040101010101" pitchFamily="2" charset="-122"/>
              </a:rPr>
              <a:t>Warnier</a:t>
            </a:r>
            <a:r>
              <a:rPr lang="zh-CN" altLang="en-US" dirty="0">
                <a:latin typeface="华文仿宋" panose="02010600040101010101" pitchFamily="2" charset="-122"/>
                <a:ea typeface="华文仿宋" panose="02010600040101010101" pitchFamily="2" charset="-122"/>
              </a:rPr>
              <a:t>法等。</a:t>
            </a:r>
          </a:p>
        </p:txBody>
      </p:sp>
    </p:spTree>
    <p:extLst>
      <p:ext uri="{BB962C8B-B14F-4D97-AF65-F5344CB8AC3E}">
        <p14:creationId xmlns:p14="http://schemas.microsoft.com/office/powerpoint/2010/main" val="7291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childTnLst>
                                    <p:set>
                                      <p:cBhvr additive="base">
                                        <p:cTn id="6" dur="1" fill="hold">
                                          <p:stCondLst>
                                            <p:cond delay="0"/>
                                          </p:stCondLst>
                                        </p:cTn>
                                        <p:tgtEl>
                                          <p:spTgt spid="29"/>
                                        </p:tgtEl>
                                        <p:attrNameLst>
                                          <p:attrName>style.visibility</p:attrName>
                                        </p:attrNameLst>
                                      </p:cBhvr>
                                      <p:to>
                                        <p:strVal val="visible"/>
                                      </p:to>
                                    </p:set>
                                    <p:animEffect transition="in" filter="wipe(left)">
                                      <p:cBhvr additive="base">
                                        <p:cTn id="7"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软件设计开发</a:t>
            </a:r>
          </a:p>
        </p:txBody>
      </p:sp>
      <p:sp>
        <p:nvSpPr>
          <p:cNvPr id="3" name="文本框 2"/>
          <p:cNvSpPr txBox="1"/>
          <p:nvPr/>
        </p:nvSpPr>
        <p:spPr>
          <a:xfrm>
            <a:off x="4490405" y="1188958"/>
            <a:ext cx="3775393" cy="954107"/>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软件设计的任务与目标</a:t>
            </a:r>
            <a:endParaRPr lang="en-US" altLang="zh-CN" sz="2800" b="1" dirty="0">
              <a:latin typeface="华文仿宋" panose="02010600040101010101" pitchFamily="2" charset="-122"/>
              <a:ea typeface="华文仿宋" panose="02010600040101010101" pitchFamily="2" charset="-122"/>
            </a:endParaRPr>
          </a:p>
          <a:p>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软件设计阶段</a:t>
            </a:r>
            <a:r>
              <a:rPr lang="en-US" altLang="zh-CN" sz="2800" b="1" dirty="0">
                <a:latin typeface="华文仿宋" panose="02010600040101010101" pitchFamily="2" charset="-122"/>
                <a:ea typeface="华文仿宋" panose="02010600040101010101" pitchFamily="2" charset="-122"/>
              </a:rPr>
              <a:t>—</a:t>
            </a:r>
          </a:p>
        </p:txBody>
      </p:sp>
      <p:sp>
        <p:nvSpPr>
          <p:cNvPr id="4" name="Rectangle 454"/>
          <p:cNvSpPr>
            <a:spLocks noChangeArrowheads="1"/>
          </p:cNvSpPr>
          <p:nvPr/>
        </p:nvSpPr>
        <p:spPr bwMode="auto">
          <a:xfrm>
            <a:off x="1977349" y="2462700"/>
            <a:ext cx="8101012" cy="142192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30000"/>
              </a:spcBef>
            </a:pPr>
            <a:r>
              <a:rPr kumimoji="1" lang="en-US" altLang="zh-CN" sz="2400" dirty="0">
                <a:latin typeface="华文仿宋" panose="02010600040101010101" pitchFamily="2" charset="-122"/>
                <a:ea typeface="华文仿宋" panose="02010600040101010101" pitchFamily="2" charset="-122"/>
              </a:rPr>
              <a:t>        </a:t>
            </a:r>
            <a:r>
              <a:rPr kumimoji="1" lang="zh-CN" altLang="en-US" sz="2400" dirty="0">
                <a:latin typeface="华文仿宋" panose="02010600040101010101" pitchFamily="2" charset="-122"/>
                <a:ea typeface="华文仿宋" panose="02010600040101010101" pitchFamily="2" charset="-122"/>
              </a:rPr>
              <a:t>软件设计是软件开发过程的重要阶段，对保证软件系统的质量起着关键作用。但是如何保证软件设计的质量呢？有以下经过长期考验的设计准则：</a:t>
            </a:r>
          </a:p>
        </p:txBody>
      </p:sp>
      <p:sp>
        <p:nvSpPr>
          <p:cNvPr id="5" name="Rectangle 451"/>
          <p:cNvSpPr>
            <a:spLocks noChangeArrowheads="1"/>
          </p:cNvSpPr>
          <p:nvPr/>
        </p:nvSpPr>
        <p:spPr bwMode="auto">
          <a:xfrm>
            <a:off x="2252878" y="4204263"/>
            <a:ext cx="5310188" cy="1957459"/>
          </a:xfrm>
          <a:prstGeom prst="rect">
            <a:avLst/>
          </a:prstGeom>
          <a:noFill/>
          <a:ln>
            <a:noFill/>
          </a:ln>
          <a:effectLst/>
          <a:extLst>
            <a:ext uri="{909E8E84-426E-40DD-AFC4-6F175D3DCCD1}">
              <a14:hiddenFill xmlns:a14="http://schemas.microsoft.com/office/drawing/2010/main">
                <a:solidFill>
                  <a:srgbClr val="2F5EBD"/>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just" eaLnBrk="0" hangingPunct="0">
              <a:lnSpc>
                <a:spcPct val="135000"/>
              </a:lnSpc>
              <a:spcBef>
                <a:spcPct val="50000"/>
              </a:spcBef>
            </a:pPr>
            <a:r>
              <a:rPr kumimoji="1" lang="en-US" altLang="zh-CN" sz="2400" dirty="0">
                <a:latin typeface="华文仿宋" panose="02010600040101010101" pitchFamily="2" charset="-122"/>
                <a:ea typeface="华文仿宋" panose="02010600040101010101" pitchFamily="2" charset="-122"/>
              </a:rPr>
              <a:t>1</a:t>
            </a:r>
            <a:r>
              <a:rPr kumimoji="1" lang="zh-CN" altLang="en-US" sz="2400" dirty="0">
                <a:latin typeface="华文仿宋" panose="02010600040101010101" pitchFamily="2" charset="-122"/>
                <a:ea typeface="华文仿宋" panose="02010600040101010101" pitchFamily="2" charset="-122"/>
              </a:rPr>
              <a:t>、软件结构的准则</a:t>
            </a:r>
          </a:p>
          <a:p>
            <a:pPr lvl="1" algn="just" eaLnBrk="0" hangingPunct="0">
              <a:lnSpc>
                <a:spcPct val="135000"/>
              </a:lnSpc>
              <a:spcBef>
                <a:spcPct val="50000"/>
              </a:spcBef>
            </a:pPr>
            <a:r>
              <a:rPr kumimoji="1" lang="en-US" altLang="zh-CN" sz="2400" dirty="0">
                <a:latin typeface="华文仿宋" panose="02010600040101010101" pitchFamily="2" charset="-122"/>
                <a:ea typeface="华文仿宋" panose="02010600040101010101" pitchFamily="2" charset="-122"/>
              </a:rPr>
              <a:t>2</a:t>
            </a:r>
            <a:r>
              <a:rPr kumimoji="1" lang="zh-CN" altLang="en-US" sz="2400" dirty="0">
                <a:latin typeface="华文仿宋" panose="02010600040101010101" pitchFamily="2" charset="-122"/>
                <a:ea typeface="华文仿宋" panose="02010600040101010101" pitchFamily="2" charset="-122"/>
              </a:rPr>
              <a:t>、模块化准则</a:t>
            </a:r>
          </a:p>
          <a:p>
            <a:pPr lvl="1" eaLnBrk="0" hangingPunct="0">
              <a:lnSpc>
                <a:spcPct val="135000"/>
              </a:lnSpc>
              <a:spcBef>
                <a:spcPct val="50000"/>
              </a:spcBef>
            </a:pPr>
            <a:r>
              <a:rPr kumimoji="1" lang="en-US" altLang="zh-CN" sz="2400" dirty="0">
                <a:latin typeface="华文仿宋" panose="02010600040101010101" pitchFamily="2" charset="-122"/>
                <a:ea typeface="华文仿宋" panose="02010600040101010101" pitchFamily="2" charset="-122"/>
              </a:rPr>
              <a:t>3</a:t>
            </a:r>
            <a:r>
              <a:rPr kumimoji="1" lang="zh-CN" altLang="en-US" sz="2400" dirty="0">
                <a:latin typeface="华文仿宋" panose="02010600040101010101" pitchFamily="2" charset="-122"/>
                <a:ea typeface="华文仿宋" panose="02010600040101010101" pitchFamily="2" charset="-122"/>
              </a:rPr>
              <a:t>、软件独立性准则</a:t>
            </a:r>
          </a:p>
        </p:txBody>
      </p:sp>
    </p:spTree>
    <p:extLst>
      <p:ext uri="{BB962C8B-B14F-4D97-AF65-F5344CB8AC3E}">
        <p14:creationId xmlns:p14="http://schemas.microsoft.com/office/powerpoint/2010/main" val="239553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childTnLst>
                                    <p:set>
                                      <p:cBhvr additive="base">
                                        <p:cTn id="6" dur="1" fill="hold">
                                          <p:stCondLst>
                                            <p:cond delay="0"/>
                                          </p:stCondLst>
                                        </p:cTn>
                                        <p:tgtEl>
                                          <p:spTgt spid="5"/>
                                        </p:tgtEl>
                                        <p:attrNameLst>
                                          <p:attrName>style.visibility</p:attrName>
                                        </p:attrNameLst>
                                      </p:cBhvr>
                                      <p:to>
                                        <p:strVal val="visible"/>
                                      </p:to>
                                    </p:set>
                                    <p:animEffect transition="in" filter="wipe(left)">
                                      <p:cBhvr additive="base">
                                        <p:cTn id="7"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3ED0842-FEFD-194F-9B78-577E792FD0D6}"/>
              </a:ext>
            </a:extLst>
          </p:cNvPr>
          <p:cNvGrpSpPr/>
          <p:nvPr/>
        </p:nvGrpSpPr>
        <p:grpSpPr>
          <a:xfrm>
            <a:off x="4829880" y="1546122"/>
            <a:ext cx="6595594" cy="4171050"/>
            <a:chOff x="288925" y="1125538"/>
            <a:chExt cx="8602663" cy="5616575"/>
          </a:xfrm>
        </p:grpSpPr>
        <p:sp>
          <p:nvSpPr>
            <p:cNvPr id="8" name="Line 7">
              <a:extLst>
                <a:ext uri="{FF2B5EF4-FFF2-40B4-BE49-F238E27FC236}">
                  <a16:creationId xmlns:a16="http://schemas.microsoft.com/office/drawing/2014/main" id="{F0D8AA18-704A-354A-85E6-C5E4C49A1A85}"/>
                </a:ext>
              </a:extLst>
            </p:cNvPr>
            <p:cNvSpPr>
              <a:spLocks noChangeShapeType="1"/>
            </p:cNvSpPr>
            <p:nvPr/>
          </p:nvSpPr>
          <p:spPr bwMode="auto">
            <a:xfrm flipV="1">
              <a:off x="860425" y="5746750"/>
              <a:ext cx="0" cy="268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9" name="Rectangle 8">
              <a:extLst>
                <a:ext uri="{FF2B5EF4-FFF2-40B4-BE49-F238E27FC236}">
                  <a16:creationId xmlns:a16="http://schemas.microsoft.com/office/drawing/2014/main" id="{DAD47399-3D8F-CB4D-BF66-81EE6BEEA356}"/>
                </a:ext>
              </a:extLst>
            </p:cNvPr>
            <p:cNvSpPr>
              <a:spLocks noChangeArrowheads="1"/>
            </p:cNvSpPr>
            <p:nvPr/>
          </p:nvSpPr>
          <p:spPr bwMode="auto">
            <a:xfrm>
              <a:off x="2109788" y="1981200"/>
              <a:ext cx="2000250"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dirty="0">
                  <a:latin typeface="楷体" panose="02010609060101010101" pitchFamily="49" charset="-122"/>
                  <a:ea typeface="楷体" panose="02010609060101010101" pitchFamily="49" charset="-122"/>
                </a:rPr>
                <a:t>问题定义</a:t>
              </a:r>
            </a:p>
          </p:txBody>
        </p:sp>
        <p:sp>
          <p:nvSpPr>
            <p:cNvPr id="10" name="Line 9">
              <a:extLst>
                <a:ext uri="{FF2B5EF4-FFF2-40B4-BE49-F238E27FC236}">
                  <a16:creationId xmlns:a16="http://schemas.microsoft.com/office/drawing/2014/main" id="{8101A177-CF91-9A4D-9E3D-BF9D4EECB4E4}"/>
                </a:ext>
              </a:extLst>
            </p:cNvPr>
            <p:cNvSpPr>
              <a:spLocks noChangeShapeType="1"/>
            </p:cNvSpPr>
            <p:nvPr/>
          </p:nvSpPr>
          <p:spPr bwMode="auto">
            <a:xfrm>
              <a:off x="4110038" y="2249488"/>
              <a:ext cx="5000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1" name="Line 10">
              <a:extLst>
                <a:ext uri="{FF2B5EF4-FFF2-40B4-BE49-F238E27FC236}">
                  <a16:creationId xmlns:a16="http://schemas.microsoft.com/office/drawing/2014/main" id="{2C2E51FE-7ACF-BE4C-AB8D-112C56F0DE5D}"/>
                </a:ext>
              </a:extLst>
            </p:cNvPr>
            <p:cNvSpPr>
              <a:spLocks noChangeShapeType="1"/>
            </p:cNvSpPr>
            <p:nvPr/>
          </p:nvSpPr>
          <p:spPr bwMode="auto">
            <a:xfrm>
              <a:off x="4610100" y="2249488"/>
              <a:ext cx="0" cy="4048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2" name="Rectangle 11">
              <a:extLst>
                <a:ext uri="{FF2B5EF4-FFF2-40B4-BE49-F238E27FC236}">
                  <a16:creationId xmlns:a16="http://schemas.microsoft.com/office/drawing/2014/main" id="{CAEEDB2A-5F3A-074E-9362-ED623D335B00}"/>
                </a:ext>
              </a:extLst>
            </p:cNvPr>
            <p:cNvSpPr>
              <a:spLocks noChangeArrowheads="1"/>
            </p:cNvSpPr>
            <p:nvPr/>
          </p:nvSpPr>
          <p:spPr bwMode="auto">
            <a:xfrm>
              <a:off x="2609850" y="2654300"/>
              <a:ext cx="2251075"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a:latin typeface="楷体" panose="02010609060101010101" pitchFamily="49" charset="-122"/>
                  <a:ea typeface="楷体" panose="02010609060101010101" pitchFamily="49" charset="-122"/>
                </a:rPr>
                <a:t>可行性研究</a:t>
              </a:r>
            </a:p>
          </p:txBody>
        </p:sp>
        <p:sp>
          <p:nvSpPr>
            <p:cNvPr id="13" name="Line 12">
              <a:extLst>
                <a:ext uri="{FF2B5EF4-FFF2-40B4-BE49-F238E27FC236}">
                  <a16:creationId xmlns:a16="http://schemas.microsoft.com/office/drawing/2014/main" id="{3FC3F40D-CD9E-574E-B219-44FFFB179D0C}"/>
                </a:ext>
              </a:extLst>
            </p:cNvPr>
            <p:cNvSpPr>
              <a:spLocks noChangeShapeType="1"/>
            </p:cNvSpPr>
            <p:nvPr/>
          </p:nvSpPr>
          <p:spPr bwMode="auto">
            <a:xfrm>
              <a:off x="4860925" y="2922588"/>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4" name="Line 13">
              <a:extLst>
                <a:ext uri="{FF2B5EF4-FFF2-40B4-BE49-F238E27FC236}">
                  <a16:creationId xmlns:a16="http://schemas.microsoft.com/office/drawing/2014/main" id="{D25F1C34-2B84-CC47-92E9-590B14B00573}"/>
                </a:ext>
              </a:extLst>
            </p:cNvPr>
            <p:cNvSpPr>
              <a:spLocks noChangeShapeType="1"/>
            </p:cNvSpPr>
            <p:nvPr/>
          </p:nvSpPr>
          <p:spPr bwMode="auto">
            <a:xfrm>
              <a:off x="5360988" y="2922588"/>
              <a:ext cx="0" cy="4032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5" name="Rectangle 14">
              <a:extLst>
                <a:ext uri="{FF2B5EF4-FFF2-40B4-BE49-F238E27FC236}">
                  <a16:creationId xmlns:a16="http://schemas.microsoft.com/office/drawing/2014/main" id="{E18DBA74-D6B7-3848-9D4E-0926C973480E}"/>
                </a:ext>
              </a:extLst>
            </p:cNvPr>
            <p:cNvSpPr>
              <a:spLocks noChangeArrowheads="1"/>
            </p:cNvSpPr>
            <p:nvPr/>
          </p:nvSpPr>
          <p:spPr bwMode="auto">
            <a:xfrm>
              <a:off x="3360738" y="3325813"/>
              <a:ext cx="2249487" cy="403225"/>
            </a:xfrm>
            <a:prstGeom prst="rect">
              <a:avLst/>
            </a:prstGeom>
            <a:solidFill>
              <a:schemeClr val="bg1"/>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dirty="0">
                  <a:latin typeface="楷体" panose="02010609060101010101" pitchFamily="49" charset="-122"/>
                  <a:ea typeface="楷体" panose="02010609060101010101" pitchFamily="49" charset="-122"/>
                </a:rPr>
                <a:t>需求分析</a:t>
              </a:r>
            </a:p>
          </p:txBody>
        </p:sp>
        <p:sp>
          <p:nvSpPr>
            <p:cNvPr id="16" name="Line 15">
              <a:extLst>
                <a:ext uri="{FF2B5EF4-FFF2-40B4-BE49-F238E27FC236}">
                  <a16:creationId xmlns:a16="http://schemas.microsoft.com/office/drawing/2014/main" id="{FD3D4CB3-B5C2-9B46-B48D-945B67CE2B19}"/>
                </a:ext>
              </a:extLst>
            </p:cNvPr>
            <p:cNvSpPr>
              <a:spLocks noChangeShapeType="1"/>
            </p:cNvSpPr>
            <p:nvPr/>
          </p:nvSpPr>
          <p:spPr bwMode="auto">
            <a:xfrm>
              <a:off x="5610225" y="3594100"/>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7" name="Line 16">
              <a:extLst>
                <a:ext uri="{FF2B5EF4-FFF2-40B4-BE49-F238E27FC236}">
                  <a16:creationId xmlns:a16="http://schemas.microsoft.com/office/drawing/2014/main" id="{5D07B9ED-1C93-F643-9C27-6DE40A07889D}"/>
                </a:ext>
              </a:extLst>
            </p:cNvPr>
            <p:cNvSpPr>
              <a:spLocks noChangeShapeType="1"/>
            </p:cNvSpPr>
            <p:nvPr/>
          </p:nvSpPr>
          <p:spPr bwMode="auto">
            <a:xfrm>
              <a:off x="6110288" y="3594100"/>
              <a:ext cx="0" cy="4048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18" name="Rectangle 17">
              <a:extLst>
                <a:ext uri="{FF2B5EF4-FFF2-40B4-BE49-F238E27FC236}">
                  <a16:creationId xmlns:a16="http://schemas.microsoft.com/office/drawing/2014/main" id="{5AA1DC35-18DD-3944-ADFF-4A0ECB24A2A5}"/>
                </a:ext>
              </a:extLst>
            </p:cNvPr>
            <p:cNvSpPr>
              <a:spLocks noChangeArrowheads="1"/>
            </p:cNvSpPr>
            <p:nvPr/>
          </p:nvSpPr>
          <p:spPr bwMode="auto">
            <a:xfrm>
              <a:off x="4110038" y="3998913"/>
              <a:ext cx="2251075"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a:latin typeface="楷体" panose="02010609060101010101" pitchFamily="49" charset="-122"/>
                  <a:ea typeface="楷体" panose="02010609060101010101" pitchFamily="49" charset="-122"/>
                </a:rPr>
                <a:t>软件设计</a:t>
              </a:r>
            </a:p>
          </p:txBody>
        </p:sp>
        <p:sp>
          <p:nvSpPr>
            <p:cNvPr id="19" name="Line 18">
              <a:extLst>
                <a:ext uri="{FF2B5EF4-FFF2-40B4-BE49-F238E27FC236}">
                  <a16:creationId xmlns:a16="http://schemas.microsoft.com/office/drawing/2014/main" id="{402217E7-B2FF-9946-BE5B-7CB54884A415}"/>
                </a:ext>
              </a:extLst>
            </p:cNvPr>
            <p:cNvSpPr>
              <a:spLocks noChangeShapeType="1"/>
            </p:cNvSpPr>
            <p:nvPr/>
          </p:nvSpPr>
          <p:spPr bwMode="auto">
            <a:xfrm>
              <a:off x="6361113" y="4267200"/>
              <a:ext cx="5000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0" name="Line 19">
              <a:extLst>
                <a:ext uri="{FF2B5EF4-FFF2-40B4-BE49-F238E27FC236}">
                  <a16:creationId xmlns:a16="http://schemas.microsoft.com/office/drawing/2014/main" id="{594DD74A-35A8-774D-8566-8F1EDD51EB4D}"/>
                </a:ext>
              </a:extLst>
            </p:cNvPr>
            <p:cNvSpPr>
              <a:spLocks noChangeShapeType="1"/>
            </p:cNvSpPr>
            <p:nvPr/>
          </p:nvSpPr>
          <p:spPr bwMode="auto">
            <a:xfrm>
              <a:off x="6861175" y="4267200"/>
              <a:ext cx="0" cy="4032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1" name="Rectangle 20">
              <a:extLst>
                <a:ext uri="{FF2B5EF4-FFF2-40B4-BE49-F238E27FC236}">
                  <a16:creationId xmlns:a16="http://schemas.microsoft.com/office/drawing/2014/main" id="{2319F276-2C74-8941-813B-75A4A93887C9}"/>
                </a:ext>
              </a:extLst>
            </p:cNvPr>
            <p:cNvSpPr>
              <a:spLocks noChangeArrowheads="1"/>
            </p:cNvSpPr>
            <p:nvPr/>
          </p:nvSpPr>
          <p:spPr bwMode="auto">
            <a:xfrm>
              <a:off x="4860925" y="4670425"/>
              <a:ext cx="2249488"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dirty="0">
                  <a:latin typeface="楷体" panose="02010609060101010101" pitchFamily="49" charset="-122"/>
                  <a:ea typeface="楷体" panose="02010609060101010101" pitchFamily="49" charset="-122"/>
                </a:rPr>
                <a:t>编　　　码</a:t>
              </a:r>
            </a:p>
          </p:txBody>
        </p:sp>
        <p:sp>
          <p:nvSpPr>
            <p:cNvPr id="22" name="Line 21">
              <a:extLst>
                <a:ext uri="{FF2B5EF4-FFF2-40B4-BE49-F238E27FC236}">
                  <a16:creationId xmlns:a16="http://schemas.microsoft.com/office/drawing/2014/main" id="{935B1850-1F99-B94A-9CF9-106672237727}"/>
                </a:ext>
              </a:extLst>
            </p:cNvPr>
            <p:cNvSpPr>
              <a:spLocks noChangeShapeType="1"/>
            </p:cNvSpPr>
            <p:nvPr/>
          </p:nvSpPr>
          <p:spPr bwMode="auto">
            <a:xfrm>
              <a:off x="7110413" y="4940300"/>
              <a:ext cx="5000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3" name="Line 22">
              <a:extLst>
                <a:ext uri="{FF2B5EF4-FFF2-40B4-BE49-F238E27FC236}">
                  <a16:creationId xmlns:a16="http://schemas.microsoft.com/office/drawing/2014/main" id="{FCB7E2AA-3324-5E47-A15C-F63225874119}"/>
                </a:ext>
              </a:extLst>
            </p:cNvPr>
            <p:cNvSpPr>
              <a:spLocks noChangeShapeType="1"/>
            </p:cNvSpPr>
            <p:nvPr/>
          </p:nvSpPr>
          <p:spPr bwMode="auto">
            <a:xfrm>
              <a:off x="7610475" y="4940300"/>
              <a:ext cx="0" cy="4032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4" name="Rectangle 23">
              <a:extLst>
                <a:ext uri="{FF2B5EF4-FFF2-40B4-BE49-F238E27FC236}">
                  <a16:creationId xmlns:a16="http://schemas.microsoft.com/office/drawing/2014/main" id="{D4311FCA-B32B-DB42-8411-36D0F7297C69}"/>
                </a:ext>
              </a:extLst>
            </p:cNvPr>
            <p:cNvSpPr>
              <a:spLocks noChangeArrowheads="1"/>
            </p:cNvSpPr>
            <p:nvPr/>
          </p:nvSpPr>
          <p:spPr bwMode="auto">
            <a:xfrm>
              <a:off x="5610225" y="5343525"/>
              <a:ext cx="2251075"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a:latin typeface="楷体" panose="02010609060101010101" pitchFamily="49" charset="-122"/>
                  <a:ea typeface="楷体" panose="02010609060101010101" pitchFamily="49" charset="-122"/>
                </a:rPr>
                <a:t>测　　　试</a:t>
              </a:r>
            </a:p>
          </p:txBody>
        </p:sp>
        <p:sp>
          <p:nvSpPr>
            <p:cNvPr id="25" name="Line 24">
              <a:extLst>
                <a:ext uri="{FF2B5EF4-FFF2-40B4-BE49-F238E27FC236}">
                  <a16:creationId xmlns:a16="http://schemas.microsoft.com/office/drawing/2014/main" id="{DF188791-CB18-7347-BCDC-045C0BD912DE}"/>
                </a:ext>
              </a:extLst>
            </p:cNvPr>
            <p:cNvSpPr>
              <a:spLocks noChangeShapeType="1"/>
            </p:cNvSpPr>
            <p:nvPr/>
          </p:nvSpPr>
          <p:spPr bwMode="auto">
            <a:xfrm>
              <a:off x="7861300" y="5611813"/>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6" name="Line 25">
              <a:extLst>
                <a:ext uri="{FF2B5EF4-FFF2-40B4-BE49-F238E27FC236}">
                  <a16:creationId xmlns:a16="http://schemas.microsoft.com/office/drawing/2014/main" id="{C78D8C43-7A8F-534B-92D1-DF5A8D8447D9}"/>
                </a:ext>
              </a:extLst>
            </p:cNvPr>
            <p:cNvSpPr>
              <a:spLocks noChangeShapeType="1"/>
            </p:cNvSpPr>
            <p:nvPr/>
          </p:nvSpPr>
          <p:spPr bwMode="auto">
            <a:xfrm>
              <a:off x="8361363" y="5611813"/>
              <a:ext cx="0" cy="4032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7" name="Rectangle 26">
              <a:extLst>
                <a:ext uri="{FF2B5EF4-FFF2-40B4-BE49-F238E27FC236}">
                  <a16:creationId xmlns:a16="http://schemas.microsoft.com/office/drawing/2014/main" id="{97FD0D2E-B8D0-B746-A81A-AFE81E75F540}"/>
                </a:ext>
              </a:extLst>
            </p:cNvPr>
            <p:cNvSpPr>
              <a:spLocks noChangeArrowheads="1"/>
            </p:cNvSpPr>
            <p:nvPr/>
          </p:nvSpPr>
          <p:spPr bwMode="auto">
            <a:xfrm>
              <a:off x="6361113" y="6015038"/>
              <a:ext cx="2249487" cy="403225"/>
            </a:xfrm>
            <a:prstGeom prst="rect">
              <a:avLst/>
            </a:prstGeom>
            <a:solidFill>
              <a:srgbClr val="FFFFFF"/>
            </a:solidFill>
            <a:ln w="9525">
              <a:solidFill>
                <a:srgbClr val="000000"/>
              </a:solidFill>
              <a:miter lim="800000"/>
              <a:headEnd/>
              <a:tailEnd/>
            </a:ln>
          </p:spPr>
          <p:txBody>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a:r>
                <a:rPr kumimoji="0" lang="zh-CN" altLang="en-US" sz="1200" b="0">
                  <a:latin typeface="楷体" panose="02010609060101010101" pitchFamily="49" charset="-122"/>
                  <a:ea typeface="楷体" panose="02010609060101010101" pitchFamily="49" charset="-122"/>
                </a:rPr>
                <a:t>维　　　护</a:t>
              </a:r>
            </a:p>
          </p:txBody>
        </p:sp>
        <p:sp>
          <p:nvSpPr>
            <p:cNvPr id="28" name="Line 27">
              <a:extLst>
                <a:ext uri="{FF2B5EF4-FFF2-40B4-BE49-F238E27FC236}">
                  <a16:creationId xmlns:a16="http://schemas.microsoft.com/office/drawing/2014/main" id="{A96D66C2-3268-6C42-B72E-8B9FB0DB1EE2}"/>
                </a:ext>
              </a:extLst>
            </p:cNvPr>
            <p:cNvSpPr>
              <a:spLocks noChangeShapeType="1"/>
            </p:cNvSpPr>
            <p:nvPr/>
          </p:nvSpPr>
          <p:spPr bwMode="auto">
            <a:xfrm>
              <a:off x="609600" y="1981200"/>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29" name="Line 28">
              <a:extLst>
                <a:ext uri="{FF2B5EF4-FFF2-40B4-BE49-F238E27FC236}">
                  <a16:creationId xmlns:a16="http://schemas.microsoft.com/office/drawing/2014/main" id="{F3C87F3F-197F-C048-A299-6F3C14F95F4F}"/>
                </a:ext>
              </a:extLst>
            </p:cNvPr>
            <p:cNvSpPr>
              <a:spLocks noChangeShapeType="1"/>
            </p:cNvSpPr>
            <p:nvPr/>
          </p:nvSpPr>
          <p:spPr bwMode="auto">
            <a:xfrm flipV="1">
              <a:off x="860425" y="1981200"/>
              <a:ext cx="0" cy="268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0" name="Line 29">
              <a:extLst>
                <a:ext uri="{FF2B5EF4-FFF2-40B4-BE49-F238E27FC236}">
                  <a16:creationId xmlns:a16="http://schemas.microsoft.com/office/drawing/2014/main" id="{E220081B-A53F-7240-8A7A-4E305CC00D6C}"/>
                </a:ext>
              </a:extLst>
            </p:cNvPr>
            <p:cNvSpPr>
              <a:spLocks noChangeShapeType="1"/>
            </p:cNvSpPr>
            <p:nvPr/>
          </p:nvSpPr>
          <p:spPr bwMode="auto">
            <a:xfrm>
              <a:off x="609600" y="3057525"/>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1" name="Line 30">
              <a:extLst>
                <a:ext uri="{FF2B5EF4-FFF2-40B4-BE49-F238E27FC236}">
                  <a16:creationId xmlns:a16="http://schemas.microsoft.com/office/drawing/2014/main" id="{2DF741D8-FBB7-504D-A9A9-0F7D50C80D9F}"/>
                </a:ext>
              </a:extLst>
            </p:cNvPr>
            <p:cNvSpPr>
              <a:spLocks noChangeShapeType="1"/>
            </p:cNvSpPr>
            <p:nvPr/>
          </p:nvSpPr>
          <p:spPr bwMode="auto">
            <a:xfrm>
              <a:off x="860425" y="2787650"/>
              <a:ext cx="0" cy="269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2" name="Line 31">
              <a:extLst>
                <a:ext uri="{FF2B5EF4-FFF2-40B4-BE49-F238E27FC236}">
                  <a16:creationId xmlns:a16="http://schemas.microsoft.com/office/drawing/2014/main" id="{13BA3AD0-5238-E74D-8E1C-1DDE20ACB4BE}"/>
                </a:ext>
              </a:extLst>
            </p:cNvPr>
            <p:cNvSpPr>
              <a:spLocks noChangeShapeType="1"/>
            </p:cNvSpPr>
            <p:nvPr/>
          </p:nvSpPr>
          <p:spPr bwMode="auto">
            <a:xfrm flipV="1">
              <a:off x="860425" y="3057525"/>
              <a:ext cx="0" cy="10747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3" name="Line 32">
              <a:extLst>
                <a:ext uri="{FF2B5EF4-FFF2-40B4-BE49-F238E27FC236}">
                  <a16:creationId xmlns:a16="http://schemas.microsoft.com/office/drawing/2014/main" id="{37086D7C-60EF-6B46-A29B-D72D76B7CD81}"/>
                </a:ext>
              </a:extLst>
            </p:cNvPr>
            <p:cNvSpPr>
              <a:spLocks noChangeShapeType="1"/>
            </p:cNvSpPr>
            <p:nvPr/>
          </p:nvSpPr>
          <p:spPr bwMode="auto">
            <a:xfrm>
              <a:off x="609600" y="6553200"/>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4" name="Line 33">
              <a:extLst>
                <a:ext uri="{FF2B5EF4-FFF2-40B4-BE49-F238E27FC236}">
                  <a16:creationId xmlns:a16="http://schemas.microsoft.com/office/drawing/2014/main" id="{9C835336-9BAB-024C-A8E5-4E42479B0DFF}"/>
                </a:ext>
              </a:extLst>
            </p:cNvPr>
            <p:cNvSpPr>
              <a:spLocks noChangeShapeType="1"/>
            </p:cNvSpPr>
            <p:nvPr/>
          </p:nvSpPr>
          <p:spPr bwMode="auto">
            <a:xfrm>
              <a:off x="860425" y="6284913"/>
              <a:ext cx="0" cy="268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5" name="Line 34">
              <a:extLst>
                <a:ext uri="{FF2B5EF4-FFF2-40B4-BE49-F238E27FC236}">
                  <a16:creationId xmlns:a16="http://schemas.microsoft.com/office/drawing/2014/main" id="{EE2A1335-0768-AC40-AA47-479869852AF0}"/>
                </a:ext>
              </a:extLst>
            </p:cNvPr>
            <p:cNvSpPr>
              <a:spLocks noChangeShapeType="1"/>
            </p:cNvSpPr>
            <p:nvPr/>
          </p:nvSpPr>
          <p:spPr bwMode="auto">
            <a:xfrm>
              <a:off x="609600" y="5746750"/>
              <a:ext cx="500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6" name="Line 35">
              <a:extLst>
                <a:ext uri="{FF2B5EF4-FFF2-40B4-BE49-F238E27FC236}">
                  <a16:creationId xmlns:a16="http://schemas.microsoft.com/office/drawing/2014/main" id="{A13CEF77-06FA-DD4F-BA45-C90C0ABC1BB7}"/>
                </a:ext>
              </a:extLst>
            </p:cNvPr>
            <p:cNvSpPr>
              <a:spLocks noChangeShapeType="1"/>
            </p:cNvSpPr>
            <p:nvPr/>
          </p:nvSpPr>
          <p:spPr bwMode="auto">
            <a:xfrm>
              <a:off x="860425" y="4670425"/>
              <a:ext cx="0" cy="10763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37" name="Text Box 36">
              <a:extLst>
                <a:ext uri="{FF2B5EF4-FFF2-40B4-BE49-F238E27FC236}">
                  <a16:creationId xmlns:a16="http://schemas.microsoft.com/office/drawing/2014/main" id="{4EFD06EC-7ADA-7542-A8C8-51BFD7DE11C0}"/>
                </a:ext>
              </a:extLst>
            </p:cNvPr>
            <p:cNvSpPr txBox="1">
              <a:spLocks noChangeArrowheads="1"/>
            </p:cNvSpPr>
            <p:nvPr/>
          </p:nvSpPr>
          <p:spPr bwMode="auto">
            <a:xfrm>
              <a:off x="365125" y="2311399"/>
              <a:ext cx="1269768" cy="53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eaLnBrk="1" hangingPunct="1"/>
              <a:r>
                <a:rPr lang="zh-CN" altLang="en-US" sz="1200" b="0" dirty="0">
                  <a:latin typeface="楷体" panose="02010609060101010101" pitchFamily="49" charset="-122"/>
                  <a:ea typeface="楷体" panose="02010609060101010101" pitchFamily="49" charset="-122"/>
                </a:rPr>
                <a:t>计划时期</a:t>
              </a:r>
            </a:p>
          </p:txBody>
        </p:sp>
        <p:sp>
          <p:nvSpPr>
            <p:cNvPr id="38" name="Text Box 37">
              <a:extLst>
                <a:ext uri="{FF2B5EF4-FFF2-40B4-BE49-F238E27FC236}">
                  <a16:creationId xmlns:a16="http://schemas.microsoft.com/office/drawing/2014/main" id="{BBD60802-9AFE-7041-B89F-F346E1A240E1}"/>
                </a:ext>
              </a:extLst>
            </p:cNvPr>
            <p:cNvSpPr txBox="1">
              <a:spLocks noChangeArrowheads="1"/>
            </p:cNvSpPr>
            <p:nvPr/>
          </p:nvSpPr>
          <p:spPr bwMode="auto">
            <a:xfrm>
              <a:off x="349249" y="4216398"/>
              <a:ext cx="1269768" cy="53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eaLnBrk="1" hangingPunct="1"/>
              <a:r>
                <a:rPr lang="zh-CN" altLang="en-US" sz="1200" b="0">
                  <a:latin typeface="楷体" panose="02010609060101010101" pitchFamily="49" charset="-122"/>
                  <a:ea typeface="楷体" panose="02010609060101010101" pitchFamily="49" charset="-122"/>
                </a:rPr>
                <a:t>开发时期</a:t>
              </a:r>
            </a:p>
          </p:txBody>
        </p:sp>
        <p:sp>
          <p:nvSpPr>
            <p:cNvPr id="39" name="Text Box 38">
              <a:extLst>
                <a:ext uri="{FF2B5EF4-FFF2-40B4-BE49-F238E27FC236}">
                  <a16:creationId xmlns:a16="http://schemas.microsoft.com/office/drawing/2014/main" id="{496AE8DE-E493-1B49-927F-7A1456BDE114}"/>
                </a:ext>
              </a:extLst>
            </p:cNvPr>
            <p:cNvSpPr txBox="1">
              <a:spLocks noChangeArrowheads="1"/>
            </p:cNvSpPr>
            <p:nvPr/>
          </p:nvSpPr>
          <p:spPr bwMode="auto">
            <a:xfrm>
              <a:off x="288925" y="5969000"/>
              <a:ext cx="1269768" cy="53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eaLnBrk="1" hangingPunct="1"/>
              <a:r>
                <a:rPr lang="zh-CN" altLang="en-US" sz="1200" b="0">
                  <a:latin typeface="楷体" panose="02010609060101010101" pitchFamily="49" charset="-122"/>
                  <a:ea typeface="楷体" panose="02010609060101010101" pitchFamily="49" charset="-122"/>
                </a:rPr>
                <a:t>运行时期</a:t>
              </a:r>
            </a:p>
          </p:txBody>
        </p:sp>
        <p:grpSp>
          <p:nvGrpSpPr>
            <p:cNvPr id="40" name="Group 39">
              <a:extLst>
                <a:ext uri="{FF2B5EF4-FFF2-40B4-BE49-F238E27FC236}">
                  <a16:creationId xmlns:a16="http://schemas.microsoft.com/office/drawing/2014/main" id="{F63D1E5D-34DD-574E-B1ED-CE365D6B55D4}"/>
                </a:ext>
              </a:extLst>
            </p:cNvPr>
            <p:cNvGrpSpPr>
              <a:grpSpLocks/>
            </p:cNvGrpSpPr>
            <p:nvPr/>
          </p:nvGrpSpPr>
          <p:grpSpPr bwMode="auto">
            <a:xfrm>
              <a:off x="4140200" y="1125538"/>
              <a:ext cx="3240088" cy="863600"/>
              <a:chOff x="2608" y="709"/>
              <a:chExt cx="2041" cy="544"/>
            </a:xfrm>
          </p:grpSpPr>
          <p:sp>
            <p:nvSpPr>
              <p:cNvPr id="68" name="AutoShape 40">
                <a:extLst>
                  <a:ext uri="{FF2B5EF4-FFF2-40B4-BE49-F238E27FC236}">
                    <a16:creationId xmlns:a16="http://schemas.microsoft.com/office/drawing/2014/main" id="{82592EC0-F251-434B-AB7B-18ACB693055B}"/>
                  </a:ext>
                </a:extLst>
              </p:cNvPr>
              <p:cNvSpPr>
                <a:spLocks noChangeArrowheads="1"/>
              </p:cNvSpPr>
              <p:nvPr/>
            </p:nvSpPr>
            <p:spPr bwMode="auto">
              <a:xfrm>
                <a:off x="3152" y="709"/>
                <a:ext cx="1497" cy="272"/>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200" b="0" dirty="0">
                    <a:latin typeface="楷体" panose="02010609060101010101" pitchFamily="49" charset="-122"/>
                    <a:ea typeface="楷体" panose="02010609060101010101" pitchFamily="49" charset="-122"/>
                  </a:rPr>
                  <a:t>产品</a:t>
                </a:r>
                <a:r>
                  <a:rPr lang="en-US" altLang="zh-CN" sz="1200" b="0" dirty="0">
                    <a:latin typeface="楷体" panose="02010609060101010101" pitchFamily="49" charset="-122"/>
                    <a:ea typeface="楷体" panose="02010609060101010101" pitchFamily="49" charset="-122"/>
                  </a:rPr>
                  <a:t>:</a:t>
                </a:r>
                <a:r>
                  <a:rPr lang="zh-CN" altLang="en-US" sz="1200" b="0" dirty="0">
                    <a:latin typeface="楷体" panose="02010609060101010101" pitchFamily="49" charset="-122"/>
                    <a:ea typeface="楷体" panose="02010609060101010101" pitchFamily="49" charset="-122"/>
                  </a:rPr>
                  <a:t>战略规划报告</a:t>
                </a:r>
              </a:p>
            </p:txBody>
          </p:sp>
          <p:sp>
            <p:nvSpPr>
              <p:cNvPr id="69" name="Line 41">
                <a:extLst>
                  <a:ext uri="{FF2B5EF4-FFF2-40B4-BE49-F238E27FC236}">
                    <a16:creationId xmlns:a16="http://schemas.microsoft.com/office/drawing/2014/main" id="{2A703539-D0FD-8445-A1ED-E797C3F6779D}"/>
                  </a:ext>
                </a:extLst>
              </p:cNvPr>
              <p:cNvSpPr>
                <a:spLocks noChangeShapeType="1"/>
              </p:cNvSpPr>
              <p:nvPr/>
            </p:nvSpPr>
            <p:spPr bwMode="auto">
              <a:xfrm flipV="1">
                <a:off x="2608" y="981"/>
                <a:ext cx="544" cy="272"/>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grpSp>
          <p:nvGrpSpPr>
            <p:cNvPr id="41" name="Group 42">
              <a:extLst>
                <a:ext uri="{FF2B5EF4-FFF2-40B4-BE49-F238E27FC236}">
                  <a16:creationId xmlns:a16="http://schemas.microsoft.com/office/drawing/2014/main" id="{D5862125-BE73-464B-BAEA-DB5489B50395}"/>
                </a:ext>
              </a:extLst>
            </p:cNvPr>
            <p:cNvGrpSpPr>
              <a:grpSpLocks/>
            </p:cNvGrpSpPr>
            <p:nvPr/>
          </p:nvGrpSpPr>
          <p:grpSpPr bwMode="auto">
            <a:xfrm>
              <a:off x="5003800" y="1844675"/>
              <a:ext cx="3240088" cy="863600"/>
              <a:chOff x="2608" y="709"/>
              <a:chExt cx="2041" cy="544"/>
            </a:xfrm>
          </p:grpSpPr>
          <p:sp>
            <p:nvSpPr>
              <p:cNvPr id="66" name="AutoShape 43">
                <a:extLst>
                  <a:ext uri="{FF2B5EF4-FFF2-40B4-BE49-F238E27FC236}">
                    <a16:creationId xmlns:a16="http://schemas.microsoft.com/office/drawing/2014/main" id="{A813788B-C9D3-7947-9EAB-FE390220AF16}"/>
                  </a:ext>
                </a:extLst>
              </p:cNvPr>
              <p:cNvSpPr>
                <a:spLocks noChangeArrowheads="1"/>
              </p:cNvSpPr>
              <p:nvPr/>
            </p:nvSpPr>
            <p:spPr bwMode="auto">
              <a:xfrm>
                <a:off x="3152" y="709"/>
                <a:ext cx="1497" cy="272"/>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200" b="0" dirty="0">
                    <a:latin typeface="楷体" panose="02010609060101010101" pitchFamily="49" charset="-122"/>
                    <a:ea typeface="楷体" panose="02010609060101010101" pitchFamily="49" charset="-122"/>
                  </a:rPr>
                  <a:t>产品</a:t>
                </a:r>
                <a:r>
                  <a:rPr lang="en-US" altLang="zh-CN" sz="1200" b="0" dirty="0">
                    <a:latin typeface="楷体" panose="02010609060101010101" pitchFamily="49" charset="-122"/>
                    <a:ea typeface="楷体" panose="02010609060101010101" pitchFamily="49" charset="-122"/>
                  </a:rPr>
                  <a:t>:</a:t>
                </a:r>
                <a:r>
                  <a:rPr lang="zh-CN" altLang="en-US" sz="1200" b="0" dirty="0">
                    <a:latin typeface="楷体" panose="02010609060101010101" pitchFamily="49" charset="-122"/>
                    <a:ea typeface="楷体" panose="02010609060101010101" pitchFamily="49" charset="-122"/>
                  </a:rPr>
                  <a:t>可行性研究报告</a:t>
                </a:r>
              </a:p>
            </p:txBody>
          </p:sp>
          <p:sp>
            <p:nvSpPr>
              <p:cNvPr id="67" name="Line 44">
                <a:extLst>
                  <a:ext uri="{FF2B5EF4-FFF2-40B4-BE49-F238E27FC236}">
                    <a16:creationId xmlns:a16="http://schemas.microsoft.com/office/drawing/2014/main" id="{C59890EA-31C5-894B-866E-38325A4A6EDC}"/>
                  </a:ext>
                </a:extLst>
              </p:cNvPr>
              <p:cNvSpPr>
                <a:spLocks noChangeShapeType="1"/>
              </p:cNvSpPr>
              <p:nvPr/>
            </p:nvSpPr>
            <p:spPr bwMode="auto">
              <a:xfrm flipV="1">
                <a:off x="2608" y="981"/>
                <a:ext cx="544" cy="272"/>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grpSp>
          <p:nvGrpSpPr>
            <p:cNvPr id="42" name="Group 45">
              <a:extLst>
                <a:ext uri="{FF2B5EF4-FFF2-40B4-BE49-F238E27FC236}">
                  <a16:creationId xmlns:a16="http://schemas.microsoft.com/office/drawing/2014/main" id="{D0D9961A-84FC-E444-A9BA-D54D193C6592}"/>
                </a:ext>
              </a:extLst>
            </p:cNvPr>
            <p:cNvGrpSpPr>
              <a:grpSpLocks/>
            </p:cNvGrpSpPr>
            <p:nvPr/>
          </p:nvGrpSpPr>
          <p:grpSpPr bwMode="auto">
            <a:xfrm>
              <a:off x="5651500" y="2636838"/>
              <a:ext cx="3240088" cy="863600"/>
              <a:chOff x="2608" y="709"/>
              <a:chExt cx="2041" cy="544"/>
            </a:xfrm>
          </p:grpSpPr>
          <p:sp>
            <p:nvSpPr>
              <p:cNvPr id="64" name="AutoShape 46">
                <a:extLst>
                  <a:ext uri="{FF2B5EF4-FFF2-40B4-BE49-F238E27FC236}">
                    <a16:creationId xmlns:a16="http://schemas.microsoft.com/office/drawing/2014/main" id="{95DE8F7E-D53C-1344-A4E7-85E8616E469C}"/>
                  </a:ext>
                </a:extLst>
              </p:cNvPr>
              <p:cNvSpPr>
                <a:spLocks noChangeArrowheads="1"/>
              </p:cNvSpPr>
              <p:nvPr/>
            </p:nvSpPr>
            <p:spPr bwMode="auto">
              <a:xfrm>
                <a:off x="3152" y="709"/>
                <a:ext cx="1497" cy="272"/>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200" b="0">
                    <a:latin typeface="楷体" panose="02010609060101010101" pitchFamily="49" charset="-122"/>
                    <a:ea typeface="楷体" panose="02010609060101010101" pitchFamily="49" charset="-122"/>
                  </a:rPr>
                  <a:t>产品</a:t>
                </a:r>
                <a:r>
                  <a:rPr lang="en-US" altLang="zh-CN" sz="1200" b="0">
                    <a:latin typeface="楷体" panose="02010609060101010101" pitchFamily="49" charset="-122"/>
                    <a:ea typeface="楷体" panose="02010609060101010101" pitchFamily="49" charset="-122"/>
                  </a:rPr>
                  <a:t>:</a:t>
                </a:r>
                <a:r>
                  <a:rPr lang="zh-CN" altLang="en-US" sz="1200" b="0">
                    <a:latin typeface="楷体" panose="02010609060101010101" pitchFamily="49" charset="-122"/>
                    <a:ea typeface="楷体" panose="02010609060101010101" pitchFamily="49" charset="-122"/>
                  </a:rPr>
                  <a:t>需求分析报告</a:t>
                </a:r>
              </a:p>
            </p:txBody>
          </p:sp>
          <p:sp>
            <p:nvSpPr>
              <p:cNvPr id="65" name="Line 47">
                <a:extLst>
                  <a:ext uri="{FF2B5EF4-FFF2-40B4-BE49-F238E27FC236}">
                    <a16:creationId xmlns:a16="http://schemas.microsoft.com/office/drawing/2014/main" id="{D30E4BEE-88D8-6F42-96B0-3CF18FACDEEB}"/>
                  </a:ext>
                </a:extLst>
              </p:cNvPr>
              <p:cNvSpPr>
                <a:spLocks noChangeShapeType="1"/>
              </p:cNvSpPr>
              <p:nvPr/>
            </p:nvSpPr>
            <p:spPr bwMode="auto">
              <a:xfrm flipV="1">
                <a:off x="2608" y="981"/>
                <a:ext cx="544" cy="272"/>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grpSp>
          <p:nvGrpSpPr>
            <p:cNvPr id="43" name="Group 48">
              <a:extLst>
                <a:ext uri="{FF2B5EF4-FFF2-40B4-BE49-F238E27FC236}">
                  <a16:creationId xmlns:a16="http://schemas.microsoft.com/office/drawing/2014/main" id="{01576850-24C8-B846-A5A5-4B26098B1FEC}"/>
                </a:ext>
              </a:extLst>
            </p:cNvPr>
            <p:cNvGrpSpPr>
              <a:grpSpLocks/>
            </p:cNvGrpSpPr>
            <p:nvPr/>
          </p:nvGrpSpPr>
          <p:grpSpPr bwMode="auto">
            <a:xfrm>
              <a:off x="1474788" y="4365625"/>
              <a:ext cx="2592387" cy="935038"/>
              <a:chOff x="929" y="2750"/>
              <a:chExt cx="1633" cy="589"/>
            </a:xfrm>
          </p:grpSpPr>
          <p:sp>
            <p:nvSpPr>
              <p:cNvPr id="62" name="AutoShape 49">
                <a:extLst>
                  <a:ext uri="{FF2B5EF4-FFF2-40B4-BE49-F238E27FC236}">
                    <a16:creationId xmlns:a16="http://schemas.microsoft.com/office/drawing/2014/main" id="{273B5F34-E6EE-6041-8D34-6CCDAA6E3710}"/>
                  </a:ext>
                </a:extLst>
              </p:cNvPr>
              <p:cNvSpPr>
                <a:spLocks noChangeArrowheads="1"/>
              </p:cNvSpPr>
              <p:nvPr/>
            </p:nvSpPr>
            <p:spPr bwMode="auto">
              <a:xfrm>
                <a:off x="929" y="2976"/>
                <a:ext cx="1497" cy="363"/>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100" b="0" dirty="0">
                    <a:latin typeface="楷体" panose="02010609060101010101" pitchFamily="49" charset="-122"/>
                    <a:ea typeface="楷体" panose="02010609060101010101" pitchFamily="49" charset="-122"/>
                  </a:rPr>
                  <a:t>产品</a:t>
                </a:r>
                <a:r>
                  <a:rPr lang="en-US" altLang="zh-CN" sz="1100" b="0" dirty="0">
                    <a:latin typeface="楷体" panose="02010609060101010101" pitchFamily="49" charset="-122"/>
                    <a:ea typeface="楷体" panose="02010609060101010101" pitchFamily="49" charset="-122"/>
                  </a:rPr>
                  <a:t>:</a:t>
                </a:r>
                <a:r>
                  <a:rPr lang="zh-CN" altLang="en-US" sz="1100" b="0" dirty="0">
                    <a:latin typeface="楷体" panose="02010609060101010101" pitchFamily="49" charset="-122"/>
                    <a:ea typeface="楷体" panose="02010609060101010101" pitchFamily="49" charset="-122"/>
                  </a:rPr>
                  <a:t>概要设计报告</a:t>
                </a:r>
              </a:p>
              <a:p>
                <a:pPr algn="ctr" eaLnBrk="1" hangingPunct="1"/>
                <a:r>
                  <a:rPr lang="zh-CN" altLang="en-US" sz="1100" b="0" dirty="0">
                    <a:latin typeface="楷体" panose="02010609060101010101" pitchFamily="49" charset="-122"/>
                    <a:ea typeface="楷体" panose="02010609060101010101" pitchFamily="49" charset="-122"/>
                  </a:rPr>
                  <a:t>详细设计方案</a:t>
                </a:r>
              </a:p>
            </p:txBody>
          </p:sp>
          <p:sp>
            <p:nvSpPr>
              <p:cNvPr id="63" name="Line 50">
                <a:extLst>
                  <a:ext uri="{FF2B5EF4-FFF2-40B4-BE49-F238E27FC236}">
                    <a16:creationId xmlns:a16="http://schemas.microsoft.com/office/drawing/2014/main" id="{687DB6AA-A56E-F849-925F-A46031DFFB2A}"/>
                  </a:ext>
                </a:extLst>
              </p:cNvPr>
              <p:cNvSpPr>
                <a:spLocks noChangeShapeType="1"/>
              </p:cNvSpPr>
              <p:nvPr/>
            </p:nvSpPr>
            <p:spPr bwMode="auto">
              <a:xfrm flipH="1">
                <a:off x="2109" y="2750"/>
                <a:ext cx="453" cy="226"/>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grpSp>
          <p:nvGrpSpPr>
            <p:cNvPr id="44" name="Group 51">
              <a:extLst>
                <a:ext uri="{FF2B5EF4-FFF2-40B4-BE49-F238E27FC236}">
                  <a16:creationId xmlns:a16="http://schemas.microsoft.com/office/drawing/2014/main" id="{17884DF2-1CED-4647-9731-2C39292499D0}"/>
                </a:ext>
              </a:extLst>
            </p:cNvPr>
            <p:cNvGrpSpPr>
              <a:grpSpLocks/>
            </p:cNvGrpSpPr>
            <p:nvPr/>
          </p:nvGrpSpPr>
          <p:grpSpPr bwMode="auto">
            <a:xfrm>
              <a:off x="2987675" y="5445125"/>
              <a:ext cx="2592388" cy="647700"/>
              <a:chOff x="929" y="2750"/>
              <a:chExt cx="1633" cy="589"/>
            </a:xfrm>
          </p:grpSpPr>
          <p:sp>
            <p:nvSpPr>
              <p:cNvPr id="60" name="AutoShape 52">
                <a:extLst>
                  <a:ext uri="{FF2B5EF4-FFF2-40B4-BE49-F238E27FC236}">
                    <a16:creationId xmlns:a16="http://schemas.microsoft.com/office/drawing/2014/main" id="{8F617816-0BBF-8E47-A181-20420A388317}"/>
                  </a:ext>
                </a:extLst>
              </p:cNvPr>
              <p:cNvSpPr>
                <a:spLocks noChangeArrowheads="1"/>
              </p:cNvSpPr>
              <p:nvPr/>
            </p:nvSpPr>
            <p:spPr bwMode="auto">
              <a:xfrm>
                <a:off x="929" y="2976"/>
                <a:ext cx="1497" cy="363"/>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200" b="0">
                    <a:latin typeface="楷体" panose="02010609060101010101" pitchFamily="49" charset="-122"/>
                    <a:ea typeface="楷体" panose="02010609060101010101" pitchFamily="49" charset="-122"/>
                  </a:rPr>
                  <a:t>产品</a:t>
                </a:r>
                <a:r>
                  <a:rPr lang="en-US" altLang="zh-CN" sz="1200" b="0">
                    <a:latin typeface="楷体" panose="02010609060101010101" pitchFamily="49" charset="-122"/>
                    <a:ea typeface="楷体" panose="02010609060101010101" pitchFamily="49" charset="-122"/>
                  </a:rPr>
                  <a:t>:</a:t>
                </a:r>
                <a:r>
                  <a:rPr lang="zh-CN" altLang="en-US" sz="1200" b="0">
                    <a:latin typeface="楷体" panose="02010609060101010101" pitchFamily="49" charset="-122"/>
                    <a:ea typeface="楷体" panose="02010609060101010101" pitchFamily="49" charset="-122"/>
                  </a:rPr>
                  <a:t>测试方案</a:t>
                </a:r>
              </a:p>
            </p:txBody>
          </p:sp>
          <p:sp>
            <p:nvSpPr>
              <p:cNvPr id="61" name="Line 53">
                <a:extLst>
                  <a:ext uri="{FF2B5EF4-FFF2-40B4-BE49-F238E27FC236}">
                    <a16:creationId xmlns:a16="http://schemas.microsoft.com/office/drawing/2014/main" id="{CF8513AC-CF48-214C-AD2F-897A917126E3}"/>
                  </a:ext>
                </a:extLst>
              </p:cNvPr>
              <p:cNvSpPr>
                <a:spLocks noChangeShapeType="1"/>
              </p:cNvSpPr>
              <p:nvPr/>
            </p:nvSpPr>
            <p:spPr bwMode="auto">
              <a:xfrm flipH="1">
                <a:off x="2109" y="2750"/>
                <a:ext cx="453" cy="226"/>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grpSp>
          <p:nvGrpSpPr>
            <p:cNvPr id="45" name="Group 54">
              <a:extLst>
                <a:ext uri="{FF2B5EF4-FFF2-40B4-BE49-F238E27FC236}">
                  <a16:creationId xmlns:a16="http://schemas.microsoft.com/office/drawing/2014/main" id="{822C1769-8FE0-6B41-A71D-F49865553DF9}"/>
                </a:ext>
              </a:extLst>
            </p:cNvPr>
            <p:cNvGrpSpPr>
              <a:grpSpLocks/>
            </p:cNvGrpSpPr>
            <p:nvPr/>
          </p:nvGrpSpPr>
          <p:grpSpPr bwMode="auto">
            <a:xfrm>
              <a:off x="3708400" y="6094413"/>
              <a:ext cx="2592388" cy="647700"/>
              <a:chOff x="929" y="2750"/>
              <a:chExt cx="1633" cy="589"/>
            </a:xfrm>
          </p:grpSpPr>
          <p:sp>
            <p:nvSpPr>
              <p:cNvPr id="58" name="AutoShape 55">
                <a:extLst>
                  <a:ext uri="{FF2B5EF4-FFF2-40B4-BE49-F238E27FC236}">
                    <a16:creationId xmlns:a16="http://schemas.microsoft.com/office/drawing/2014/main" id="{02DCA17C-3BBD-CA45-8463-8F7CB932BF6E}"/>
                  </a:ext>
                </a:extLst>
              </p:cNvPr>
              <p:cNvSpPr>
                <a:spLocks noChangeArrowheads="1"/>
              </p:cNvSpPr>
              <p:nvPr/>
            </p:nvSpPr>
            <p:spPr bwMode="auto">
              <a:xfrm>
                <a:off x="929" y="2976"/>
                <a:ext cx="1497" cy="363"/>
              </a:xfrm>
              <a:prstGeom prst="foldedCorner">
                <a:avLst>
                  <a:gd name="adj" fmla="val 12500"/>
                </a:avLst>
              </a:prstGeom>
              <a:solidFill>
                <a:schemeClr val="accent1"/>
              </a:solidFill>
              <a:ln w="9525">
                <a:solidFill>
                  <a:schemeClr val="tx1"/>
                </a:solidFill>
                <a:round/>
                <a:headEnd/>
                <a:tailEnd/>
              </a:ln>
            </p:spPr>
            <p:txBody>
              <a:bodyPr wrap="none" anchor="ctr"/>
              <a:lstStyle>
                <a:lvl1pPr eaLnBrk="0" hangingPunct="0">
                  <a:defRPr kumimoji="1" sz="2400" b="1">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新魏" panose="0201080004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华文新魏" panose="02010800040101010101" pitchFamily="2" charset="-122"/>
                  </a:defRPr>
                </a:lvl9pPr>
              </a:lstStyle>
              <a:p>
                <a:pPr algn="ctr" eaLnBrk="1" hangingPunct="1"/>
                <a:r>
                  <a:rPr lang="zh-CN" altLang="en-US" sz="1200" b="0">
                    <a:latin typeface="楷体" panose="02010609060101010101" pitchFamily="49" charset="-122"/>
                    <a:ea typeface="楷体" panose="02010609060101010101" pitchFamily="49" charset="-122"/>
                  </a:rPr>
                  <a:t>产品</a:t>
                </a:r>
                <a:r>
                  <a:rPr lang="en-US" altLang="zh-CN" sz="1200" b="0">
                    <a:latin typeface="楷体" panose="02010609060101010101" pitchFamily="49" charset="-122"/>
                    <a:ea typeface="楷体" panose="02010609060101010101" pitchFamily="49" charset="-122"/>
                  </a:rPr>
                  <a:t>:</a:t>
                </a:r>
                <a:r>
                  <a:rPr lang="zh-CN" altLang="en-US" sz="1200" b="0">
                    <a:latin typeface="楷体" panose="02010609060101010101" pitchFamily="49" charset="-122"/>
                    <a:ea typeface="楷体" panose="02010609060101010101" pitchFamily="49" charset="-122"/>
                  </a:rPr>
                  <a:t>维护及培训报告</a:t>
                </a:r>
              </a:p>
            </p:txBody>
          </p:sp>
          <p:sp>
            <p:nvSpPr>
              <p:cNvPr id="59" name="Line 56">
                <a:extLst>
                  <a:ext uri="{FF2B5EF4-FFF2-40B4-BE49-F238E27FC236}">
                    <a16:creationId xmlns:a16="http://schemas.microsoft.com/office/drawing/2014/main" id="{BE45F540-3C39-D14E-981C-9259E4114A0A}"/>
                  </a:ext>
                </a:extLst>
              </p:cNvPr>
              <p:cNvSpPr>
                <a:spLocks noChangeShapeType="1"/>
              </p:cNvSpPr>
              <p:nvPr/>
            </p:nvSpPr>
            <p:spPr bwMode="auto">
              <a:xfrm flipH="1">
                <a:off x="2109" y="2750"/>
                <a:ext cx="453" cy="226"/>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sp>
          <p:nvSpPr>
            <p:cNvPr id="46" name="Line 57">
              <a:extLst>
                <a:ext uri="{FF2B5EF4-FFF2-40B4-BE49-F238E27FC236}">
                  <a16:creationId xmlns:a16="http://schemas.microsoft.com/office/drawing/2014/main" id="{8E3EDC12-BD93-ED47-B653-63BEEAD25083}"/>
                </a:ext>
              </a:extLst>
            </p:cNvPr>
            <p:cNvSpPr>
              <a:spLocks noChangeShapeType="1"/>
            </p:cNvSpPr>
            <p:nvPr/>
          </p:nvSpPr>
          <p:spPr bwMode="auto">
            <a:xfrm flipH="1">
              <a:off x="2268538" y="2852738"/>
              <a:ext cx="2873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47" name="Line 58">
              <a:extLst>
                <a:ext uri="{FF2B5EF4-FFF2-40B4-BE49-F238E27FC236}">
                  <a16:creationId xmlns:a16="http://schemas.microsoft.com/office/drawing/2014/main" id="{31B77419-0E64-204E-BDA5-D5CD7ED297F2}"/>
                </a:ext>
              </a:extLst>
            </p:cNvPr>
            <p:cNvSpPr>
              <a:spLocks noChangeShapeType="1"/>
            </p:cNvSpPr>
            <p:nvPr/>
          </p:nvSpPr>
          <p:spPr bwMode="auto">
            <a:xfrm flipV="1">
              <a:off x="2268538" y="2420938"/>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48" name="Line 59">
              <a:extLst>
                <a:ext uri="{FF2B5EF4-FFF2-40B4-BE49-F238E27FC236}">
                  <a16:creationId xmlns:a16="http://schemas.microsoft.com/office/drawing/2014/main" id="{4135B14D-B6A3-F34F-BFFF-BF1E1AC7555E}"/>
                </a:ext>
              </a:extLst>
            </p:cNvPr>
            <p:cNvSpPr>
              <a:spLocks noChangeShapeType="1"/>
            </p:cNvSpPr>
            <p:nvPr/>
          </p:nvSpPr>
          <p:spPr bwMode="auto">
            <a:xfrm flipH="1">
              <a:off x="3060700" y="3500438"/>
              <a:ext cx="287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49" name="Line 60">
              <a:extLst>
                <a:ext uri="{FF2B5EF4-FFF2-40B4-BE49-F238E27FC236}">
                  <a16:creationId xmlns:a16="http://schemas.microsoft.com/office/drawing/2014/main" id="{C95244C7-470E-5740-BFAF-21E668ABF340}"/>
                </a:ext>
              </a:extLst>
            </p:cNvPr>
            <p:cNvSpPr>
              <a:spLocks noChangeShapeType="1"/>
            </p:cNvSpPr>
            <p:nvPr/>
          </p:nvSpPr>
          <p:spPr bwMode="auto">
            <a:xfrm flipV="1">
              <a:off x="3060700" y="3068638"/>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0" name="Line 61">
              <a:extLst>
                <a:ext uri="{FF2B5EF4-FFF2-40B4-BE49-F238E27FC236}">
                  <a16:creationId xmlns:a16="http://schemas.microsoft.com/office/drawing/2014/main" id="{E88B0361-201A-7343-BB14-B2C1D6763EDB}"/>
                </a:ext>
              </a:extLst>
            </p:cNvPr>
            <p:cNvSpPr>
              <a:spLocks noChangeShapeType="1"/>
            </p:cNvSpPr>
            <p:nvPr/>
          </p:nvSpPr>
          <p:spPr bwMode="auto">
            <a:xfrm flipH="1">
              <a:off x="3779838" y="4149725"/>
              <a:ext cx="2873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1" name="Line 62">
              <a:extLst>
                <a:ext uri="{FF2B5EF4-FFF2-40B4-BE49-F238E27FC236}">
                  <a16:creationId xmlns:a16="http://schemas.microsoft.com/office/drawing/2014/main" id="{56266DD5-F6E3-EA49-81D5-7BF0C3E19852}"/>
                </a:ext>
              </a:extLst>
            </p:cNvPr>
            <p:cNvSpPr>
              <a:spLocks noChangeShapeType="1"/>
            </p:cNvSpPr>
            <p:nvPr/>
          </p:nvSpPr>
          <p:spPr bwMode="auto">
            <a:xfrm flipV="1">
              <a:off x="3779838" y="3717925"/>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2" name="Line 63">
              <a:extLst>
                <a:ext uri="{FF2B5EF4-FFF2-40B4-BE49-F238E27FC236}">
                  <a16:creationId xmlns:a16="http://schemas.microsoft.com/office/drawing/2014/main" id="{BF5E0D0F-73F8-A744-B3F2-98039FBEBD22}"/>
                </a:ext>
              </a:extLst>
            </p:cNvPr>
            <p:cNvSpPr>
              <a:spLocks noChangeShapeType="1"/>
            </p:cNvSpPr>
            <p:nvPr/>
          </p:nvSpPr>
          <p:spPr bwMode="auto">
            <a:xfrm flipH="1">
              <a:off x="4572000" y="4868863"/>
              <a:ext cx="287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3" name="Line 64">
              <a:extLst>
                <a:ext uri="{FF2B5EF4-FFF2-40B4-BE49-F238E27FC236}">
                  <a16:creationId xmlns:a16="http://schemas.microsoft.com/office/drawing/2014/main" id="{D5717C2A-75FE-CB4B-A428-2D7D74D09CB1}"/>
                </a:ext>
              </a:extLst>
            </p:cNvPr>
            <p:cNvSpPr>
              <a:spLocks noChangeShapeType="1"/>
            </p:cNvSpPr>
            <p:nvPr/>
          </p:nvSpPr>
          <p:spPr bwMode="auto">
            <a:xfrm flipV="1">
              <a:off x="4572000" y="4437063"/>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4" name="Line 65">
              <a:extLst>
                <a:ext uri="{FF2B5EF4-FFF2-40B4-BE49-F238E27FC236}">
                  <a16:creationId xmlns:a16="http://schemas.microsoft.com/office/drawing/2014/main" id="{B7AA1D0C-C68D-C346-ADE7-D7426BDBEBF7}"/>
                </a:ext>
              </a:extLst>
            </p:cNvPr>
            <p:cNvSpPr>
              <a:spLocks noChangeShapeType="1"/>
            </p:cNvSpPr>
            <p:nvPr/>
          </p:nvSpPr>
          <p:spPr bwMode="auto">
            <a:xfrm flipH="1">
              <a:off x="5292725" y="5445125"/>
              <a:ext cx="287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5" name="Line 66">
              <a:extLst>
                <a:ext uri="{FF2B5EF4-FFF2-40B4-BE49-F238E27FC236}">
                  <a16:creationId xmlns:a16="http://schemas.microsoft.com/office/drawing/2014/main" id="{97ECF527-F76E-FB44-A1EF-BBAEB2E1153E}"/>
                </a:ext>
              </a:extLst>
            </p:cNvPr>
            <p:cNvSpPr>
              <a:spLocks noChangeShapeType="1"/>
            </p:cNvSpPr>
            <p:nvPr/>
          </p:nvSpPr>
          <p:spPr bwMode="auto">
            <a:xfrm flipV="1">
              <a:off x="5292725" y="5013325"/>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6" name="Line 67">
              <a:extLst>
                <a:ext uri="{FF2B5EF4-FFF2-40B4-BE49-F238E27FC236}">
                  <a16:creationId xmlns:a16="http://schemas.microsoft.com/office/drawing/2014/main" id="{C0B2A1EA-8942-2B4D-BFA5-71C247311310}"/>
                </a:ext>
              </a:extLst>
            </p:cNvPr>
            <p:cNvSpPr>
              <a:spLocks noChangeShapeType="1"/>
            </p:cNvSpPr>
            <p:nvPr/>
          </p:nvSpPr>
          <p:spPr bwMode="auto">
            <a:xfrm flipH="1">
              <a:off x="5868988" y="6165850"/>
              <a:ext cx="2873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sp>
          <p:nvSpPr>
            <p:cNvPr id="57" name="Line 68">
              <a:extLst>
                <a:ext uri="{FF2B5EF4-FFF2-40B4-BE49-F238E27FC236}">
                  <a16:creationId xmlns:a16="http://schemas.microsoft.com/office/drawing/2014/main" id="{D523C84F-0A41-274B-86BF-FF994C5FC5FA}"/>
                </a:ext>
              </a:extLst>
            </p:cNvPr>
            <p:cNvSpPr>
              <a:spLocks noChangeShapeType="1"/>
            </p:cNvSpPr>
            <p:nvPr/>
          </p:nvSpPr>
          <p:spPr bwMode="auto">
            <a:xfrm flipV="1">
              <a:off x="5868988" y="573405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50">
                <a:latin typeface="楷体" panose="02010609060101010101" pitchFamily="49" charset="-122"/>
                <a:ea typeface="楷体" panose="02010609060101010101" pitchFamily="49" charset="-122"/>
              </a:endParaRPr>
            </a:p>
          </p:txBody>
        </p:sp>
      </p:grpSp>
      <p:sp>
        <p:nvSpPr>
          <p:cNvPr id="70" name="矩形 69"/>
          <p:cNvSpPr/>
          <p:nvPr/>
        </p:nvSpPr>
        <p:spPr>
          <a:xfrm>
            <a:off x="904736" y="1546122"/>
            <a:ext cx="3209162" cy="4524315"/>
          </a:xfrm>
          <a:prstGeom prst="rect">
            <a:avLst/>
          </a:prstGeom>
        </p:spPr>
        <p:txBody>
          <a:bodyPr wrap="square">
            <a:spAutoFit/>
          </a:bodyPr>
          <a:lstStyle/>
          <a:p>
            <a:r>
              <a:rPr kumimoji="1" lang="zh-CN" altLang="en-US" sz="2400" dirty="0">
                <a:latin typeface="楷体" panose="02010609060101010101" pitchFamily="49" charset="-122"/>
                <a:ea typeface="楷体" panose="02010609060101010101" pitchFamily="49" charset="-122"/>
              </a:rPr>
              <a:t>项目的执行组织通常将项目分成若干个项目阶段，以便提供更好的管理控制，并与项目组织的持续运作之间建立恰当联系。所有的项目阶段就构成项目</a:t>
            </a:r>
            <a:r>
              <a:rPr kumimoji="1" lang="zh-CN" altLang="en-US" sz="2400" b="1" dirty="0">
                <a:solidFill>
                  <a:schemeClr val="accent5">
                    <a:lumMod val="50000"/>
                  </a:schemeClr>
                </a:solidFill>
                <a:latin typeface="楷体" panose="02010609060101010101" pitchFamily="49" charset="-122"/>
                <a:ea typeface="楷体" panose="02010609060101010101" pitchFamily="49" charset="-122"/>
              </a:rPr>
              <a:t>生命周期</a:t>
            </a:r>
            <a:r>
              <a:rPr kumimoji="1" lang="zh-CN" altLang="en-US" sz="2400" dirty="0">
                <a:latin typeface="楷体" panose="02010609060101010101" pitchFamily="49" charset="-122"/>
                <a:ea typeface="楷体" panose="02010609060101010101" pitchFamily="49" charset="-122"/>
              </a:rPr>
              <a:t>，项目生命周期是通常按顺序排列而有时又互相交叉的各项目阶段的集合</a:t>
            </a:r>
            <a:endParaRPr lang="zh-CN" altLang="en-US" sz="2400" dirty="0"/>
          </a:p>
        </p:txBody>
      </p:sp>
      <p:sp>
        <p:nvSpPr>
          <p:cNvPr id="72" name="文本框 71"/>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28621958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a:extLst>
              <a:ext uri="{FF2B5EF4-FFF2-40B4-BE49-F238E27FC236}">
                <a16:creationId xmlns:a16="http://schemas.microsoft.com/office/drawing/2014/main" id="{900AF38F-D380-B944-BF6C-71DD206F8897}"/>
              </a:ext>
            </a:extLst>
          </p:cNvPr>
          <p:cNvGraphicFramePr/>
          <p:nvPr>
            <p:extLst>
              <p:ext uri="{D42A27DB-BD31-4B8C-83A1-F6EECF244321}">
                <p14:modId xmlns:p14="http://schemas.microsoft.com/office/powerpoint/2010/main" val="2070614658"/>
              </p:ext>
            </p:extLst>
          </p:nvPr>
        </p:nvGraphicFramePr>
        <p:xfrm>
          <a:off x="2118245" y="2246215"/>
          <a:ext cx="7637429"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3478209" y="1213189"/>
            <a:ext cx="5570756"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项目生命周期中与时间相关的概念</a:t>
            </a:r>
          </a:p>
        </p:txBody>
      </p:sp>
      <p:sp>
        <p:nvSpPr>
          <p:cNvPr id="7" name="文本框 6"/>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29056866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426213" y="1901388"/>
            <a:ext cx="1698656" cy="679462"/>
            <a:chOff x="4072" y="95422"/>
            <a:chExt cx="1698656" cy="679462"/>
          </a:xfrm>
        </p:grpSpPr>
        <p:sp>
          <p:nvSpPr>
            <p:cNvPr id="29" name="燕尾形 28"/>
            <p:cNvSpPr/>
            <p:nvPr/>
          </p:nvSpPr>
          <p:spPr>
            <a:xfrm>
              <a:off x="4072" y="95422"/>
              <a:ext cx="1698656" cy="679462"/>
            </a:xfrm>
            <a:prstGeom prst="chevron">
              <a:avLst/>
            </a:prstGeom>
          </p:spPr>
          <p:style>
            <a:lnRef idx="0">
              <a:schemeClr val="lt1">
                <a:hueOff val="0"/>
                <a:satOff val="0"/>
                <a:lumOff val="0"/>
                <a:alphaOff val="0"/>
              </a:schemeClr>
            </a:lnRef>
            <a:fillRef idx="3">
              <a:schemeClr val="accent5">
                <a:hueOff val="0"/>
                <a:satOff val="0"/>
                <a:lumOff val="0"/>
                <a:alphaOff val="0"/>
              </a:schemeClr>
            </a:fillRef>
            <a:effectRef idx="3">
              <a:schemeClr val="accent5">
                <a:hueOff val="0"/>
                <a:satOff val="0"/>
                <a:lumOff val="0"/>
                <a:alphaOff val="0"/>
              </a:schemeClr>
            </a:effectRef>
            <a:fontRef idx="minor">
              <a:schemeClr val="lt1"/>
            </a:fontRef>
          </p:style>
        </p:sp>
        <p:sp>
          <p:nvSpPr>
            <p:cNvPr id="30" name="燕尾形 4"/>
            <p:cNvSpPr/>
            <p:nvPr/>
          </p:nvSpPr>
          <p:spPr>
            <a:xfrm>
              <a:off x="343803" y="95422"/>
              <a:ext cx="1019194" cy="679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CN" sz="1800" b="0" kern="1200">
                  <a:latin typeface="KaiTi" panose="02010609060101010101" pitchFamily="49" charset="-122"/>
                  <a:ea typeface="KaiTi" panose="02010609060101010101" pitchFamily="49" charset="-122"/>
                </a:rPr>
                <a:t>1</a:t>
              </a:r>
              <a:r>
                <a:rPr lang="zh-CN" altLang="zh-CN" sz="1800" b="0" kern="1200">
                  <a:latin typeface="KaiTi" panose="02010609060101010101" pitchFamily="49" charset="-122"/>
                  <a:ea typeface="KaiTi" panose="02010609060101010101" pitchFamily="49" charset="-122"/>
                </a:rPr>
                <a:t>．启动</a:t>
              </a:r>
              <a:endParaRPr lang="zh-CN" altLang="en-US" sz="1800" b="0" kern="1200" dirty="0">
                <a:latin typeface="KaiTi" panose="02010609060101010101" pitchFamily="49" charset="-122"/>
                <a:ea typeface="KaiTi" panose="02010609060101010101" pitchFamily="49" charset="-122"/>
              </a:endParaRPr>
            </a:p>
          </p:txBody>
        </p:sp>
      </p:grpSp>
      <p:grpSp>
        <p:nvGrpSpPr>
          <p:cNvPr id="5" name="组合 4"/>
          <p:cNvGrpSpPr/>
          <p:nvPr/>
        </p:nvGrpSpPr>
        <p:grpSpPr>
          <a:xfrm>
            <a:off x="2426213" y="2665783"/>
            <a:ext cx="1358925" cy="2997000"/>
            <a:chOff x="4072" y="859817"/>
            <a:chExt cx="1358925" cy="2997000"/>
          </a:xfrm>
        </p:grpSpPr>
        <p:sp>
          <p:nvSpPr>
            <p:cNvPr id="27" name="矩形 26"/>
            <p:cNvSpPr/>
            <p:nvPr/>
          </p:nvSpPr>
          <p:spPr>
            <a:xfrm>
              <a:off x="4072" y="859817"/>
              <a:ext cx="1358925" cy="299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8" name="矩形 27"/>
            <p:cNvSpPr/>
            <p:nvPr/>
          </p:nvSpPr>
          <p:spPr>
            <a:xfrm>
              <a:off x="4072" y="859817"/>
              <a:ext cx="1358925" cy="299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项目获得授权正式被立项，并成立项目组，宣告项目开始。启动是一种认可过程，用来正式认可一个新项目或新阶段的存在。</a:t>
              </a:r>
            </a:p>
          </p:txBody>
        </p:sp>
      </p:grpSp>
      <p:grpSp>
        <p:nvGrpSpPr>
          <p:cNvPr id="6" name="组合 5"/>
          <p:cNvGrpSpPr/>
          <p:nvPr/>
        </p:nvGrpSpPr>
        <p:grpSpPr>
          <a:xfrm>
            <a:off x="3908870" y="1901388"/>
            <a:ext cx="1698656" cy="679462"/>
            <a:chOff x="1486729" y="95422"/>
            <a:chExt cx="1698656" cy="679462"/>
          </a:xfrm>
        </p:grpSpPr>
        <p:sp>
          <p:nvSpPr>
            <p:cNvPr id="25" name="燕尾形 24"/>
            <p:cNvSpPr/>
            <p:nvPr/>
          </p:nvSpPr>
          <p:spPr>
            <a:xfrm>
              <a:off x="1486729" y="95422"/>
              <a:ext cx="1698656" cy="679462"/>
            </a:xfrm>
            <a:prstGeom prst="chevron">
              <a:avLst/>
            </a:prstGeom>
          </p:spPr>
          <p:style>
            <a:lnRef idx="0">
              <a:schemeClr val="lt1">
                <a:hueOff val="0"/>
                <a:satOff val="0"/>
                <a:lumOff val="0"/>
                <a:alphaOff val="0"/>
              </a:schemeClr>
            </a:lnRef>
            <a:fillRef idx="3">
              <a:schemeClr val="accent5">
                <a:hueOff val="-1838336"/>
                <a:satOff val="-2557"/>
                <a:lumOff val="-981"/>
                <a:alphaOff val="0"/>
              </a:schemeClr>
            </a:fillRef>
            <a:effectRef idx="3">
              <a:schemeClr val="accent5">
                <a:hueOff val="-1838336"/>
                <a:satOff val="-2557"/>
                <a:lumOff val="-981"/>
                <a:alphaOff val="0"/>
              </a:schemeClr>
            </a:effectRef>
            <a:fontRef idx="minor">
              <a:schemeClr val="lt1"/>
            </a:fontRef>
          </p:style>
        </p:sp>
        <p:sp>
          <p:nvSpPr>
            <p:cNvPr id="26" name="燕尾形 8"/>
            <p:cNvSpPr/>
            <p:nvPr/>
          </p:nvSpPr>
          <p:spPr>
            <a:xfrm>
              <a:off x="1826460" y="95422"/>
              <a:ext cx="1019194" cy="679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CN" sz="1800" b="0" kern="1200" dirty="0">
                  <a:latin typeface="KaiTi" panose="02010609060101010101" pitchFamily="49" charset="-122"/>
                  <a:ea typeface="KaiTi" panose="02010609060101010101" pitchFamily="49" charset="-122"/>
                </a:rPr>
                <a:t>2</a:t>
              </a:r>
              <a:r>
                <a:rPr lang="zh-CN" altLang="zh-CN" sz="1800" b="0" kern="1200" dirty="0">
                  <a:latin typeface="KaiTi" panose="02010609060101010101" pitchFamily="49" charset="-122"/>
                  <a:ea typeface="KaiTi" panose="02010609060101010101" pitchFamily="49" charset="-122"/>
                </a:rPr>
                <a:t>．计划</a:t>
              </a:r>
            </a:p>
          </p:txBody>
        </p:sp>
      </p:grpSp>
      <p:grpSp>
        <p:nvGrpSpPr>
          <p:cNvPr id="7" name="组合 6"/>
          <p:cNvGrpSpPr/>
          <p:nvPr/>
        </p:nvGrpSpPr>
        <p:grpSpPr>
          <a:xfrm>
            <a:off x="3908870" y="2665783"/>
            <a:ext cx="1358925" cy="2997000"/>
            <a:chOff x="1486729" y="859817"/>
            <a:chExt cx="1358925" cy="2997000"/>
          </a:xfrm>
        </p:grpSpPr>
        <p:sp>
          <p:nvSpPr>
            <p:cNvPr id="23" name="矩形 22"/>
            <p:cNvSpPr/>
            <p:nvPr/>
          </p:nvSpPr>
          <p:spPr>
            <a:xfrm>
              <a:off x="1486729" y="859817"/>
              <a:ext cx="1358925" cy="299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矩形 23"/>
            <p:cNvSpPr/>
            <p:nvPr/>
          </p:nvSpPr>
          <p:spPr>
            <a:xfrm>
              <a:off x="1486729" y="859817"/>
              <a:ext cx="1358925" cy="299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明确项目范围，定义和评估项目目标，选择实现项目目标的最佳策略，制定项目计划。</a:t>
              </a:r>
            </a:p>
          </p:txBody>
        </p:sp>
      </p:grpSp>
      <p:grpSp>
        <p:nvGrpSpPr>
          <p:cNvPr id="8" name="组合 7"/>
          <p:cNvGrpSpPr/>
          <p:nvPr/>
        </p:nvGrpSpPr>
        <p:grpSpPr>
          <a:xfrm>
            <a:off x="5391527" y="1901388"/>
            <a:ext cx="1698656" cy="679462"/>
            <a:chOff x="2969386" y="95422"/>
            <a:chExt cx="1698656" cy="679462"/>
          </a:xfrm>
        </p:grpSpPr>
        <p:sp>
          <p:nvSpPr>
            <p:cNvPr id="21" name="燕尾形 20"/>
            <p:cNvSpPr/>
            <p:nvPr/>
          </p:nvSpPr>
          <p:spPr>
            <a:xfrm>
              <a:off x="2969386" y="95422"/>
              <a:ext cx="1698656" cy="679462"/>
            </a:xfrm>
            <a:prstGeom prst="chevron">
              <a:avLst/>
            </a:prstGeom>
          </p:spPr>
          <p:style>
            <a:lnRef idx="0">
              <a:schemeClr val="lt1">
                <a:hueOff val="0"/>
                <a:satOff val="0"/>
                <a:lumOff val="0"/>
                <a:alphaOff val="0"/>
              </a:schemeClr>
            </a:lnRef>
            <a:fillRef idx="3">
              <a:schemeClr val="accent5">
                <a:hueOff val="-3676672"/>
                <a:satOff val="-5114"/>
                <a:lumOff val="-1961"/>
                <a:alphaOff val="0"/>
              </a:schemeClr>
            </a:fillRef>
            <a:effectRef idx="3">
              <a:schemeClr val="accent5">
                <a:hueOff val="-3676672"/>
                <a:satOff val="-5114"/>
                <a:lumOff val="-1961"/>
                <a:alphaOff val="0"/>
              </a:schemeClr>
            </a:effectRef>
            <a:fontRef idx="minor">
              <a:schemeClr val="lt1"/>
            </a:fontRef>
          </p:style>
        </p:sp>
        <p:sp>
          <p:nvSpPr>
            <p:cNvPr id="22" name="燕尾形 12"/>
            <p:cNvSpPr/>
            <p:nvPr/>
          </p:nvSpPr>
          <p:spPr>
            <a:xfrm>
              <a:off x="3309117" y="95422"/>
              <a:ext cx="1019194" cy="679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CN" sz="1800" b="0" kern="1200" dirty="0">
                  <a:latin typeface="KaiTi" panose="02010609060101010101" pitchFamily="49" charset="-122"/>
                  <a:ea typeface="KaiTi" panose="02010609060101010101" pitchFamily="49" charset="-122"/>
                </a:rPr>
                <a:t>3</a:t>
              </a:r>
              <a:r>
                <a:rPr lang="zh-CN" altLang="zh-CN" sz="1800" b="0" kern="1200" dirty="0">
                  <a:latin typeface="KaiTi" panose="02010609060101010101" pitchFamily="49" charset="-122"/>
                  <a:ea typeface="KaiTi" panose="02010609060101010101" pitchFamily="49" charset="-122"/>
                </a:rPr>
                <a:t>．执行</a:t>
              </a:r>
            </a:p>
          </p:txBody>
        </p:sp>
      </p:grpSp>
      <p:grpSp>
        <p:nvGrpSpPr>
          <p:cNvPr id="9" name="组合 8"/>
          <p:cNvGrpSpPr/>
          <p:nvPr/>
        </p:nvGrpSpPr>
        <p:grpSpPr>
          <a:xfrm>
            <a:off x="5391527" y="2665783"/>
            <a:ext cx="1358925" cy="2997000"/>
            <a:chOff x="2969386" y="859817"/>
            <a:chExt cx="1358925" cy="2997000"/>
          </a:xfrm>
        </p:grpSpPr>
        <p:sp>
          <p:nvSpPr>
            <p:cNvPr id="19" name="矩形 18"/>
            <p:cNvSpPr/>
            <p:nvPr/>
          </p:nvSpPr>
          <p:spPr>
            <a:xfrm>
              <a:off x="2969386" y="859817"/>
              <a:ext cx="1358925" cy="299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矩形 19"/>
            <p:cNvSpPr/>
            <p:nvPr/>
          </p:nvSpPr>
          <p:spPr>
            <a:xfrm>
              <a:off x="2969386" y="859817"/>
              <a:ext cx="1358925" cy="299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调动资源，完成项目管理计划中确定的工作。</a:t>
              </a:r>
            </a:p>
          </p:txBody>
        </p:sp>
      </p:grpSp>
      <p:grpSp>
        <p:nvGrpSpPr>
          <p:cNvPr id="10" name="组合 9"/>
          <p:cNvGrpSpPr/>
          <p:nvPr/>
        </p:nvGrpSpPr>
        <p:grpSpPr>
          <a:xfrm>
            <a:off x="6874183" y="1901388"/>
            <a:ext cx="1698656" cy="679462"/>
            <a:chOff x="4452042" y="95422"/>
            <a:chExt cx="1698656" cy="679462"/>
          </a:xfrm>
        </p:grpSpPr>
        <p:sp>
          <p:nvSpPr>
            <p:cNvPr id="17" name="燕尾形 16"/>
            <p:cNvSpPr/>
            <p:nvPr/>
          </p:nvSpPr>
          <p:spPr>
            <a:xfrm>
              <a:off x="4452042" y="95422"/>
              <a:ext cx="1698656" cy="679462"/>
            </a:xfrm>
            <a:prstGeom prst="chevron">
              <a:avLst/>
            </a:prstGeom>
          </p:spPr>
          <p:style>
            <a:lnRef idx="0">
              <a:schemeClr val="lt1">
                <a:hueOff val="0"/>
                <a:satOff val="0"/>
                <a:lumOff val="0"/>
                <a:alphaOff val="0"/>
              </a:schemeClr>
            </a:lnRef>
            <a:fillRef idx="3">
              <a:schemeClr val="accent5">
                <a:hueOff val="-5515009"/>
                <a:satOff val="-7671"/>
                <a:lumOff val="-2942"/>
                <a:alphaOff val="0"/>
              </a:schemeClr>
            </a:fillRef>
            <a:effectRef idx="3">
              <a:schemeClr val="accent5">
                <a:hueOff val="-5515009"/>
                <a:satOff val="-7671"/>
                <a:lumOff val="-2942"/>
                <a:alphaOff val="0"/>
              </a:schemeClr>
            </a:effectRef>
            <a:fontRef idx="minor">
              <a:schemeClr val="lt1"/>
            </a:fontRef>
          </p:style>
        </p:sp>
        <p:sp>
          <p:nvSpPr>
            <p:cNvPr id="18" name="燕尾形 16"/>
            <p:cNvSpPr/>
            <p:nvPr/>
          </p:nvSpPr>
          <p:spPr>
            <a:xfrm>
              <a:off x="4791773" y="95422"/>
              <a:ext cx="1019194" cy="679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CN" sz="1800" b="0" kern="1200" dirty="0">
                  <a:latin typeface="KaiTi" panose="02010609060101010101" pitchFamily="49" charset="-122"/>
                  <a:ea typeface="KaiTi" panose="02010609060101010101" pitchFamily="49" charset="-122"/>
                </a:rPr>
                <a:t>4</a:t>
              </a:r>
              <a:r>
                <a:rPr lang="zh-CN" altLang="zh-CN" sz="1800" b="0" kern="1200" dirty="0">
                  <a:latin typeface="KaiTi" panose="02010609060101010101" pitchFamily="49" charset="-122"/>
                  <a:ea typeface="KaiTi" panose="02010609060101010101" pitchFamily="49" charset="-122"/>
                </a:rPr>
                <a:t>．控制</a:t>
              </a:r>
            </a:p>
          </p:txBody>
        </p:sp>
      </p:grpSp>
      <p:grpSp>
        <p:nvGrpSpPr>
          <p:cNvPr id="11" name="组合 10"/>
          <p:cNvGrpSpPr/>
          <p:nvPr/>
        </p:nvGrpSpPr>
        <p:grpSpPr>
          <a:xfrm>
            <a:off x="6874183" y="2665783"/>
            <a:ext cx="1358925" cy="2997000"/>
            <a:chOff x="4452042" y="859817"/>
            <a:chExt cx="1358925" cy="2997000"/>
          </a:xfrm>
        </p:grpSpPr>
        <p:sp>
          <p:nvSpPr>
            <p:cNvPr id="15" name="矩形 14"/>
            <p:cNvSpPr/>
            <p:nvPr/>
          </p:nvSpPr>
          <p:spPr>
            <a:xfrm>
              <a:off x="4452042" y="859817"/>
              <a:ext cx="1358925" cy="2997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矩形 15"/>
            <p:cNvSpPr/>
            <p:nvPr/>
          </p:nvSpPr>
          <p:spPr>
            <a:xfrm>
              <a:off x="4452042" y="859817"/>
              <a:ext cx="1358925" cy="2997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r>
                <a:rPr lang="zh-CN" altLang="zh-CN" sz="1800" b="0" kern="1200" dirty="0">
                  <a:latin typeface="KaiTi" panose="02010609060101010101" pitchFamily="49" charset="-122"/>
                  <a:ea typeface="KaiTi" panose="02010609060101010101" pitchFamily="49" charset="-122"/>
                </a:rPr>
                <a:t>监控和评估项目偏差，必要时采取纠正行动，以保证项目计划的执行，实现项目目标。</a:t>
              </a:r>
            </a:p>
          </p:txBody>
        </p:sp>
      </p:grpSp>
      <p:grpSp>
        <p:nvGrpSpPr>
          <p:cNvPr id="12" name="组合 11"/>
          <p:cNvGrpSpPr/>
          <p:nvPr/>
        </p:nvGrpSpPr>
        <p:grpSpPr>
          <a:xfrm>
            <a:off x="8356840" y="1901388"/>
            <a:ext cx="1698656" cy="679462"/>
            <a:chOff x="5934699" y="95422"/>
            <a:chExt cx="1698656" cy="679462"/>
          </a:xfrm>
        </p:grpSpPr>
        <p:sp>
          <p:nvSpPr>
            <p:cNvPr id="13" name="燕尾形 12"/>
            <p:cNvSpPr/>
            <p:nvPr/>
          </p:nvSpPr>
          <p:spPr>
            <a:xfrm>
              <a:off x="5934699" y="95422"/>
              <a:ext cx="1698656" cy="679462"/>
            </a:xfrm>
            <a:prstGeom prst="chevron">
              <a:avLst/>
            </a:prstGeom>
          </p:spPr>
          <p:style>
            <a:lnRef idx="0">
              <a:schemeClr val="lt1">
                <a:hueOff val="0"/>
                <a:satOff val="0"/>
                <a:lumOff val="0"/>
                <a:alphaOff val="0"/>
              </a:schemeClr>
            </a:lnRef>
            <a:fillRef idx="3">
              <a:schemeClr val="accent5">
                <a:hueOff val="-7353344"/>
                <a:satOff val="-10228"/>
                <a:lumOff val="-3922"/>
                <a:alphaOff val="0"/>
              </a:schemeClr>
            </a:fillRef>
            <a:effectRef idx="3">
              <a:schemeClr val="accent5">
                <a:hueOff val="-7353344"/>
                <a:satOff val="-10228"/>
                <a:lumOff val="-3922"/>
                <a:alphaOff val="0"/>
              </a:schemeClr>
            </a:effectRef>
            <a:fontRef idx="minor">
              <a:schemeClr val="lt1"/>
            </a:fontRef>
          </p:style>
        </p:sp>
        <p:sp>
          <p:nvSpPr>
            <p:cNvPr id="14" name="燕尾形 20"/>
            <p:cNvSpPr/>
            <p:nvPr/>
          </p:nvSpPr>
          <p:spPr>
            <a:xfrm>
              <a:off x="6274430" y="95422"/>
              <a:ext cx="1019194" cy="6794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CN" sz="1800" b="0" kern="1200" dirty="0">
                  <a:latin typeface="KaiTi" panose="02010609060101010101" pitchFamily="49" charset="-122"/>
                  <a:ea typeface="KaiTi" panose="02010609060101010101" pitchFamily="49" charset="-122"/>
                </a:rPr>
                <a:t>5</a:t>
              </a:r>
              <a:r>
                <a:rPr lang="zh-CN" altLang="zh-CN" sz="1800" b="0" kern="1200" dirty="0">
                  <a:latin typeface="KaiTi" panose="02010609060101010101" pitchFamily="49" charset="-122"/>
                  <a:ea typeface="KaiTi" panose="02010609060101010101" pitchFamily="49" charset="-122"/>
                </a:rPr>
                <a:t>．结束</a:t>
              </a:r>
            </a:p>
          </p:txBody>
        </p:sp>
      </p:grpSp>
      <p:sp>
        <p:nvSpPr>
          <p:cNvPr id="31" name="矩形 30"/>
          <p:cNvSpPr/>
          <p:nvPr/>
        </p:nvSpPr>
        <p:spPr>
          <a:xfrm>
            <a:off x="2234162" y="1163103"/>
            <a:ext cx="6968574" cy="523220"/>
          </a:xfrm>
          <a:prstGeom prst="rect">
            <a:avLst/>
          </a:prstGeom>
        </p:spPr>
        <p:txBody>
          <a:bodyPr wrap="none">
            <a:spAutoFit/>
          </a:bodyPr>
          <a:lstStyle/>
          <a:p>
            <a:pPr lvl="1"/>
            <a:r>
              <a:rPr kumimoji="1" lang="zh-CN" altLang="en-US" sz="2800" dirty="0">
                <a:latin typeface="楷体" panose="02010609060101010101" pitchFamily="49" charset="-122"/>
                <a:ea typeface="楷体" panose="02010609060101010101" pitchFamily="49" charset="-122"/>
              </a:rPr>
              <a:t>根据</a:t>
            </a:r>
            <a:r>
              <a:rPr kumimoji="1" lang="en-US" altLang="zh-CN" sz="2800" dirty="0">
                <a:latin typeface="楷体" panose="02010609060101010101" pitchFamily="49" charset="-122"/>
                <a:ea typeface="楷体" panose="02010609060101010101" pitchFamily="49" charset="-122"/>
              </a:rPr>
              <a:t>PMBOK</a:t>
            </a:r>
            <a:r>
              <a:rPr kumimoji="1" lang="zh-CN" altLang="en-US" sz="2800" dirty="0">
                <a:latin typeface="楷体" panose="02010609060101010101" pitchFamily="49" charset="-122"/>
                <a:ea typeface="楷体" panose="02010609060101010101" pitchFamily="49" charset="-122"/>
              </a:rPr>
              <a:t>，项目生命周期分为</a:t>
            </a:r>
            <a:r>
              <a:rPr kumimoji="1" lang="en-US" altLang="zh-CN" sz="2800" dirty="0">
                <a:latin typeface="楷体" panose="02010609060101010101" pitchFamily="49" charset="-122"/>
                <a:ea typeface="楷体" panose="02010609060101010101" pitchFamily="49" charset="-122"/>
              </a:rPr>
              <a:t>5</a:t>
            </a:r>
            <a:r>
              <a:rPr kumimoji="1" lang="zh-CN" altLang="en-US" sz="2800" dirty="0">
                <a:latin typeface="楷体" panose="02010609060101010101" pitchFamily="49" charset="-122"/>
                <a:ea typeface="楷体" panose="02010609060101010101" pitchFamily="49" charset="-122"/>
              </a:rPr>
              <a:t>个阶段</a:t>
            </a:r>
          </a:p>
        </p:txBody>
      </p:sp>
      <p:sp>
        <p:nvSpPr>
          <p:cNvPr id="32" name="文本框 31"/>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1694559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7B0BEE-2AF3-CB44-B28F-DA8089AF68F5}"/>
              </a:ext>
            </a:extLst>
          </p:cNvPr>
          <p:cNvSpPr>
            <a:spLocks noGrp="1"/>
          </p:cNvSpPr>
          <p:nvPr>
            <p:ph idx="1"/>
          </p:nvPr>
        </p:nvSpPr>
        <p:spPr>
          <a:xfrm>
            <a:off x="2199200" y="1636889"/>
            <a:ext cx="7886700" cy="4351338"/>
          </a:xfrm>
        </p:spPr>
        <p:txBody>
          <a:bodyPr/>
          <a:lstStyle/>
          <a:p>
            <a:pPr lvl="1"/>
            <a:r>
              <a:rPr kumimoji="1" lang="zh-CN" altLang="en-US" dirty="0"/>
              <a:t>软件项目生命周期（</a:t>
            </a:r>
            <a:r>
              <a:rPr kumimoji="1" lang="en-US" altLang="zh-CN" dirty="0"/>
              <a:t>Software Development Life Cycle</a:t>
            </a:r>
            <a:r>
              <a:rPr kumimoji="1" lang="zh-CN" altLang="en-US" dirty="0"/>
              <a:t>，</a:t>
            </a:r>
            <a:r>
              <a:rPr kumimoji="1" lang="en-US" altLang="zh-CN" dirty="0"/>
              <a:t>SDLC</a:t>
            </a:r>
            <a:r>
              <a:rPr kumimoji="1" lang="zh-CN" altLang="en-US" dirty="0"/>
              <a:t>）是软件从产生直到报废的生命周期，生命周期包含问题定义、可行性分析、总体描述、系统设计、编码、调试和测试、验收与运行、维护升级到废弃等阶段。</a:t>
            </a:r>
            <a:endParaRPr kumimoji="1" lang="en-US" altLang="zh-CN" dirty="0"/>
          </a:p>
          <a:p>
            <a:pPr lvl="1"/>
            <a:r>
              <a:rPr kumimoji="1" lang="zh-CN" altLang="en-US" dirty="0"/>
              <a:t>按照软件工程划分</a:t>
            </a:r>
            <a:r>
              <a:rPr kumimoji="1" lang="en-US" altLang="zh-CN" dirty="0"/>
              <a:t>SDLC</a:t>
            </a:r>
            <a:r>
              <a:rPr kumimoji="1" lang="zh-CN" altLang="en-US" dirty="0"/>
              <a:t>，一般分为</a:t>
            </a:r>
            <a:r>
              <a:rPr kumimoji="1" lang="en-US" altLang="zh-CN" dirty="0"/>
              <a:t>6</a:t>
            </a:r>
            <a:r>
              <a:rPr kumimoji="1" lang="zh-CN" altLang="en-US" dirty="0"/>
              <a:t>个阶段：</a:t>
            </a:r>
          </a:p>
        </p:txBody>
      </p:sp>
      <p:sp>
        <p:nvSpPr>
          <p:cNvPr id="5" name="矩形 4"/>
          <p:cNvSpPr/>
          <p:nvPr/>
        </p:nvSpPr>
        <p:spPr>
          <a:xfrm>
            <a:off x="3960847" y="953909"/>
            <a:ext cx="4134465"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项目生命周期的阶段划分</a:t>
            </a:r>
            <a:endParaRPr kumimoji="1" lang="en-US" altLang="zh-CN" sz="2800" b="1" dirty="0">
              <a:latin typeface="华文仿宋" panose="02010600040101010101" pitchFamily="2" charset="-122"/>
              <a:ea typeface="华文仿宋" panose="02010600040101010101" pitchFamily="2" charset="-122"/>
            </a:endParaRPr>
          </a:p>
        </p:txBody>
      </p:sp>
      <p:graphicFrame>
        <p:nvGraphicFramePr>
          <p:cNvPr id="6" name="图示 5">
            <a:extLst>
              <a:ext uri="{FF2B5EF4-FFF2-40B4-BE49-F238E27FC236}">
                <a16:creationId xmlns:a16="http://schemas.microsoft.com/office/drawing/2014/main" id="{B1E16621-3BC7-D041-8F10-3184C6F92AFA}"/>
              </a:ext>
            </a:extLst>
          </p:cNvPr>
          <p:cNvGraphicFramePr/>
          <p:nvPr>
            <p:extLst>
              <p:ext uri="{D42A27DB-BD31-4B8C-83A1-F6EECF244321}">
                <p14:modId xmlns:p14="http://schemas.microsoft.com/office/powerpoint/2010/main" val="4198061518"/>
              </p:ext>
            </p:extLst>
          </p:nvPr>
        </p:nvGraphicFramePr>
        <p:xfrm>
          <a:off x="3385201" y="4286870"/>
          <a:ext cx="6867144" cy="2160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3697327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7B0BEE-2AF3-CB44-B28F-DA8089AF68F5}"/>
              </a:ext>
            </a:extLst>
          </p:cNvPr>
          <p:cNvSpPr>
            <a:spLocks noGrp="1"/>
          </p:cNvSpPr>
          <p:nvPr>
            <p:ph idx="1"/>
          </p:nvPr>
        </p:nvSpPr>
        <p:spPr>
          <a:xfrm>
            <a:off x="2557038" y="1692500"/>
            <a:ext cx="7886700" cy="4351338"/>
          </a:xfrm>
        </p:spPr>
        <p:txBody>
          <a:bodyPr/>
          <a:lstStyle/>
          <a:p>
            <a:pPr lvl="1"/>
            <a:r>
              <a:rPr kumimoji="1" lang="zh-CN" altLang="en-US" dirty="0"/>
              <a:t>按照软件工程划分</a:t>
            </a:r>
            <a:r>
              <a:rPr kumimoji="1" lang="en-US" altLang="zh-CN" dirty="0"/>
              <a:t>SDLC</a:t>
            </a:r>
            <a:r>
              <a:rPr kumimoji="1" lang="zh-CN" altLang="en-US" dirty="0"/>
              <a:t>，一般分为</a:t>
            </a:r>
            <a:r>
              <a:rPr kumimoji="1" lang="en-US" altLang="zh-CN" dirty="0"/>
              <a:t>6</a:t>
            </a:r>
            <a:r>
              <a:rPr kumimoji="1" lang="zh-CN" altLang="en-US" dirty="0"/>
              <a:t>个阶段：</a:t>
            </a:r>
          </a:p>
        </p:txBody>
      </p:sp>
      <p:graphicFrame>
        <p:nvGraphicFramePr>
          <p:cNvPr id="5" name="图示 4">
            <a:extLst>
              <a:ext uri="{FF2B5EF4-FFF2-40B4-BE49-F238E27FC236}">
                <a16:creationId xmlns:a16="http://schemas.microsoft.com/office/drawing/2014/main" id="{B1E16621-3BC7-D041-8F10-3184C6F92AFA}"/>
              </a:ext>
            </a:extLst>
          </p:cNvPr>
          <p:cNvGraphicFramePr/>
          <p:nvPr>
            <p:extLst>
              <p:ext uri="{D42A27DB-BD31-4B8C-83A1-F6EECF244321}">
                <p14:modId xmlns:p14="http://schemas.microsoft.com/office/powerpoint/2010/main" val="1609426845"/>
              </p:ext>
            </p:extLst>
          </p:nvPr>
        </p:nvGraphicFramePr>
        <p:xfrm>
          <a:off x="2984520" y="2285148"/>
          <a:ext cx="6867144" cy="970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圆角矩形标注 5">
            <a:extLst>
              <a:ext uri="{FF2B5EF4-FFF2-40B4-BE49-F238E27FC236}">
                <a16:creationId xmlns:a16="http://schemas.microsoft.com/office/drawing/2014/main" id="{6A41E890-DFB5-034C-9042-E8E663E8D535}"/>
              </a:ext>
            </a:extLst>
          </p:cNvPr>
          <p:cNvSpPr/>
          <p:nvPr/>
        </p:nvSpPr>
        <p:spPr>
          <a:xfrm>
            <a:off x="2209566" y="3809909"/>
            <a:ext cx="4290822" cy="2478024"/>
          </a:xfrm>
          <a:prstGeom prst="wedgeRoundRectCallout">
            <a:avLst>
              <a:gd name="adj1" fmla="val -742"/>
              <a:gd name="adj2" fmla="val -74046"/>
              <a:gd name="adj3" fmla="val 16667"/>
            </a:avLst>
          </a:prstGeom>
          <a:ln>
            <a:solidFill>
              <a:srgbClr val="889BBE"/>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sz="2000" dirty="0">
                <a:solidFill>
                  <a:srgbClr val="414E69"/>
                </a:solidFill>
                <a:latin typeface="KaiTi" panose="02010609060101010101" pitchFamily="49" charset="-122"/>
                <a:ea typeface="KaiTi" panose="02010609060101010101" pitchFamily="49" charset="-122"/>
              </a:rPr>
              <a:t>1</a:t>
            </a:r>
            <a:r>
              <a:rPr kumimoji="1" lang="zh-CN" altLang="en-US" sz="2000" dirty="0">
                <a:solidFill>
                  <a:srgbClr val="414E69"/>
                </a:solidFill>
                <a:latin typeface="KaiTi" panose="02010609060101010101" pitchFamily="49" charset="-122"/>
                <a:ea typeface="KaiTi" panose="02010609060101010101" pitchFamily="49" charset="-122"/>
              </a:rPr>
              <a:t>．计划阶段</a:t>
            </a:r>
          </a:p>
          <a:p>
            <a:pPr algn="just"/>
            <a:r>
              <a:rPr kumimoji="1" lang="zh-CN" altLang="en-US" sz="2000" dirty="0">
                <a:solidFill>
                  <a:srgbClr val="414E69"/>
                </a:solidFill>
                <a:latin typeface="KaiTi" panose="02010609060101010101" pitchFamily="49" charset="-122"/>
                <a:ea typeface="KaiTi" panose="02010609060101010101" pitchFamily="49" charset="-122"/>
              </a:rPr>
              <a:t>    此阶段软件开发方与需求方共同讨论，定义系统，确定用户的要求或总体研究目标，提出可行的方案，包括资源、成本、效益和进度等的实施计划，进行可行性分析并制定计划。</a:t>
            </a:r>
          </a:p>
        </p:txBody>
      </p:sp>
      <p:sp>
        <p:nvSpPr>
          <p:cNvPr id="7" name="圆角矩形标注 6">
            <a:extLst>
              <a:ext uri="{FF2B5EF4-FFF2-40B4-BE49-F238E27FC236}">
                <a16:creationId xmlns:a16="http://schemas.microsoft.com/office/drawing/2014/main" id="{688BACB3-C5E7-7344-9954-9E6B3B5A44A0}"/>
              </a:ext>
            </a:extLst>
          </p:cNvPr>
          <p:cNvSpPr/>
          <p:nvPr/>
        </p:nvSpPr>
        <p:spPr>
          <a:xfrm>
            <a:off x="6585067" y="3816005"/>
            <a:ext cx="4290822" cy="2478024"/>
          </a:xfrm>
          <a:prstGeom prst="wedgeRoundRectCallout">
            <a:avLst>
              <a:gd name="adj1" fmla="val -75116"/>
              <a:gd name="adj2" fmla="val -76629"/>
              <a:gd name="adj3" fmla="val 16667"/>
            </a:avLst>
          </a:prstGeom>
          <a:ln>
            <a:solidFill>
              <a:srgbClr val="1FA9B7"/>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sz="2000" dirty="0">
                <a:solidFill>
                  <a:srgbClr val="0F5D65"/>
                </a:solidFill>
                <a:latin typeface="KaiTi" panose="02010609060101010101" pitchFamily="49" charset="-122"/>
                <a:ea typeface="KaiTi" panose="02010609060101010101" pitchFamily="49" charset="-122"/>
              </a:rPr>
              <a:t>2</a:t>
            </a:r>
            <a:r>
              <a:rPr kumimoji="1" lang="zh-CN" altLang="en-US" sz="2000" dirty="0">
                <a:solidFill>
                  <a:srgbClr val="0F5D65"/>
                </a:solidFill>
                <a:latin typeface="KaiTi" panose="02010609060101010101" pitchFamily="49" charset="-122"/>
                <a:ea typeface="KaiTi" panose="02010609060101010101" pitchFamily="49" charset="-122"/>
              </a:rPr>
              <a:t>．需求分析阶段</a:t>
            </a:r>
          </a:p>
          <a:p>
            <a:pPr algn="just"/>
            <a:r>
              <a:rPr kumimoji="1" lang="zh-CN" altLang="en-US" sz="2000" dirty="0">
                <a:solidFill>
                  <a:srgbClr val="0F5D65"/>
                </a:solidFill>
                <a:latin typeface="KaiTi" panose="02010609060101010101" pitchFamily="49" charset="-122"/>
                <a:ea typeface="KaiTi" panose="02010609060101010101" pitchFamily="49" charset="-122"/>
              </a:rPr>
              <a:t>    此阶段确定软件的功能、性能、可靠性、接口标准等要求，根据功能要求进行数据流程分析，提出系统逻辑模型，并据此进一步完善项目实施计划。</a:t>
            </a:r>
          </a:p>
        </p:txBody>
      </p:sp>
      <p:sp>
        <p:nvSpPr>
          <p:cNvPr id="8" name="矩形 7"/>
          <p:cNvSpPr/>
          <p:nvPr/>
        </p:nvSpPr>
        <p:spPr>
          <a:xfrm>
            <a:off x="5301845" y="1042497"/>
            <a:ext cx="3057247"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软件项目生命周期</a:t>
            </a:r>
            <a:endParaRPr kumimoji="1" lang="en-US" altLang="zh-CN" sz="2800" b="1" dirty="0">
              <a:latin typeface="华文仿宋" panose="02010600040101010101" pitchFamily="2" charset="-122"/>
              <a:ea typeface="华文仿宋" panose="02010600040101010101" pitchFamily="2" charset="-122"/>
            </a:endParaRPr>
          </a:p>
        </p:txBody>
      </p:sp>
      <p:sp>
        <p:nvSpPr>
          <p:cNvPr id="9" name="文本框 8"/>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153059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7B0BEE-2AF3-CB44-B28F-DA8089AF68F5}"/>
              </a:ext>
            </a:extLst>
          </p:cNvPr>
          <p:cNvSpPr>
            <a:spLocks noGrp="1"/>
          </p:cNvSpPr>
          <p:nvPr>
            <p:ph idx="1"/>
          </p:nvPr>
        </p:nvSpPr>
        <p:spPr>
          <a:xfrm>
            <a:off x="2484610" y="1661401"/>
            <a:ext cx="7886700" cy="4351338"/>
          </a:xfrm>
        </p:spPr>
        <p:txBody>
          <a:bodyPr/>
          <a:lstStyle/>
          <a:p>
            <a:pPr lvl="1"/>
            <a:r>
              <a:rPr kumimoji="1" lang="zh-CN" altLang="en-US" dirty="0"/>
              <a:t>按照软件工程划分</a:t>
            </a:r>
            <a:r>
              <a:rPr kumimoji="1" lang="en-US" altLang="zh-CN" dirty="0"/>
              <a:t>SDLC</a:t>
            </a:r>
            <a:r>
              <a:rPr kumimoji="1" lang="zh-CN" altLang="en-US" dirty="0"/>
              <a:t>，一般分为</a:t>
            </a:r>
            <a:r>
              <a:rPr kumimoji="1" lang="en-US" altLang="zh-CN" dirty="0"/>
              <a:t>6</a:t>
            </a:r>
            <a:r>
              <a:rPr kumimoji="1" lang="zh-CN" altLang="en-US" dirty="0"/>
              <a:t>个阶段：</a:t>
            </a:r>
          </a:p>
        </p:txBody>
      </p:sp>
      <p:graphicFrame>
        <p:nvGraphicFramePr>
          <p:cNvPr id="5" name="图示 4">
            <a:extLst>
              <a:ext uri="{FF2B5EF4-FFF2-40B4-BE49-F238E27FC236}">
                <a16:creationId xmlns:a16="http://schemas.microsoft.com/office/drawing/2014/main" id="{B1E16621-3BC7-D041-8F10-3184C6F92AFA}"/>
              </a:ext>
            </a:extLst>
          </p:cNvPr>
          <p:cNvGraphicFramePr/>
          <p:nvPr>
            <p:extLst>
              <p:ext uri="{D42A27DB-BD31-4B8C-83A1-F6EECF244321}">
                <p14:modId xmlns:p14="http://schemas.microsoft.com/office/powerpoint/2010/main" val="2133881406"/>
              </p:ext>
            </p:extLst>
          </p:nvPr>
        </p:nvGraphicFramePr>
        <p:xfrm>
          <a:off x="2912092" y="2312309"/>
          <a:ext cx="6867144" cy="970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圆角矩形标注 5">
            <a:extLst>
              <a:ext uri="{FF2B5EF4-FFF2-40B4-BE49-F238E27FC236}">
                <a16:creationId xmlns:a16="http://schemas.microsoft.com/office/drawing/2014/main" id="{6A41E890-DFB5-034C-9042-E8E663E8D535}"/>
              </a:ext>
            </a:extLst>
          </p:cNvPr>
          <p:cNvSpPr/>
          <p:nvPr/>
        </p:nvSpPr>
        <p:spPr>
          <a:xfrm>
            <a:off x="2137138" y="3837070"/>
            <a:ext cx="4290822" cy="2478024"/>
          </a:xfrm>
          <a:prstGeom prst="wedgeRoundRectCallout">
            <a:avLst>
              <a:gd name="adj1" fmla="val 35060"/>
              <a:gd name="adj2" fmla="val -72570"/>
              <a:gd name="adj3" fmla="val 16667"/>
            </a:avLst>
          </a:prstGeom>
          <a:ln>
            <a:solidFill>
              <a:srgbClr val="34BAB5"/>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sz="2000" dirty="0">
                <a:solidFill>
                  <a:srgbClr val="0F5D65"/>
                </a:solidFill>
                <a:latin typeface="KaiTi" panose="02010609060101010101" pitchFamily="49" charset="-122"/>
                <a:ea typeface="KaiTi" panose="02010609060101010101" pitchFamily="49" charset="-122"/>
              </a:rPr>
              <a:t>3</a:t>
            </a:r>
            <a:r>
              <a:rPr kumimoji="1" lang="zh-CN" altLang="en-US" sz="2000" dirty="0">
                <a:solidFill>
                  <a:srgbClr val="0F5D65"/>
                </a:solidFill>
                <a:latin typeface="KaiTi" panose="02010609060101010101" pitchFamily="49" charset="-122"/>
                <a:ea typeface="KaiTi" panose="02010609060101010101" pitchFamily="49" charset="-122"/>
              </a:rPr>
              <a:t>．软件设计阶段</a:t>
            </a:r>
          </a:p>
          <a:p>
            <a:pPr algn="just"/>
            <a:r>
              <a:rPr kumimoji="1" lang="zh-CN" altLang="en-US" sz="2000" dirty="0">
                <a:solidFill>
                  <a:srgbClr val="0F5D65"/>
                </a:solidFill>
                <a:latin typeface="KaiTi" panose="02010609060101010101" pitchFamily="49" charset="-122"/>
                <a:ea typeface="KaiTi" panose="02010609060101010101" pitchFamily="49" charset="-122"/>
              </a:rPr>
              <a:t>    此阶段主要根据需求分析的结果对整个软件系统进行设计，包括系统概要设计和详细设计。在系统概要设计中，要建立系统的整体结构、进行模块划分，根据要求确定接口。在详细设计中，要建立算法、数据结构和流程图。</a:t>
            </a:r>
          </a:p>
        </p:txBody>
      </p:sp>
      <p:sp>
        <p:nvSpPr>
          <p:cNvPr id="7" name="圆角矩形标注 6">
            <a:extLst>
              <a:ext uri="{FF2B5EF4-FFF2-40B4-BE49-F238E27FC236}">
                <a16:creationId xmlns:a16="http://schemas.microsoft.com/office/drawing/2014/main" id="{688BACB3-C5E7-7344-9954-9E6B3B5A44A0}"/>
              </a:ext>
            </a:extLst>
          </p:cNvPr>
          <p:cNvSpPr/>
          <p:nvPr/>
        </p:nvSpPr>
        <p:spPr>
          <a:xfrm>
            <a:off x="6512639" y="3843166"/>
            <a:ext cx="4290822" cy="2478024"/>
          </a:xfrm>
          <a:prstGeom prst="wedgeRoundRectCallout">
            <a:avLst>
              <a:gd name="adj1" fmla="val -40593"/>
              <a:gd name="adj2" fmla="val -72939"/>
              <a:gd name="adj3" fmla="val 16667"/>
            </a:avLst>
          </a:prstGeom>
          <a:ln>
            <a:solidFill>
              <a:srgbClr val="49BD69"/>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sz="2000" dirty="0">
                <a:solidFill>
                  <a:schemeClr val="accent6">
                    <a:lumMod val="50000"/>
                  </a:schemeClr>
                </a:solidFill>
                <a:latin typeface="KaiTi" panose="02010609060101010101" pitchFamily="49" charset="-122"/>
                <a:ea typeface="KaiTi" panose="02010609060101010101" pitchFamily="49" charset="-122"/>
              </a:rPr>
              <a:t>4</a:t>
            </a:r>
            <a:r>
              <a:rPr kumimoji="1" lang="zh-CN" altLang="en-US" sz="2000" dirty="0">
                <a:solidFill>
                  <a:schemeClr val="accent6">
                    <a:lumMod val="50000"/>
                  </a:schemeClr>
                </a:solidFill>
                <a:latin typeface="KaiTi" panose="02010609060101010101" pitchFamily="49" charset="-122"/>
                <a:ea typeface="KaiTi" panose="02010609060101010101" pitchFamily="49" charset="-122"/>
              </a:rPr>
              <a:t>．编码阶段</a:t>
            </a:r>
          </a:p>
          <a:p>
            <a:pPr algn="just"/>
            <a:r>
              <a:rPr kumimoji="1" lang="zh-CN" altLang="en-US" sz="2000" dirty="0">
                <a:solidFill>
                  <a:schemeClr val="accent6">
                    <a:lumMod val="50000"/>
                  </a:schemeClr>
                </a:solidFill>
                <a:latin typeface="KaiTi" panose="02010609060101010101" pitchFamily="49" charset="-122"/>
                <a:ea typeface="KaiTi" panose="02010609060101010101" pitchFamily="49" charset="-122"/>
              </a:rPr>
              <a:t>    此阶段是将软件设计的结果转换成计算机可运行的程序代码。在编码过程中必须要制定统一、符合标准的编写规范，以保证程序的可读性和易维护性，提高程序运行效率。</a:t>
            </a:r>
          </a:p>
        </p:txBody>
      </p:sp>
      <p:sp>
        <p:nvSpPr>
          <p:cNvPr id="8" name="矩形 7"/>
          <p:cNvSpPr/>
          <p:nvPr/>
        </p:nvSpPr>
        <p:spPr>
          <a:xfrm>
            <a:off x="4984015" y="1025028"/>
            <a:ext cx="3057247"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软件项目生命周期</a:t>
            </a:r>
            <a:endParaRPr kumimoji="1" lang="en-US" altLang="zh-CN" sz="2800" b="1" dirty="0">
              <a:latin typeface="华文仿宋" panose="02010600040101010101" pitchFamily="2" charset="-122"/>
              <a:ea typeface="华文仿宋" panose="02010600040101010101" pitchFamily="2" charset="-122"/>
            </a:endParaRPr>
          </a:p>
        </p:txBody>
      </p:sp>
      <p:sp>
        <p:nvSpPr>
          <p:cNvPr id="9" name="文本框 8"/>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409210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87B0BEE-2AF3-CB44-B28F-DA8089AF68F5}"/>
              </a:ext>
            </a:extLst>
          </p:cNvPr>
          <p:cNvSpPr>
            <a:spLocks noGrp="1"/>
          </p:cNvSpPr>
          <p:nvPr>
            <p:ph idx="1"/>
          </p:nvPr>
        </p:nvSpPr>
        <p:spPr>
          <a:xfrm>
            <a:off x="2653028" y="1814120"/>
            <a:ext cx="7886700" cy="4351338"/>
          </a:xfrm>
        </p:spPr>
        <p:txBody>
          <a:bodyPr/>
          <a:lstStyle/>
          <a:p>
            <a:pPr lvl="1"/>
            <a:r>
              <a:rPr kumimoji="1" lang="zh-CN" altLang="en-US" dirty="0"/>
              <a:t>按照软件工程划分</a:t>
            </a:r>
            <a:r>
              <a:rPr kumimoji="1" lang="en-US" altLang="zh-CN" dirty="0"/>
              <a:t>SDLC</a:t>
            </a:r>
            <a:r>
              <a:rPr kumimoji="1" lang="zh-CN" altLang="en-US" dirty="0"/>
              <a:t>，一般分为</a:t>
            </a:r>
            <a:r>
              <a:rPr kumimoji="1" lang="en-US" altLang="zh-CN" dirty="0"/>
              <a:t>6</a:t>
            </a:r>
            <a:r>
              <a:rPr kumimoji="1" lang="zh-CN" altLang="en-US" dirty="0"/>
              <a:t>个阶段：</a:t>
            </a:r>
          </a:p>
        </p:txBody>
      </p:sp>
      <p:graphicFrame>
        <p:nvGraphicFramePr>
          <p:cNvPr id="5" name="图示 4">
            <a:extLst>
              <a:ext uri="{FF2B5EF4-FFF2-40B4-BE49-F238E27FC236}">
                <a16:creationId xmlns:a16="http://schemas.microsoft.com/office/drawing/2014/main" id="{B1E16621-3BC7-D041-8F10-3184C6F92AFA}"/>
              </a:ext>
            </a:extLst>
          </p:cNvPr>
          <p:cNvGraphicFramePr/>
          <p:nvPr>
            <p:extLst>
              <p:ext uri="{D42A27DB-BD31-4B8C-83A1-F6EECF244321}">
                <p14:modId xmlns:p14="http://schemas.microsoft.com/office/powerpoint/2010/main" val="246690243"/>
              </p:ext>
            </p:extLst>
          </p:nvPr>
        </p:nvGraphicFramePr>
        <p:xfrm>
          <a:off x="3038170" y="2285149"/>
          <a:ext cx="6867144" cy="970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圆角矩形标注 5">
            <a:extLst>
              <a:ext uri="{FF2B5EF4-FFF2-40B4-BE49-F238E27FC236}">
                <a16:creationId xmlns:a16="http://schemas.microsoft.com/office/drawing/2014/main" id="{6A41E890-DFB5-034C-9042-E8E663E8D535}"/>
              </a:ext>
            </a:extLst>
          </p:cNvPr>
          <p:cNvSpPr/>
          <p:nvPr/>
        </p:nvSpPr>
        <p:spPr>
          <a:xfrm>
            <a:off x="2263216" y="3809910"/>
            <a:ext cx="4290822" cy="2478024"/>
          </a:xfrm>
          <a:prstGeom prst="wedgeRoundRectCallout">
            <a:avLst>
              <a:gd name="adj1" fmla="val 69583"/>
              <a:gd name="adj2" fmla="val -72939"/>
              <a:gd name="adj3" fmla="val 16667"/>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dirty="0">
                <a:solidFill>
                  <a:srgbClr val="304F1C"/>
                </a:solidFill>
                <a:latin typeface="KaiTi" panose="02010609060101010101" pitchFamily="49" charset="-122"/>
                <a:ea typeface="KaiTi" panose="02010609060101010101" pitchFamily="49" charset="-122"/>
              </a:rPr>
              <a:t>5</a:t>
            </a:r>
            <a:r>
              <a:rPr kumimoji="1" lang="zh-CN" altLang="en-US" dirty="0">
                <a:solidFill>
                  <a:srgbClr val="304F1C"/>
                </a:solidFill>
                <a:latin typeface="KaiTi" panose="02010609060101010101" pitchFamily="49" charset="-122"/>
                <a:ea typeface="KaiTi" panose="02010609060101010101" pitchFamily="49" charset="-122"/>
              </a:rPr>
              <a:t>．测试阶段</a:t>
            </a:r>
          </a:p>
          <a:p>
            <a:pPr algn="just"/>
            <a:r>
              <a:rPr kumimoji="1" lang="zh-CN" altLang="en-US" dirty="0">
                <a:solidFill>
                  <a:srgbClr val="304F1C"/>
                </a:solidFill>
                <a:latin typeface="KaiTi" panose="02010609060101010101" pitchFamily="49" charset="-122"/>
                <a:ea typeface="KaiTi" panose="02010609060101010101" pitchFamily="49" charset="-122"/>
              </a:rPr>
              <a:t>    在软件设计完成后要经过严密的测试，以发现软件中存在的问题，并加以纠正。整个测试过程分为单元测试、组装测试以及系统测试</a:t>
            </a:r>
            <a:r>
              <a:rPr kumimoji="1" lang="en-US" altLang="zh-CN" dirty="0">
                <a:solidFill>
                  <a:srgbClr val="304F1C"/>
                </a:solidFill>
                <a:latin typeface="KaiTi" panose="02010609060101010101" pitchFamily="49" charset="-122"/>
                <a:ea typeface="KaiTi" panose="02010609060101010101" pitchFamily="49" charset="-122"/>
              </a:rPr>
              <a:t>3</a:t>
            </a:r>
            <a:r>
              <a:rPr kumimoji="1" lang="zh-CN" altLang="en-US" dirty="0">
                <a:solidFill>
                  <a:srgbClr val="304F1C"/>
                </a:solidFill>
                <a:latin typeface="KaiTi" panose="02010609060101010101" pitchFamily="49" charset="-122"/>
                <a:ea typeface="KaiTi" panose="02010609060101010101" pitchFamily="49" charset="-122"/>
              </a:rPr>
              <a:t>个阶段进行。在测试过程中需要建立详细的测试计划并严格按照计划进行测试，以减少测试的随意性。</a:t>
            </a:r>
          </a:p>
        </p:txBody>
      </p:sp>
      <p:sp>
        <p:nvSpPr>
          <p:cNvPr id="7" name="圆角矩形标注 6">
            <a:extLst>
              <a:ext uri="{FF2B5EF4-FFF2-40B4-BE49-F238E27FC236}">
                <a16:creationId xmlns:a16="http://schemas.microsoft.com/office/drawing/2014/main" id="{688BACB3-C5E7-7344-9954-9E6B3B5A44A0}"/>
              </a:ext>
            </a:extLst>
          </p:cNvPr>
          <p:cNvSpPr/>
          <p:nvPr/>
        </p:nvSpPr>
        <p:spPr>
          <a:xfrm>
            <a:off x="6638717" y="3816006"/>
            <a:ext cx="4290822" cy="2478024"/>
          </a:xfrm>
          <a:prstGeom prst="wedgeRoundRectCallout">
            <a:avLst>
              <a:gd name="adj1" fmla="val -6709"/>
              <a:gd name="adj2" fmla="val -71832"/>
              <a:gd name="adj3" fmla="val 16667"/>
            </a:avLst>
          </a:prstGeom>
          <a:ln>
            <a:solidFill>
              <a:srgbClr val="89B177"/>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kumimoji="1" lang="en-US" altLang="zh-CN" dirty="0">
                <a:solidFill>
                  <a:srgbClr val="4D6E2C"/>
                </a:solidFill>
                <a:latin typeface="KaiTi" panose="02010609060101010101" pitchFamily="49" charset="-122"/>
                <a:ea typeface="KaiTi" panose="02010609060101010101" pitchFamily="49" charset="-122"/>
              </a:rPr>
              <a:t>6</a:t>
            </a:r>
            <a:r>
              <a:rPr kumimoji="1" lang="zh-CN" altLang="en-US" dirty="0">
                <a:solidFill>
                  <a:srgbClr val="4D6E2C"/>
                </a:solidFill>
                <a:latin typeface="KaiTi" panose="02010609060101010101" pitchFamily="49" charset="-122"/>
                <a:ea typeface="KaiTi" panose="02010609060101010101" pitchFamily="49" charset="-122"/>
              </a:rPr>
              <a:t>．运行维护阶段</a:t>
            </a:r>
          </a:p>
          <a:p>
            <a:pPr algn="just"/>
            <a:r>
              <a:rPr kumimoji="1" lang="zh-CN" altLang="en-US" dirty="0">
                <a:solidFill>
                  <a:srgbClr val="4D6E2C"/>
                </a:solidFill>
                <a:latin typeface="KaiTi" panose="02010609060101010101" pitchFamily="49" charset="-122"/>
                <a:ea typeface="KaiTi" panose="02010609060101010101" pitchFamily="49" charset="-122"/>
              </a:rPr>
              <a:t>    此阶段通常包括</a:t>
            </a:r>
            <a:r>
              <a:rPr kumimoji="1" lang="en-US" altLang="zh-CN" dirty="0">
                <a:solidFill>
                  <a:srgbClr val="4D6E2C"/>
                </a:solidFill>
                <a:latin typeface="KaiTi" panose="02010609060101010101" pitchFamily="49" charset="-122"/>
                <a:ea typeface="KaiTi" panose="02010609060101010101" pitchFamily="49" charset="-122"/>
              </a:rPr>
              <a:t>3</a:t>
            </a:r>
            <a:r>
              <a:rPr kumimoji="1" lang="zh-CN" altLang="en-US" dirty="0">
                <a:solidFill>
                  <a:srgbClr val="4D6E2C"/>
                </a:solidFill>
                <a:latin typeface="KaiTi" panose="02010609060101010101" pitchFamily="49" charset="-122"/>
                <a:ea typeface="KaiTi" panose="02010609060101010101" pitchFamily="49" charset="-122"/>
              </a:rPr>
              <a:t>类工作，为了修改错误而做的改正性维护、为了适应环境变化而做的适应性维护以及为了适应用户新的需求而做的完善性维护。维护工作是软件生命期中重要的一环，通过良好的运行维护工作，可以延长软件的生命期，乃至为软件带来新的生命。</a:t>
            </a:r>
          </a:p>
        </p:txBody>
      </p:sp>
      <p:sp>
        <p:nvSpPr>
          <p:cNvPr id="8" name="矩形 7"/>
          <p:cNvSpPr/>
          <p:nvPr/>
        </p:nvSpPr>
        <p:spPr>
          <a:xfrm>
            <a:off x="5110093" y="997868"/>
            <a:ext cx="3057247"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软件项目生命周期</a:t>
            </a:r>
            <a:endParaRPr kumimoji="1" lang="en-US" altLang="zh-CN" sz="2800" b="1" dirty="0">
              <a:latin typeface="华文仿宋" panose="02010600040101010101" pitchFamily="2" charset="-122"/>
              <a:ea typeface="华文仿宋" panose="02010600040101010101" pitchFamily="2" charset="-122"/>
            </a:endParaRPr>
          </a:p>
        </p:txBody>
      </p:sp>
      <p:sp>
        <p:nvSpPr>
          <p:cNvPr id="9" name="文本框 8"/>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119777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38CAA13F-F7F8-3143-94AF-D54B8F1ADF30}"/>
              </a:ext>
            </a:extLst>
          </p:cNvPr>
          <p:cNvSpPr/>
          <p:nvPr/>
        </p:nvSpPr>
        <p:spPr>
          <a:xfrm>
            <a:off x="2572693" y="1881874"/>
            <a:ext cx="7886700" cy="4351338"/>
          </a:xfrm>
          <a:prstGeom prst="roundRect">
            <a:avLst>
              <a:gd name="adj" fmla="val 5559"/>
            </a:avLst>
          </a:prstGeom>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zh-CN" altLang="en-US" dirty="0">
              <a:solidFill>
                <a:schemeClr val="accent5">
                  <a:lumMod val="50000"/>
                </a:schemeClr>
              </a:solidFill>
              <a:latin typeface="Microsoft YaHei" panose="020B0503020204020204" pitchFamily="34" charset="-122"/>
              <a:ea typeface="Microsoft YaHei" panose="020B0503020204020204" pitchFamily="34" charset="-122"/>
            </a:endParaRPr>
          </a:p>
        </p:txBody>
      </p:sp>
      <p:sp>
        <p:nvSpPr>
          <p:cNvPr id="5" name="Rectangle 2">
            <a:extLst>
              <a:ext uri="{FF2B5EF4-FFF2-40B4-BE49-F238E27FC236}">
                <a16:creationId xmlns:a16="http://schemas.microsoft.com/office/drawing/2014/main" id="{CD7859FC-7ED2-0D4A-B9BE-5ED1AA6D7BBB}"/>
              </a:ext>
            </a:extLst>
          </p:cNvPr>
          <p:cNvSpPr>
            <a:spLocks noChangeArrowheads="1"/>
          </p:cNvSpPr>
          <p:nvPr/>
        </p:nvSpPr>
        <p:spPr bwMode="auto">
          <a:xfrm>
            <a:off x="3320005" y="2109695"/>
            <a:ext cx="6415088" cy="388620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2700000" scaled="1"/>
          </a:gradFill>
          <a:ln w="9525">
            <a:solidFill>
              <a:srgbClr val="8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a:p>
        </p:txBody>
      </p:sp>
      <p:graphicFrame>
        <p:nvGraphicFramePr>
          <p:cNvPr id="6" name="Group 129">
            <a:extLst>
              <a:ext uri="{FF2B5EF4-FFF2-40B4-BE49-F238E27FC236}">
                <a16:creationId xmlns:a16="http://schemas.microsoft.com/office/drawing/2014/main" id="{5102106F-8B7F-E849-985F-CFD613B6B2E8}"/>
              </a:ext>
            </a:extLst>
          </p:cNvPr>
          <p:cNvGraphicFramePr>
            <a:graphicFrameLocks noGrp="1"/>
          </p:cNvGraphicFramePr>
          <p:nvPr>
            <p:extLst>
              <p:ext uri="{D42A27DB-BD31-4B8C-83A1-F6EECF244321}">
                <p14:modId xmlns:p14="http://schemas.microsoft.com/office/powerpoint/2010/main" val="1141408381"/>
              </p:ext>
            </p:extLst>
          </p:nvPr>
        </p:nvGraphicFramePr>
        <p:xfrm>
          <a:off x="3434306" y="2452595"/>
          <a:ext cx="6172200" cy="3345083"/>
        </p:xfrm>
        <a:graphic>
          <a:graphicData uri="http://schemas.openxmlformats.org/drawingml/2006/table">
            <a:tbl>
              <a:tblPr/>
              <a:tblGrid>
                <a:gridCol w="2114550">
                  <a:extLst>
                    <a:ext uri="{9D8B030D-6E8A-4147-A177-3AD203B41FA5}">
                      <a16:colId xmlns:a16="http://schemas.microsoft.com/office/drawing/2014/main" val="3666650401"/>
                    </a:ext>
                  </a:extLst>
                </a:gridCol>
                <a:gridCol w="1028700">
                  <a:extLst>
                    <a:ext uri="{9D8B030D-6E8A-4147-A177-3AD203B41FA5}">
                      <a16:colId xmlns:a16="http://schemas.microsoft.com/office/drawing/2014/main" val="3737137633"/>
                    </a:ext>
                  </a:extLst>
                </a:gridCol>
                <a:gridCol w="628650">
                  <a:extLst>
                    <a:ext uri="{9D8B030D-6E8A-4147-A177-3AD203B41FA5}">
                      <a16:colId xmlns:a16="http://schemas.microsoft.com/office/drawing/2014/main" val="2734104487"/>
                    </a:ext>
                  </a:extLst>
                </a:gridCol>
                <a:gridCol w="685800">
                  <a:extLst>
                    <a:ext uri="{9D8B030D-6E8A-4147-A177-3AD203B41FA5}">
                      <a16:colId xmlns:a16="http://schemas.microsoft.com/office/drawing/2014/main" val="2705714403"/>
                    </a:ext>
                  </a:extLst>
                </a:gridCol>
                <a:gridCol w="639366">
                  <a:extLst>
                    <a:ext uri="{9D8B030D-6E8A-4147-A177-3AD203B41FA5}">
                      <a16:colId xmlns:a16="http://schemas.microsoft.com/office/drawing/2014/main" val="1533180690"/>
                    </a:ext>
                  </a:extLst>
                </a:gridCol>
                <a:gridCol w="1075134">
                  <a:extLst>
                    <a:ext uri="{9D8B030D-6E8A-4147-A177-3AD203B41FA5}">
                      <a16:colId xmlns:a16="http://schemas.microsoft.com/office/drawing/2014/main" val="2978042749"/>
                    </a:ext>
                  </a:extLst>
                </a:gridCol>
              </a:tblGrid>
              <a:tr h="470916">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P</a:t>
                      </a:r>
                      <a:r>
                        <a:rPr kumimoji="1"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rocess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Requirement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Design</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Coding</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Testing</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Release/</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Implement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8452321"/>
                  </a:ext>
                </a:extLst>
              </a:tr>
              <a:tr h="285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Planning</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4565355"/>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Organization/Communication</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93734367"/>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Task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22408372"/>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HR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5378903"/>
                  </a:ext>
                </a:extLst>
              </a:tr>
              <a:tr h="285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Configuration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4204086"/>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Estimating &amp; Metric</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51072017"/>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Quality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3599809"/>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Risk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4467630"/>
                  </a:ext>
                </a:extLst>
              </a:tr>
              <a:tr h="28813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Change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4944516"/>
                  </a:ext>
                </a:extLst>
              </a:tr>
              <a:tr h="285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Document Management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8056745"/>
                  </a:ext>
                </a:extLst>
              </a:tr>
            </a:tbl>
          </a:graphicData>
        </a:graphic>
      </p:graphicFrame>
      <p:sp>
        <p:nvSpPr>
          <p:cNvPr id="7" name="矩形 6"/>
          <p:cNvSpPr/>
          <p:nvPr/>
        </p:nvSpPr>
        <p:spPr>
          <a:xfrm>
            <a:off x="5083604" y="1025027"/>
            <a:ext cx="3057247" cy="523220"/>
          </a:xfrm>
          <a:prstGeom prst="rect">
            <a:avLst/>
          </a:prstGeom>
        </p:spPr>
        <p:txBody>
          <a:bodyPr wrap="none">
            <a:spAutoFit/>
          </a:bodyPr>
          <a:lstStyle/>
          <a:p>
            <a:r>
              <a:rPr kumimoji="1" lang="zh-CN" altLang="en-US" sz="2800" b="1" dirty="0">
                <a:latin typeface="华文仿宋" panose="02010600040101010101" pitchFamily="2" charset="-122"/>
                <a:ea typeface="华文仿宋" panose="02010600040101010101" pitchFamily="2" charset="-122"/>
              </a:rPr>
              <a:t>软件项目生命周期</a:t>
            </a:r>
            <a:endParaRPr kumimoji="1" lang="en-US" altLang="zh-CN" sz="2800" b="1" dirty="0">
              <a:latin typeface="华文仿宋" panose="02010600040101010101" pitchFamily="2" charset="-122"/>
              <a:ea typeface="华文仿宋" panose="02010600040101010101" pitchFamily="2" charset="-122"/>
            </a:endParaRPr>
          </a:p>
        </p:txBody>
      </p:sp>
      <p:sp>
        <p:nvSpPr>
          <p:cNvPr id="8" name="文本框 7"/>
          <p:cNvSpPr txBox="1"/>
          <p:nvPr/>
        </p:nvSpPr>
        <p:spPr>
          <a:xfrm>
            <a:off x="7774227" y="270929"/>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03 </a:t>
            </a:r>
            <a:r>
              <a:rPr lang="zh-CN" altLang="en-US" sz="2800" dirty="0">
                <a:latin typeface="华文楷体" panose="02010600040101010101" pitchFamily="2" charset="-122"/>
                <a:ea typeface="华文楷体" panose="02010600040101010101" pitchFamily="2" charset="-122"/>
              </a:rPr>
              <a:t>软件开发过程管理</a:t>
            </a:r>
          </a:p>
        </p:txBody>
      </p:sp>
    </p:spTree>
    <p:extLst>
      <p:ext uri="{BB962C8B-B14F-4D97-AF65-F5344CB8AC3E}">
        <p14:creationId xmlns:p14="http://schemas.microsoft.com/office/powerpoint/2010/main" val="42229614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任意多边形 3"/>
          <p:cNvSpPr/>
          <p:nvPr/>
        </p:nvSpPr>
        <p:spPr bwMode="auto">
          <a:xfrm rot="8100000" flipV="1">
            <a:off x="4180067" y="1701607"/>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5" name="文本框 4"/>
          <p:cNvSpPr txBox="1">
            <a:spLocks noChangeArrowheads="1"/>
          </p:cNvSpPr>
          <p:nvPr/>
        </p:nvSpPr>
        <p:spPr bwMode="auto">
          <a:xfrm>
            <a:off x="4255940" y="1737508"/>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6" name="任意多边形 5"/>
          <p:cNvSpPr/>
          <p:nvPr/>
        </p:nvSpPr>
        <p:spPr bwMode="auto">
          <a:xfrm rot="8100000" flipV="1">
            <a:off x="4180703" y="4231297"/>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7" name="文本框 42"/>
          <p:cNvSpPr txBox="1">
            <a:spLocks noChangeArrowheads="1"/>
          </p:cNvSpPr>
          <p:nvPr/>
        </p:nvSpPr>
        <p:spPr bwMode="auto">
          <a:xfrm>
            <a:off x="4238286" y="4276055"/>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8" name="任意多边形 7"/>
          <p:cNvSpPr/>
          <p:nvPr/>
        </p:nvSpPr>
        <p:spPr bwMode="auto">
          <a:xfrm rot="8100000" flipV="1">
            <a:off x="4180704" y="3452651"/>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9" name="文本框 45"/>
          <p:cNvSpPr txBox="1">
            <a:spLocks noChangeArrowheads="1"/>
          </p:cNvSpPr>
          <p:nvPr/>
        </p:nvSpPr>
        <p:spPr bwMode="auto">
          <a:xfrm>
            <a:off x="4238287" y="3484958"/>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0" name="任意多边形 9"/>
          <p:cNvSpPr/>
          <p:nvPr/>
        </p:nvSpPr>
        <p:spPr bwMode="auto">
          <a:xfrm rot="8100000" flipV="1">
            <a:off x="4180065" y="2536514"/>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1" name="文本框 48"/>
          <p:cNvSpPr txBox="1">
            <a:spLocks noChangeArrowheads="1"/>
          </p:cNvSpPr>
          <p:nvPr/>
        </p:nvSpPr>
        <p:spPr bwMode="auto">
          <a:xfrm>
            <a:off x="4238269" y="2568276"/>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2" name="圆角矩形 11"/>
          <p:cNvSpPr/>
          <p:nvPr/>
        </p:nvSpPr>
        <p:spPr>
          <a:xfrm>
            <a:off x="5019611" y="1730166"/>
            <a:ext cx="3453962"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3" name="矩形 12"/>
          <p:cNvSpPr/>
          <p:nvPr/>
        </p:nvSpPr>
        <p:spPr>
          <a:xfrm>
            <a:off x="5060031" y="1777076"/>
            <a:ext cx="3362172"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软件工程学科学科发展历程</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4" name="圆角矩形 13"/>
          <p:cNvSpPr/>
          <p:nvPr/>
        </p:nvSpPr>
        <p:spPr>
          <a:xfrm>
            <a:off x="5019611" y="2595794"/>
            <a:ext cx="3453962"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5" name="矩形 14"/>
          <p:cNvSpPr/>
          <p:nvPr/>
        </p:nvSpPr>
        <p:spPr>
          <a:xfrm>
            <a:off x="5055551" y="2643076"/>
            <a:ext cx="3022774"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软件工程学科知识体系</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6" name="圆角矩形 15"/>
          <p:cNvSpPr/>
          <p:nvPr/>
        </p:nvSpPr>
        <p:spPr>
          <a:xfrm>
            <a:off x="5019611" y="3451464"/>
            <a:ext cx="3453962" cy="495159"/>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7" name="矩形 16"/>
          <p:cNvSpPr/>
          <p:nvPr/>
        </p:nvSpPr>
        <p:spPr>
          <a:xfrm>
            <a:off x="5015291" y="3487908"/>
            <a:ext cx="3097258" cy="430928"/>
          </a:xfrm>
          <a:prstGeom prst="rect">
            <a:avLst/>
          </a:prstGeom>
          <a:solidFill>
            <a:schemeClr val="bg1">
              <a:lumMod val="65000"/>
            </a:schemeClr>
          </a:solid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8" name="圆角矩形 17"/>
          <p:cNvSpPr/>
          <p:nvPr/>
        </p:nvSpPr>
        <p:spPr>
          <a:xfrm>
            <a:off x="5019611" y="4248559"/>
            <a:ext cx="3453962" cy="57528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9" name="Picture 6" descr="D:\360data\重要数据\桌面\未标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8583915" y="1751169"/>
            <a:ext cx="1586806" cy="40075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844" y="1650706"/>
            <a:ext cx="2377834" cy="4037283"/>
          </a:xfrm>
          <a:prstGeom prst="rect">
            <a:avLst/>
          </a:prstGeom>
          <a:solidFill>
            <a:srgbClr val="7030A0"/>
          </a:solidFill>
          <a:ln>
            <a:noFill/>
          </a:ln>
        </p:spPr>
      </p:pic>
      <p:sp>
        <p:nvSpPr>
          <p:cNvPr id="21" name="六边形 19"/>
          <p:cNvSpPr>
            <a:spLocks noChangeArrowheads="1"/>
          </p:cNvSpPr>
          <p:nvPr/>
        </p:nvSpPr>
        <p:spPr bwMode="auto">
          <a:xfrm rot="16200000">
            <a:off x="2616510" y="1651574"/>
            <a:ext cx="1498822" cy="1497085"/>
          </a:xfrm>
          <a:prstGeom prst="chord">
            <a:avLst>
              <a:gd name="adj1" fmla="val 21039823"/>
              <a:gd name="adj2" fmla="val 16726182"/>
            </a:avLst>
          </a:prstGeom>
          <a:solidFill>
            <a:srgbClr val="7030A0"/>
          </a:solid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22" name="矩形 24"/>
          <p:cNvSpPr>
            <a:spLocks noChangeArrowheads="1"/>
          </p:cNvSpPr>
          <p:nvPr/>
        </p:nvSpPr>
        <p:spPr bwMode="auto">
          <a:xfrm>
            <a:off x="2561827" y="2069974"/>
            <a:ext cx="1608190" cy="651269"/>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sp>
        <p:nvSpPr>
          <p:cNvPr id="23" name="任意多边形 22"/>
          <p:cNvSpPr/>
          <p:nvPr/>
        </p:nvSpPr>
        <p:spPr bwMode="auto">
          <a:xfrm rot="8100000" flipV="1">
            <a:off x="4200141" y="5076055"/>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4" name="文本框 42"/>
          <p:cNvSpPr txBox="1">
            <a:spLocks noChangeArrowheads="1"/>
          </p:cNvSpPr>
          <p:nvPr/>
        </p:nvSpPr>
        <p:spPr bwMode="auto">
          <a:xfrm>
            <a:off x="4257724" y="5120813"/>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5" name="圆角矩形 24"/>
          <p:cNvSpPr/>
          <p:nvPr/>
        </p:nvSpPr>
        <p:spPr>
          <a:xfrm>
            <a:off x="5039049" y="5093317"/>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2666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内容占位符 2">
            <a:extLst>
              <a:ext uri="{FF2B5EF4-FFF2-40B4-BE49-F238E27FC236}">
                <a16:creationId xmlns:a16="http://schemas.microsoft.com/office/drawing/2014/main" id="{E87B0BEE-2AF3-CB44-B28F-DA8089AF68F5}"/>
              </a:ext>
            </a:extLst>
          </p:cNvPr>
          <p:cNvSpPr>
            <a:spLocks noGrp="1"/>
          </p:cNvSpPr>
          <p:nvPr>
            <p:ph idx="1"/>
          </p:nvPr>
        </p:nvSpPr>
        <p:spPr>
          <a:xfrm>
            <a:off x="651850" y="1585882"/>
            <a:ext cx="10610661" cy="4351338"/>
          </a:xfrm>
        </p:spPr>
        <p:txBody>
          <a:bodyPr>
            <a:normAutofit/>
          </a:bodyPr>
          <a:lstStyle/>
          <a:p>
            <a:pPr lvl="1" algn="just"/>
            <a:r>
              <a:rPr kumimoji="1" lang="en-US" altLang="zh-CN" sz="2800" dirty="0">
                <a:latin typeface="楷体" panose="02010609060101010101" pitchFamily="49" charset="-122"/>
                <a:ea typeface="楷体" panose="02010609060101010101" pitchFamily="49" charset="-122"/>
              </a:rPr>
              <a:t>PMP</a:t>
            </a:r>
            <a:r>
              <a:rPr kumimoji="1" lang="zh-CN" altLang="en-US" sz="2800" dirty="0">
                <a:latin typeface="楷体" panose="02010609060101010101" pitchFamily="49" charset="-122"/>
                <a:ea typeface="楷体" panose="02010609060101010101" pitchFamily="49" charset="-122"/>
              </a:rPr>
              <a:t>（</a:t>
            </a:r>
            <a:r>
              <a:rPr kumimoji="1" lang="en-US" altLang="zh-CN" sz="2800" dirty="0">
                <a:latin typeface="楷体" panose="02010609060101010101" pitchFamily="49" charset="-122"/>
                <a:ea typeface="楷体" panose="02010609060101010101" pitchFamily="49" charset="-122"/>
              </a:rPr>
              <a:t>Project Management Professional</a:t>
            </a:r>
            <a:r>
              <a:rPr kumimoji="1" lang="zh-CN" altLang="en-US" sz="2800" dirty="0">
                <a:latin typeface="楷体" panose="02010609060101010101" pitchFamily="49" charset="-122"/>
                <a:ea typeface="楷体" panose="02010609060101010101" pitchFamily="49" charset="-122"/>
              </a:rPr>
              <a:t>）是项目管理专业人员资格的缩写，是美国项目管理学会</a:t>
            </a:r>
            <a:r>
              <a:rPr kumimoji="1" lang="en-US" altLang="zh-CN" sz="2800" dirty="0">
                <a:latin typeface="楷体" panose="02010609060101010101" pitchFamily="49" charset="-122"/>
                <a:ea typeface="楷体" panose="02010609060101010101" pitchFamily="49" charset="-122"/>
              </a:rPr>
              <a:t>PMI</a:t>
            </a:r>
            <a:r>
              <a:rPr kumimoji="1" lang="zh-CN" altLang="en-US" sz="2800" dirty="0">
                <a:latin typeface="楷体" panose="02010609060101010101" pitchFamily="49" charset="-122"/>
                <a:ea typeface="楷体" panose="02010609060101010101" pitchFamily="49" charset="-122"/>
              </a:rPr>
              <a:t>开发并负责组织实施的一种专业资格认证。也是项目管理资格最重要的标志之一。项目管理知识体系（</a:t>
            </a:r>
            <a:r>
              <a:rPr kumimoji="1" lang="en-US" altLang="zh-CN" sz="2800" dirty="0">
                <a:latin typeface="楷体" panose="02010609060101010101" pitchFamily="49" charset="-122"/>
                <a:ea typeface="楷体" panose="02010609060101010101" pitchFamily="49" charset="-122"/>
              </a:rPr>
              <a:t>PMBOK</a:t>
            </a:r>
            <a:r>
              <a:rPr kumimoji="1" lang="zh-CN" altLang="en-US" sz="2800" dirty="0">
                <a:latin typeface="楷体" panose="02010609060101010101" pitchFamily="49" charset="-122"/>
                <a:ea typeface="楷体" panose="02010609060101010101" pitchFamily="49" charset="-122"/>
              </a:rPr>
              <a:t>）是</a:t>
            </a:r>
            <a:r>
              <a:rPr kumimoji="1" lang="en-US" altLang="zh-CN" sz="2800" dirty="0">
                <a:latin typeface="楷体" panose="02010609060101010101" pitchFamily="49" charset="-122"/>
                <a:ea typeface="楷体" panose="02010609060101010101" pitchFamily="49" charset="-122"/>
              </a:rPr>
              <a:t>PMI</a:t>
            </a:r>
            <a:r>
              <a:rPr kumimoji="1" lang="zh-CN" altLang="en-US" sz="2800" dirty="0">
                <a:latin typeface="楷体" panose="02010609060101010101" pitchFamily="49" charset="-122"/>
                <a:ea typeface="楷体" panose="02010609060101010101" pitchFamily="49" charset="-122"/>
              </a:rPr>
              <a:t>组织开发的一套关于项目管理的知识体系，为所有的项目管理提供了一个知识框架。</a:t>
            </a:r>
          </a:p>
        </p:txBody>
      </p:sp>
      <p:pic>
        <p:nvPicPr>
          <p:cNvPr id="5" name="图片 4">
            <a:extLst>
              <a:ext uri="{FF2B5EF4-FFF2-40B4-BE49-F238E27FC236}">
                <a16:creationId xmlns:a16="http://schemas.microsoft.com/office/drawing/2014/main" id="{DF684354-303D-40F1-B0FC-D311973BF9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252"/>
          <a:stretch/>
        </p:blipFill>
        <p:spPr>
          <a:xfrm>
            <a:off x="4573827" y="3822125"/>
            <a:ext cx="3200400" cy="2383608"/>
          </a:xfrm>
          <a:prstGeom prst="rect">
            <a:avLst/>
          </a:prstGeom>
        </p:spPr>
      </p:pic>
      <p:sp>
        <p:nvSpPr>
          <p:cNvPr id="6" name="矩形 5"/>
          <p:cNvSpPr/>
          <p:nvPr/>
        </p:nvSpPr>
        <p:spPr>
          <a:xfrm>
            <a:off x="5444088" y="794149"/>
            <a:ext cx="864339" cy="523220"/>
          </a:xfrm>
          <a:prstGeom prst="rect">
            <a:avLst/>
          </a:prstGeom>
        </p:spPr>
        <p:txBody>
          <a:bodyPr wrap="none">
            <a:spAutoFit/>
          </a:bodyPr>
          <a:lstStyle/>
          <a:p>
            <a:r>
              <a:rPr kumimoji="1" lang="en-US" altLang="zh-CN" sz="2800" dirty="0"/>
              <a:t>PMP</a:t>
            </a:r>
          </a:p>
        </p:txBody>
      </p:sp>
    </p:spTree>
    <p:extLst>
      <p:ext uri="{BB962C8B-B14F-4D97-AF65-F5344CB8AC3E}">
        <p14:creationId xmlns:p14="http://schemas.microsoft.com/office/powerpoint/2010/main" val="1608002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3928936228"/>
              </p:ext>
            </p:extLst>
          </p:nvPr>
        </p:nvGraphicFramePr>
        <p:xfrm>
          <a:off x="2484610" y="1855355"/>
          <a:ext cx="2605278" cy="4235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圆角矩形 4">
            <a:extLst>
              <a:ext uri="{FF2B5EF4-FFF2-40B4-BE49-F238E27FC236}">
                <a16:creationId xmlns:a16="http://schemas.microsoft.com/office/drawing/2014/main" id="{07B01043-27FB-B34F-A07B-C68BF143EFEF}"/>
              </a:ext>
            </a:extLst>
          </p:cNvPr>
          <p:cNvSpPr/>
          <p:nvPr/>
        </p:nvSpPr>
        <p:spPr>
          <a:xfrm>
            <a:off x="5239240" y="1855355"/>
            <a:ext cx="5381341" cy="4356141"/>
          </a:xfrm>
          <a:prstGeom prst="roundRect">
            <a:avLst>
              <a:gd name="adj" fmla="val 7011"/>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graphicFrame>
        <p:nvGraphicFramePr>
          <p:cNvPr id="6" name="Object 1">
            <a:extLst>
              <a:ext uri="{FF2B5EF4-FFF2-40B4-BE49-F238E27FC236}">
                <a16:creationId xmlns:a16="http://schemas.microsoft.com/office/drawing/2014/main" id="{CD3D055F-530E-8541-9A9A-07B585CCEE34}"/>
              </a:ext>
            </a:extLst>
          </p:cNvPr>
          <p:cNvGraphicFramePr>
            <a:graphicFrameLocks noChangeAspect="1"/>
          </p:cNvGraphicFramePr>
          <p:nvPr>
            <p:extLst>
              <p:ext uri="{D42A27DB-BD31-4B8C-83A1-F6EECF244321}">
                <p14:modId xmlns:p14="http://schemas.microsoft.com/office/powerpoint/2010/main" val="1107508690"/>
              </p:ext>
            </p:extLst>
          </p:nvPr>
        </p:nvGraphicFramePr>
        <p:xfrm>
          <a:off x="5595828" y="2226003"/>
          <a:ext cx="4668164" cy="3494702"/>
        </p:xfrm>
        <a:graphic>
          <a:graphicData uri="http://schemas.openxmlformats.org/presentationml/2006/ole">
            <mc:AlternateContent xmlns:mc="http://schemas.openxmlformats.org/markup-compatibility/2006">
              <mc:Choice xmlns:v="urn:schemas-microsoft-com:vml" Requires="v">
                <p:oleObj spid="_x0000_s17445" name="Visio" r:id="rId8" imgW="4876902" imgH="3638414" progId="Visio.Drawing.11">
                  <p:embed/>
                </p:oleObj>
              </mc:Choice>
              <mc:Fallback>
                <p:oleObj name="Visio" r:id="rId8" imgW="4876902" imgH="3638414" progId="Visio.Drawing.11">
                  <p:embed/>
                  <p:pic>
                    <p:nvPicPr>
                      <p:cNvPr id="0" name=""/>
                      <p:cNvPicPr>
                        <a:picLocks noChangeAspect="1" noChangeArrowheads="1"/>
                      </p:cNvPicPr>
                      <p:nvPr/>
                    </p:nvPicPr>
                    <p:blipFill>
                      <a:blip r:embed="rId9"/>
                      <a:srcRect/>
                      <a:stretch>
                        <a:fillRect/>
                      </a:stretch>
                    </p:blipFill>
                    <p:spPr bwMode="auto">
                      <a:xfrm>
                        <a:off x="5595828" y="2226003"/>
                        <a:ext cx="4668164" cy="3494702"/>
                      </a:xfrm>
                      <a:prstGeom prst="rect">
                        <a:avLst/>
                      </a:prstGeom>
                      <a:noFill/>
                    </p:spPr>
                  </p:pic>
                </p:oleObj>
              </mc:Fallback>
            </mc:AlternateContent>
          </a:graphicData>
        </a:graphic>
      </p:graphicFrame>
      <p:sp>
        <p:nvSpPr>
          <p:cNvPr id="7" name="文本框 6"/>
          <p:cNvSpPr txBox="1"/>
          <p:nvPr/>
        </p:nvSpPr>
        <p:spPr>
          <a:xfrm>
            <a:off x="5475460" y="975285"/>
            <a:ext cx="2698175"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项目管理知识体</a:t>
            </a:r>
          </a:p>
        </p:txBody>
      </p:sp>
    </p:spTree>
    <p:extLst>
      <p:ext uri="{BB962C8B-B14F-4D97-AF65-F5344CB8AC3E}">
        <p14:creationId xmlns:p14="http://schemas.microsoft.com/office/powerpoint/2010/main" val="31119168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灯片编号占位符 3">
            <a:extLst>
              <a:ext uri="{FF2B5EF4-FFF2-40B4-BE49-F238E27FC236}">
                <a16:creationId xmlns:a16="http://schemas.microsoft.com/office/drawing/2014/main" id="{4D5448D1-CCC0-F546-A1DD-A740183CE352}"/>
              </a:ext>
            </a:extLst>
          </p:cNvPr>
          <p:cNvSpPr txBox="1">
            <a:spLocks/>
          </p:cNvSpPr>
          <p:nvPr/>
        </p:nvSpPr>
        <p:spPr>
          <a:xfrm>
            <a:off x="7978932" y="6229603"/>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1F11F2F-59C7-484E-ABBA-B715CE84EDE9}" type="slidenum">
              <a:rPr lang="zh-CN" altLang="en-US" smtClean="0"/>
              <a:pPr/>
              <a:t>72</a:t>
            </a:fld>
            <a:endParaRPr lang="zh-CN" altLang="en-US"/>
          </a:p>
        </p:txBody>
      </p:sp>
      <p:graphicFrame>
        <p:nvGraphicFramePr>
          <p:cNvPr id="5" name="图示 4">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2666264768"/>
              </p:ext>
            </p:extLst>
          </p:nvPr>
        </p:nvGraphicFramePr>
        <p:xfrm>
          <a:off x="2149632" y="1873462"/>
          <a:ext cx="2605278" cy="4235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圆角矩形 5">
            <a:extLst>
              <a:ext uri="{FF2B5EF4-FFF2-40B4-BE49-F238E27FC236}">
                <a16:creationId xmlns:a16="http://schemas.microsoft.com/office/drawing/2014/main" id="{07B01043-27FB-B34F-A07B-C68BF143EFEF}"/>
              </a:ext>
            </a:extLst>
          </p:cNvPr>
          <p:cNvSpPr/>
          <p:nvPr/>
        </p:nvSpPr>
        <p:spPr>
          <a:xfrm>
            <a:off x="4904262" y="1873462"/>
            <a:ext cx="5381341" cy="4356141"/>
          </a:xfrm>
          <a:prstGeom prst="roundRect">
            <a:avLst>
              <a:gd name="adj" fmla="val 7011"/>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graphicFrame>
        <p:nvGraphicFramePr>
          <p:cNvPr id="7" name="Object 1">
            <a:extLst>
              <a:ext uri="{FF2B5EF4-FFF2-40B4-BE49-F238E27FC236}">
                <a16:creationId xmlns:a16="http://schemas.microsoft.com/office/drawing/2014/main" id="{CD3D055F-530E-8541-9A9A-07B585CCEE34}"/>
              </a:ext>
            </a:extLst>
          </p:cNvPr>
          <p:cNvGraphicFramePr>
            <a:graphicFrameLocks noChangeAspect="1"/>
          </p:cNvGraphicFramePr>
          <p:nvPr>
            <p:extLst>
              <p:ext uri="{D42A27DB-BD31-4B8C-83A1-F6EECF244321}">
                <p14:modId xmlns:p14="http://schemas.microsoft.com/office/powerpoint/2010/main" val="1556709471"/>
              </p:ext>
            </p:extLst>
          </p:nvPr>
        </p:nvGraphicFramePr>
        <p:xfrm>
          <a:off x="5260850" y="2244110"/>
          <a:ext cx="4668164" cy="3494702"/>
        </p:xfrm>
        <a:graphic>
          <a:graphicData uri="http://schemas.openxmlformats.org/presentationml/2006/ole">
            <mc:AlternateContent xmlns:mc="http://schemas.openxmlformats.org/markup-compatibility/2006">
              <mc:Choice xmlns:v="urn:schemas-microsoft-com:vml" Requires="v">
                <p:oleObj spid="_x0000_s18469" name="Visio" r:id="rId8" imgW="4876902" imgH="3638414" progId="Visio.Drawing.11">
                  <p:embed/>
                </p:oleObj>
              </mc:Choice>
              <mc:Fallback>
                <p:oleObj name="Visio" r:id="rId8" imgW="4876902" imgH="3638414" progId="Visio.Drawing.11">
                  <p:embed/>
                  <p:pic>
                    <p:nvPicPr>
                      <p:cNvPr id="0" name=""/>
                      <p:cNvPicPr>
                        <a:picLocks noChangeAspect="1" noChangeArrowheads="1"/>
                      </p:cNvPicPr>
                      <p:nvPr/>
                    </p:nvPicPr>
                    <p:blipFill>
                      <a:blip r:embed="rId9"/>
                      <a:srcRect/>
                      <a:stretch>
                        <a:fillRect/>
                      </a:stretch>
                    </p:blipFill>
                    <p:spPr bwMode="auto">
                      <a:xfrm>
                        <a:off x="5260850" y="2244110"/>
                        <a:ext cx="4668164" cy="3494702"/>
                      </a:xfrm>
                      <a:prstGeom prst="rect">
                        <a:avLst/>
                      </a:prstGeom>
                      <a:noFill/>
                    </p:spPr>
                  </p:pic>
                </p:oleObj>
              </mc:Fallback>
            </mc:AlternateContent>
          </a:graphicData>
        </a:graphic>
      </p:graphicFrame>
      <p:sp>
        <p:nvSpPr>
          <p:cNvPr id="8" name="文本框 7"/>
          <p:cNvSpPr txBox="1"/>
          <p:nvPr/>
        </p:nvSpPr>
        <p:spPr>
          <a:xfrm>
            <a:off x="5140482" y="993392"/>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280811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灯片编号占位符 3">
            <a:extLst>
              <a:ext uri="{FF2B5EF4-FFF2-40B4-BE49-F238E27FC236}">
                <a16:creationId xmlns:a16="http://schemas.microsoft.com/office/drawing/2014/main" id="{605F8DA5-DD58-914B-9E0C-8E7B825F4322}"/>
              </a:ext>
            </a:extLst>
          </p:cNvPr>
          <p:cNvSpPr txBox="1">
            <a:spLocks/>
          </p:cNvSpPr>
          <p:nvPr/>
        </p:nvSpPr>
        <p:spPr>
          <a:xfrm>
            <a:off x="8097005" y="6212552"/>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1F11F2F-59C7-484E-ABBA-B715CE84EDE9}" type="slidenum">
              <a:rPr lang="zh-CN" altLang="en-US" smtClean="0"/>
              <a:pPr/>
              <a:t>73</a:t>
            </a:fld>
            <a:endParaRPr lang="zh-CN" altLang="en-US"/>
          </a:p>
        </p:txBody>
      </p:sp>
      <p:pic>
        <p:nvPicPr>
          <p:cNvPr id="5" name="Picture 3" descr="pmcore1">
            <a:extLst>
              <a:ext uri="{FF2B5EF4-FFF2-40B4-BE49-F238E27FC236}">
                <a16:creationId xmlns:a16="http://schemas.microsoft.com/office/drawing/2014/main" id="{0207D644-B479-AB49-9CD7-2CC16953B7D6}"/>
              </a:ext>
            </a:extLst>
          </p:cNvPr>
          <p:cNvPicPr>
            <a:picLocks noChangeAspect="1" noChangeArrowheads="1"/>
          </p:cNvPicPr>
          <p:nvPr/>
        </p:nvPicPr>
        <p:blipFill>
          <a:blip r:embed="rId2">
            <a:lum contrast="48000"/>
            <a:grayscl/>
            <a:biLevel thresh="50000"/>
            <a:extLst>
              <a:ext uri="{28A0092B-C50C-407E-A947-70E740481C1C}">
                <a14:useLocalDpi xmlns:a14="http://schemas.microsoft.com/office/drawing/2010/main" val="0"/>
              </a:ext>
            </a:extLst>
          </a:blip>
          <a:srcRect/>
          <a:stretch>
            <a:fillRect/>
          </a:stretch>
        </p:blipFill>
        <p:spPr bwMode="auto">
          <a:xfrm>
            <a:off x="1818443" y="1456401"/>
            <a:ext cx="8382000"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箭头连接符 3">
            <a:extLst>
              <a:ext uri="{FF2B5EF4-FFF2-40B4-BE49-F238E27FC236}">
                <a16:creationId xmlns:a16="http://schemas.microsoft.com/office/drawing/2014/main" id="{8B798056-A06C-484B-8941-FF54A78A024A}"/>
              </a:ext>
            </a:extLst>
          </p:cNvPr>
          <p:cNvCxnSpPr>
            <a:cxnSpLocks noChangeShapeType="1"/>
          </p:cNvCxnSpPr>
          <p:nvPr/>
        </p:nvCxnSpPr>
        <p:spPr bwMode="auto">
          <a:xfrm>
            <a:off x="3845680" y="4050376"/>
            <a:ext cx="892175" cy="0"/>
          </a:xfrm>
          <a:prstGeom prst="straightConnector1">
            <a:avLst/>
          </a:prstGeom>
          <a:ln>
            <a:headEnd type="none" w="sm" len="sm"/>
            <a:tailEnd type="arrow" w="med" len="med"/>
          </a:ln>
        </p:spPr>
        <p:style>
          <a:lnRef idx="3">
            <a:schemeClr val="dk1"/>
          </a:lnRef>
          <a:fillRef idx="0">
            <a:schemeClr val="dk1"/>
          </a:fillRef>
          <a:effectRef idx="2">
            <a:schemeClr val="dk1"/>
          </a:effectRef>
          <a:fontRef idx="minor">
            <a:schemeClr val="tx1"/>
          </a:fontRef>
        </p:style>
      </p:cxnSp>
      <p:pic>
        <p:nvPicPr>
          <p:cNvPr id="7" name="Picture 9" descr="c:\users\think\appdata\roaming\360se6\User Data\temp\u=4067487267,1715965221&amp;fm=23&amp;gp=0.jpg">
            <a:extLst>
              <a:ext uri="{FF2B5EF4-FFF2-40B4-BE49-F238E27FC236}">
                <a16:creationId xmlns:a16="http://schemas.microsoft.com/office/drawing/2014/main" id="{3966E598-77AA-E746-9640-466286981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000"/>
          <a:stretch>
            <a:fillRect/>
          </a:stretch>
        </p:blipFill>
        <p:spPr bwMode="auto">
          <a:xfrm>
            <a:off x="2128005" y="3588414"/>
            <a:ext cx="141605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a:extLst>
              <a:ext uri="{FF2B5EF4-FFF2-40B4-BE49-F238E27FC236}">
                <a16:creationId xmlns:a16="http://schemas.microsoft.com/office/drawing/2014/main" id="{EA9AB09D-6A0D-A647-95E8-3E47CD30D46C}"/>
              </a:ext>
            </a:extLst>
          </p:cNvPr>
          <p:cNvSpPr txBox="1">
            <a:spLocks noChangeArrowheads="1"/>
          </p:cNvSpPr>
          <p:nvPr/>
        </p:nvSpPr>
        <p:spPr bwMode="auto">
          <a:xfrm>
            <a:off x="2250243" y="3497926"/>
            <a:ext cx="2195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itchFamily="2"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Tw Cen MT" panose="020B0602020104020603" pitchFamily="34" charset="0"/>
                <a:ea typeface="华文仿宋" panose="02010600040101010101" pitchFamily="2" charset="-122"/>
              </a:defRPr>
            </a:lvl9pPr>
          </a:lstStyle>
          <a:p>
            <a:pPr eaLnBrk="1" hangingPunct="1">
              <a:spcBef>
                <a:spcPct val="0"/>
              </a:spcBef>
              <a:buClrTx/>
              <a:buSzTx/>
              <a:buFontTx/>
              <a:buNone/>
            </a:pPr>
            <a:r>
              <a:rPr lang="en-US" altLang="zh-CN" sz="2400">
                <a:latin typeface="Arial Narrow" panose="020B0604020202020204" pitchFamily="34" charset="0"/>
                <a:ea typeface="宋体" panose="02010600030101010101" pitchFamily="2" charset="-122"/>
              </a:rPr>
              <a:t>Stakeholder Mgt</a:t>
            </a:r>
            <a:endParaRPr lang="zh-CN" altLang="en-US" sz="2400">
              <a:latin typeface="Arial Narrow"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1F4D77A5-9188-1F4E-B04D-46C529C62F03}"/>
              </a:ext>
            </a:extLst>
          </p:cNvPr>
          <p:cNvSpPr/>
          <p:nvPr/>
        </p:nvSpPr>
        <p:spPr>
          <a:xfrm>
            <a:off x="2250243" y="1700876"/>
            <a:ext cx="1595437" cy="1512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矩形 9">
            <a:extLst>
              <a:ext uri="{FF2B5EF4-FFF2-40B4-BE49-F238E27FC236}">
                <a16:creationId xmlns:a16="http://schemas.microsoft.com/office/drawing/2014/main" id="{8AEF0D55-F4A0-8548-AB17-21A034084097}"/>
              </a:ext>
            </a:extLst>
          </p:cNvPr>
          <p:cNvSpPr/>
          <p:nvPr/>
        </p:nvSpPr>
        <p:spPr>
          <a:xfrm>
            <a:off x="3939343" y="1696114"/>
            <a:ext cx="1595437" cy="15128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矩形 10">
            <a:extLst>
              <a:ext uri="{FF2B5EF4-FFF2-40B4-BE49-F238E27FC236}">
                <a16:creationId xmlns:a16="http://schemas.microsoft.com/office/drawing/2014/main" id="{EB4AF46F-37CF-B840-B410-7EBD507599A6}"/>
              </a:ext>
            </a:extLst>
          </p:cNvPr>
          <p:cNvSpPr/>
          <p:nvPr/>
        </p:nvSpPr>
        <p:spPr>
          <a:xfrm>
            <a:off x="5850693" y="1700876"/>
            <a:ext cx="1595437" cy="1512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11">
            <a:extLst>
              <a:ext uri="{FF2B5EF4-FFF2-40B4-BE49-F238E27FC236}">
                <a16:creationId xmlns:a16="http://schemas.microsoft.com/office/drawing/2014/main" id="{9EE36958-AFD9-504D-AD7C-2D479A4A6265}"/>
              </a:ext>
            </a:extLst>
          </p:cNvPr>
          <p:cNvSpPr/>
          <p:nvPr/>
        </p:nvSpPr>
        <p:spPr>
          <a:xfrm>
            <a:off x="8082718" y="1700876"/>
            <a:ext cx="1595437" cy="1512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矩形 12">
            <a:extLst>
              <a:ext uri="{FF2B5EF4-FFF2-40B4-BE49-F238E27FC236}">
                <a16:creationId xmlns:a16="http://schemas.microsoft.com/office/drawing/2014/main" id="{666E4886-7698-7A48-A96B-ADB6AB5FE11B}"/>
              </a:ext>
            </a:extLst>
          </p:cNvPr>
          <p:cNvSpPr/>
          <p:nvPr/>
        </p:nvSpPr>
        <p:spPr>
          <a:xfrm>
            <a:off x="2364543" y="4796501"/>
            <a:ext cx="1595437" cy="1512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a:extLst>
              <a:ext uri="{FF2B5EF4-FFF2-40B4-BE49-F238E27FC236}">
                <a16:creationId xmlns:a16="http://schemas.microsoft.com/office/drawing/2014/main" id="{F30805A6-AEC4-C34D-9D6C-BDB13C90EF3E}"/>
              </a:ext>
            </a:extLst>
          </p:cNvPr>
          <p:cNvSpPr/>
          <p:nvPr/>
        </p:nvSpPr>
        <p:spPr>
          <a:xfrm>
            <a:off x="4233030" y="4798089"/>
            <a:ext cx="1595438" cy="1511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4">
            <a:extLst>
              <a:ext uri="{FF2B5EF4-FFF2-40B4-BE49-F238E27FC236}">
                <a16:creationId xmlns:a16="http://schemas.microsoft.com/office/drawing/2014/main" id="{A5EB85AD-FFDE-E74B-B9DC-99D27DF7E7AC}"/>
              </a:ext>
            </a:extLst>
          </p:cNvPr>
          <p:cNvSpPr/>
          <p:nvPr/>
        </p:nvSpPr>
        <p:spPr>
          <a:xfrm>
            <a:off x="6011030" y="4798089"/>
            <a:ext cx="1595438" cy="1511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矩形 15">
            <a:extLst>
              <a:ext uri="{FF2B5EF4-FFF2-40B4-BE49-F238E27FC236}">
                <a16:creationId xmlns:a16="http://schemas.microsoft.com/office/drawing/2014/main" id="{38DE3FE5-5B0F-4E4D-B3B5-9D9D7D7052E4}"/>
              </a:ext>
            </a:extLst>
          </p:cNvPr>
          <p:cNvSpPr/>
          <p:nvPr/>
        </p:nvSpPr>
        <p:spPr>
          <a:xfrm>
            <a:off x="8108118" y="4796501"/>
            <a:ext cx="1595437" cy="15128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a:extLst>
              <a:ext uri="{FF2B5EF4-FFF2-40B4-BE49-F238E27FC236}">
                <a16:creationId xmlns:a16="http://schemas.microsoft.com/office/drawing/2014/main" id="{4BC886C4-2F68-1E49-A4C2-D9AE6D3AFFB0}"/>
              </a:ext>
            </a:extLst>
          </p:cNvPr>
          <p:cNvSpPr/>
          <p:nvPr/>
        </p:nvSpPr>
        <p:spPr>
          <a:xfrm>
            <a:off x="2250243" y="3467764"/>
            <a:ext cx="1595437" cy="10985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矩形 17">
            <a:extLst>
              <a:ext uri="{FF2B5EF4-FFF2-40B4-BE49-F238E27FC236}">
                <a16:creationId xmlns:a16="http://schemas.microsoft.com/office/drawing/2014/main" id="{2671B8EE-B005-1E47-A603-15F2D5140781}"/>
              </a:ext>
            </a:extLst>
          </p:cNvPr>
          <p:cNvSpPr/>
          <p:nvPr/>
        </p:nvSpPr>
        <p:spPr>
          <a:xfrm>
            <a:off x="4915655" y="3410614"/>
            <a:ext cx="1893888" cy="10985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18"/>
          <p:cNvSpPr txBox="1"/>
          <p:nvPr/>
        </p:nvSpPr>
        <p:spPr>
          <a:xfrm>
            <a:off x="5025471" y="905866"/>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9949027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3824544920"/>
              </p:ext>
            </p:extLst>
          </p:nvPr>
        </p:nvGraphicFramePr>
        <p:xfrm>
          <a:off x="2042962" y="1625783"/>
          <a:ext cx="2493817" cy="4721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07B01043-27FB-B34F-A07B-C68BF143EFEF}"/>
              </a:ext>
            </a:extLst>
          </p:cNvPr>
          <p:cNvSpPr/>
          <p:nvPr/>
        </p:nvSpPr>
        <p:spPr>
          <a:xfrm>
            <a:off x="4536779" y="1625783"/>
            <a:ext cx="6002949" cy="4721515"/>
          </a:xfrm>
          <a:prstGeom prst="roundRect">
            <a:avLst>
              <a:gd name="adj" fmla="val 4272"/>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项目范围与范围管理</a:t>
            </a:r>
            <a:endParaRPr kumimoji="1" lang="en-US" altLang="zh-CN" dirty="0">
              <a:solidFill>
                <a:schemeClr val="accent5">
                  <a:lumMod val="50000"/>
                </a:schemeClr>
              </a:solidFill>
              <a:latin typeface="Microsoft YaHei" panose="020B0503020204020204" pitchFamily="34" charset="-122"/>
              <a:ea typeface="Microsoft YaHei" panose="020B0503020204020204" pitchFamily="34" charset="-122"/>
            </a:endParaRPr>
          </a:p>
          <a:p>
            <a:pPr algn="just"/>
            <a:endParaRPr kumimoji="1" lang="en-US" altLang="zh-CN"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按照</a:t>
            </a:r>
            <a:r>
              <a:rPr kumimoji="1" lang="en-US" altLang="zh-CN" dirty="0">
                <a:latin typeface="KaiTi" panose="02010609060101010101" pitchFamily="49" charset="-122"/>
                <a:ea typeface="KaiTi" panose="02010609060101010101" pitchFamily="49" charset="-122"/>
              </a:rPr>
              <a:t>PMBOK</a:t>
            </a:r>
            <a:r>
              <a:rPr kumimoji="1" lang="zh-CN" altLang="en-US" dirty="0">
                <a:latin typeface="KaiTi" panose="02010609060101010101" pitchFamily="49" charset="-122"/>
                <a:ea typeface="KaiTi" panose="02010609060101010101" pitchFamily="49" charset="-122"/>
              </a:rPr>
              <a:t>的定义，范围是指产生项目产品</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如一套软件或硬件</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所包含的所有工作及产生这些产品的过程（如计划文件或会议记录）</a:t>
            </a:r>
            <a:r>
              <a:rPr kumimoji="1" lang="en-US" altLang="zh-CN" dirty="0">
                <a:latin typeface="KaiTi" panose="02010609060101010101" pitchFamily="49" charset="-122"/>
                <a:ea typeface="KaiTi" panose="02010609060101010101" pitchFamily="49" charset="-122"/>
              </a:rPr>
              <a:t>.</a:t>
            </a:r>
          </a:p>
          <a:p>
            <a:pPr algn="just"/>
            <a:endParaRPr kumimoji="1" lang="en-US" altLang="zh-CN"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项目范围管理是指对项目包括什么与不包括什么的定义与控制过程。</a:t>
            </a:r>
          </a:p>
          <a:p>
            <a:pPr algn="just"/>
            <a:r>
              <a:rPr kumimoji="1" lang="zh-CN" altLang="en-US" dirty="0">
                <a:latin typeface="KaiTi" panose="02010609060101010101" pitchFamily="49" charset="-122"/>
                <a:ea typeface="KaiTi" panose="02010609060101010101" pitchFamily="49" charset="-122"/>
              </a:rPr>
              <a:t>    项目范围管理确保项目团队和干系人</a:t>
            </a:r>
            <a:r>
              <a:rPr kumimoji="1" lang="en-US" altLang="zh-CN" dirty="0">
                <a:latin typeface="KaiTi" panose="02010609060101010101" pitchFamily="49" charset="-122"/>
                <a:ea typeface="KaiTi" panose="02010609060101010101" pitchFamily="49" charset="-122"/>
              </a:rPr>
              <a:t>(Stakeholder)</a:t>
            </a:r>
            <a:r>
              <a:rPr kumimoji="1" lang="zh-CN" altLang="en-US" dirty="0">
                <a:latin typeface="KaiTi" panose="02010609060101010101" pitchFamily="49" charset="-122"/>
                <a:ea typeface="KaiTi" panose="02010609060101010101" pitchFamily="49" charset="-122"/>
              </a:rPr>
              <a:t>在项目开发什么产品以及开发使用什么过程这两方面达成共识。</a:t>
            </a:r>
          </a:p>
          <a:p>
            <a:pPr algn="just"/>
            <a:endParaRPr kumimoji="1" lang="zh-CN" altLang="en-US" dirty="0"/>
          </a:p>
        </p:txBody>
      </p:sp>
      <p:sp>
        <p:nvSpPr>
          <p:cNvPr id="6" name="文本框 5"/>
          <p:cNvSpPr txBox="1"/>
          <p:nvPr/>
        </p:nvSpPr>
        <p:spPr>
          <a:xfrm>
            <a:off x="5394607" y="1111087"/>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9733219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5" name="灯片编号占位符 3">
            <a:extLst>
              <a:ext uri="{FF2B5EF4-FFF2-40B4-BE49-F238E27FC236}">
                <a16:creationId xmlns:a16="http://schemas.microsoft.com/office/drawing/2014/main" id="{4D5448D1-CCC0-F546-A1DD-A740183CE352}"/>
              </a:ext>
            </a:extLst>
          </p:cNvPr>
          <p:cNvSpPr txBox="1">
            <a:spLocks/>
          </p:cNvSpPr>
          <p:nvPr/>
        </p:nvSpPr>
        <p:spPr>
          <a:xfrm>
            <a:off x="7987986"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1F11F2F-59C7-484E-ABBA-B715CE84EDE9}" type="slidenum">
              <a:rPr lang="zh-CN" altLang="en-US" smtClean="0"/>
              <a:pPr/>
              <a:t>75</a:t>
            </a:fld>
            <a:endParaRPr lang="zh-CN" altLang="en-US"/>
          </a:p>
        </p:txBody>
      </p:sp>
      <p:graphicFrame>
        <p:nvGraphicFramePr>
          <p:cNvPr id="6" name="图示 5">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172573821"/>
              </p:ext>
            </p:extLst>
          </p:nvPr>
        </p:nvGraphicFramePr>
        <p:xfrm>
          <a:off x="1797891" y="1771360"/>
          <a:ext cx="2493817" cy="4721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圆角矩形 6">
            <a:extLst>
              <a:ext uri="{FF2B5EF4-FFF2-40B4-BE49-F238E27FC236}">
                <a16:creationId xmlns:a16="http://schemas.microsoft.com/office/drawing/2014/main" id="{2B79B854-AEB9-5E42-8CF0-990EB578584C}"/>
              </a:ext>
            </a:extLst>
          </p:cNvPr>
          <p:cNvSpPr/>
          <p:nvPr/>
        </p:nvSpPr>
        <p:spPr>
          <a:xfrm>
            <a:off x="4291708" y="1771360"/>
            <a:ext cx="6002949" cy="4721515"/>
          </a:xfrm>
          <a:prstGeom prst="roundRect">
            <a:avLst>
              <a:gd name="adj" fmla="val 4272"/>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项目范围管理涉及的</a:t>
            </a:r>
            <a:r>
              <a:rPr kumimoji="1" lang="en-US" altLang="zh-CN" dirty="0">
                <a:solidFill>
                  <a:schemeClr val="accent5">
                    <a:lumMod val="50000"/>
                  </a:schemeClr>
                </a:solidFill>
                <a:latin typeface="Microsoft YaHei" panose="020B0503020204020204" pitchFamily="34" charset="-122"/>
                <a:ea typeface="Microsoft YaHei" panose="020B0503020204020204" pitchFamily="34" charset="-122"/>
              </a:rPr>
              <a:t>6</a:t>
            </a: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个主要过程</a:t>
            </a:r>
          </a:p>
          <a:p>
            <a:pPr algn="just"/>
            <a:endParaRPr kumimoji="1" lang="en-US" altLang="zh-CN"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a:t>
            </a:r>
            <a:endParaRPr kumimoji="1" lang="zh-CN" altLang="en-US" dirty="0"/>
          </a:p>
        </p:txBody>
      </p:sp>
      <p:graphicFrame>
        <p:nvGraphicFramePr>
          <p:cNvPr id="8" name="表格 7">
            <a:extLst>
              <a:ext uri="{FF2B5EF4-FFF2-40B4-BE49-F238E27FC236}">
                <a16:creationId xmlns:a16="http://schemas.microsoft.com/office/drawing/2014/main" id="{3810BE22-6149-884F-9131-6A6E4376C5A3}"/>
              </a:ext>
            </a:extLst>
          </p:cNvPr>
          <p:cNvGraphicFramePr>
            <a:graphicFrameLocks noGrp="1"/>
          </p:cNvGraphicFramePr>
          <p:nvPr>
            <p:extLst>
              <p:ext uri="{D42A27DB-BD31-4B8C-83A1-F6EECF244321}">
                <p14:modId xmlns:p14="http://schemas.microsoft.com/office/powerpoint/2010/main" val="120591455"/>
              </p:ext>
            </p:extLst>
          </p:nvPr>
        </p:nvGraphicFramePr>
        <p:xfrm>
          <a:off x="4501745" y="2822227"/>
          <a:ext cx="5582874" cy="3020566"/>
        </p:xfrm>
        <a:graphic>
          <a:graphicData uri="http://schemas.openxmlformats.org/drawingml/2006/table">
            <a:tbl>
              <a:tblPr firstRow="1" bandRow="1">
                <a:tableStyleId>{22838BEF-8BB2-4498-84A7-C5851F593DF1}</a:tableStyleId>
              </a:tblPr>
              <a:tblGrid>
                <a:gridCol w="1932800">
                  <a:extLst>
                    <a:ext uri="{9D8B030D-6E8A-4147-A177-3AD203B41FA5}">
                      <a16:colId xmlns:a16="http://schemas.microsoft.com/office/drawing/2014/main" val="20000"/>
                    </a:ext>
                  </a:extLst>
                </a:gridCol>
                <a:gridCol w="3650074">
                  <a:extLst>
                    <a:ext uri="{9D8B030D-6E8A-4147-A177-3AD203B41FA5}">
                      <a16:colId xmlns:a16="http://schemas.microsoft.com/office/drawing/2014/main" val="20001"/>
                    </a:ext>
                  </a:extLst>
                </a:gridCol>
              </a:tblGrid>
              <a:tr h="353760">
                <a:tc>
                  <a:txBody>
                    <a:bodyPr/>
                    <a:lstStyle/>
                    <a:p>
                      <a:pPr algn="ctr"/>
                      <a:r>
                        <a:rPr lang="zh-CN" altLang="en-US" sz="1500" dirty="0">
                          <a:solidFill>
                            <a:schemeClr val="accent5">
                              <a:lumMod val="50000"/>
                            </a:schemeClr>
                          </a:solidFill>
                          <a:latin typeface="KaiTi" panose="02010609060101010101" pitchFamily="49" charset="-122"/>
                          <a:ea typeface="KaiTi" panose="02010609060101010101" pitchFamily="49" charset="-122"/>
                        </a:rPr>
                        <a:t>过程</a:t>
                      </a:r>
                      <a:endParaRPr lang="zh-CN" altLang="en-US" sz="1500" b="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pPr algn="ctr"/>
                      <a:r>
                        <a:rPr lang="zh-CN" altLang="en-US" sz="1500" dirty="0">
                          <a:solidFill>
                            <a:schemeClr val="accent5">
                              <a:lumMod val="50000"/>
                            </a:schemeClr>
                          </a:solidFill>
                          <a:latin typeface="KaiTi" panose="02010609060101010101" pitchFamily="49" charset="-122"/>
                          <a:ea typeface="KaiTi" panose="02010609060101010101" pitchFamily="49" charset="-122"/>
                        </a:rPr>
                        <a:t>输出</a:t>
                      </a:r>
                      <a:endParaRPr lang="zh-CN" altLang="en-US" sz="1500" b="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extLst>
                  <a:ext uri="{0D108BD9-81ED-4DB2-BD59-A6C34878D82A}">
                    <a16:rowId xmlns:a16="http://schemas.microsoft.com/office/drawing/2014/main" val="10000"/>
                  </a:ext>
                </a:extLst>
              </a:tr>
              <a:tr h="353760">
                <a:tc>
                  <a:txBody>
                    <a:bodyPr/>
                    <a:lstStyle/>
                    <a:p>
                      <a:r>
                        <a:rPr lang="en-US" altLang="zh-CN" sz="1500" dirty="0">
                          <a:solidFill>
                            <a:schemeClr val="accent5">
                              <a:lumMod val="50000"/>
                            </a:schemeClr>
                          </a:solidFill>
                          <a:latin typeface="KaiTi" panose="02010609060101010101" pitchFamily="49" charset="-122"/>
                          <a:ea typeface="KaiTi" panose="02010609060101010101" pitchFamily="49" charset="-122"/>
                        </a:rPr>
                        <a:t>1.</a:t>
                      </a:r>
                      <a:r>
                        <a:rPr lang="zh-CN" altLang="en-US" sz="1500" dirty="0">
                          <a:solidFill>
                            <a:schemeClr val="accent5">
                              <a:lumMod val="50000"/>
                            </a:schemeClr>
                          </a:solidFill>
                          <a:latin typeface="KaiTi" panose="02010609060101010101" pitchFamily="49" charset="-122"/>
                          <a:ea typeface="KaiTi" panose="02010609060101010101" pitchFamily="49" charset="-122"/>
                        </a:rPr>
                        <a:t>制定范围管理计划</a:t>
                      </a:r>
                      <a:endParaRPr lang="zh-CN" altLang="en-US" sz="1500" b="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范围管理计划、需求管理计划</a:t>
                      </a:r>
                      <a:endParaRPr lang="zh-CN" altLang="en-US" sz="1500" b="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extLst>
                  <a:ext uri="{0D108BD9-81ED-4DB2-BD59-A6C34878D82A}">
                    <a16:rowId xmlns:a16="http://schemas.microsoft.com/office/drawing/2014/main" val="10001"/>
                  </a:ext>
                </a:extLst>
              </a:tr>
              <a:tr h="353760">
                <a:tc>
                  <a:txBody>
                    <a:bodyPr/>
                    <a:lstStyle/>
                    <a:p>
                      <a:r>
                        <a:rPr lang="en-US" altLang="zh-CN" sz="1500" dirty="0">
                          <a:solidFill>
                            <a:schemeClr val="accent5">
                              <a:lumMod val="50000"/>
                            </a:schemeClr>
                          </a:solidFill>
                          <a:latin typeface="KaiTi" panose="02010609060101010101" pitchFamily="49" charset="-122"/>
                          <a:ea typeface="KaiTi" panose="02010609060101010101" pitchFamily="49" charset="-122"/>
                        </a:rPr>
                        <a:t>2.</a:t>
                      </a:r>
                      <a:r>
                        <a:rPr lang="zh-CN" altLang="zh-CN" sz="1500" dirty="0">
                          <a:solidFill>
                            <a:schemeClr val="accent5">
                              <a:lumMod val="50000"/>
                            </a:schemeClr>
                          </a:solidFill>
                          <a:latin typeface="KaiTi" panose="02010609060101010101" pitchFamily="49" charset="-122"/>
                          <a:ea typeface="KaiTi" panose="02010609060101010101" pitchFamily="49" charset="-122"/>
                        </a:rPr>
                        <a:t>收集需求</a:t>
                      </a:r>
                      <a:endParaRPr lang="zh-CN" altLang="en-US" sz="150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需求文档、需求跟踪矩阵</a:t>
                      </a:r>
                    </a:p>
                  </a:txBody>
                  <a:tcPr marL="68580" marR="68580" marT="34290" marB="34290"/>
                </a:tc>
                <a:extLst>
                  <a:ext uri="{0D108BD9-81ED-4DB2-BD59-A6C34878D82A}">
                    <a16:rowId xmlns:a16="http://schemas.microsoft.com/office/drawing/2014/main" val="10002"/>
                  </a:ext>
                </a:extLst>
              </a:tr>
              <a:tr h="353760">
                <a:tc>
                  <a:txBody>
                    <a:bodyPr/>
                    <a:lstStyle/>
                    <a:p>
                      <a:r>
                        <a:rPr lang="en-US" altLang="zh-CN" sz="1500" dirty="0">
                          <a:solidFill>
                            <a:schemeClr val="accent5">
                              <a:lumMod val="50000"/>
                            </a:schemeClr>
                          </a:solidFill>
                          <a:latin typeface="KaiTi" panose="02010609060101010101" pitchFamily="49" charset="-122"/>
                          <a:ea typeface="KaiTi" panose="02010609060101010101" pitchFamily="49" charset="-122"/>
                        </a:rPr>
                        <a:t>3.</a:t>
                      </a:r>
                      <a:r>
                        <a:rPr lang="zh-CN" altLang="zh-CN" sz="1500" dirty="0">
                          <a:solidFill>
                            <a:schemeClr val="accent5">
                              <a:lumMod val="50000"/>
                            </a:schemeClr>
                          </a:solidFill>
                          <a:latin typeface="KaiTi" panose="02010609060101010101" pitchFamily="49" charset="-122"/>
                          <a:ea typeface="KaiTi" panose="02010609060101010101" pitchFamily="49" charset="-122"/>
                        </a:rPr>
                        <a:t>范围定义</a:t>
                      </a:r>
                      <a:endParaRPr lang="zh-CN" altLang="en-US" sz="150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项目范围说明书、项目文档更新</a:t>
                      </a:r>
                    </a:p>
                  </a:txBody>
                  <a:tcPr marL="68580" marR="68580" marT="34290" marB="34290"/>
                </a:tc>
                <a:extLst>
                  <a:ext uri="{0D108BD9-81ED-4DB2-BD59-A6C34878D82A}">
                    <a16:rowId xmlns:a16="http://schemas.microsoft.com/office/drawing/2014/main" val="10003"/>
                  </a:ext>
                </a:extLst>
              </a:tr>
              <a:tr h="353760">
                <a:tc>
                  <a:txBody>
                    <a:bodyPr/>
                    <a:lstStyle/>
                    <a:p>
                      <a:r>
                        <a:rPr lang="en-US" altLang="zh-CN" sz="1500" dirty="0">
                          <a:solidFill>
                            <a:schemeClr val="accent5">
                              <a:lumMod val="50000"/>
                            </a:schemeClr>
                          </a:solidFill>
                          <a:latin typeface="KaiTi" panose="02010609060101010101" pitchFamily="49" charset="-122"/>
                          <a:ea typeface="KaiTi" panose="02010609060101010101" pitchFamily="49" charset="-122"/>
                        </a:rPr>
                        <a:t>4.</a:t>
                      </a:r>
                      <a:r>
                        <a:rPr lang="zh-CN" altLang="zh-CN" sz="1500" dirty="0">
                          <a:solidFill>
                            <a:schemeClr val="accent5">
                              <a:lumMod val="50000"/>
                            </a:schemeClr>
                          </a:solidFill>
                          <a:latin typeface="KaiTi" panose="02010609060101010101" pitchFamily="49" charset="-122"/>
                          <a:ea typeface="KaiTi" panose="02010609060101010101" pitchFamily="49" charset="-122"/>
                        </a:rPr>
                        <a:t>创建工作分解结构</a:t>
                      </a:r>
                      <a:endParaRPr lang="zh-CN" altLang="en-US" sz="150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范围基线、项目文档更新</a:t>
                      </a:r>
                    </a:p>
                  </a:txBody>
                  <a:tcPr marL="68580" marR="68580" marT="34290" marB="34290"/>
                </a:tc>
                <a:extLst>
                  <a:ext uri="{0D108BD9-81ED-4DB2-BD59-A6C34878D82A}">
                    <a16:rowId xmlns:a16="http://schemas.microsoft.com/office/drawing/2014/main" val="10004"/>
                  </a:ext>
                </a:extLst>
              </a:tr>
              <a:tr h="6258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solidFill>
                            <a:schemeClr val="accent5">
                              <a:lumMod val="50000"/>
                            </a:schemeClr>
                          </a:solidFill>
                          <a:latin typeface="KaiTi" panose="02010609060101010101" pitchFamily="49" charset="-122"/>
                          <a:ea typeface="KaiTi" panose="02010609060101010101" pitchFamily="49" charset="-122"/>
                        </a:rPr>
                        <a:t>5.</a:t>
                      </a:r>
                      <a:r>
                        <a:rPr lang="zh-CN" altLang="zh-CN" sz="1500" dirty="0">
                          <a:solidFill>
                            <a:schemeClr val="accent5">
                              <a:lumMod val="50000"/>
                            </a:schemeClr>
                          </a:solidFill>
                          <a:latin typeface="KaiTi" panose="02010609060101010101" pitchFamily="49" charset="-122"/>
                          <a:ea typeface="KaiTi" panose="02010609060101010101" pitchFamily="49" charset="-122"/>
                        </a:rPr>
                        <a:t>范围核实</a:t>
                      </a: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接受的可交付成果、变更请求、项目文档更新</a:t>
                      </a:r>
                    </a:p>
                  </a:txBody>
                  <a:tcPr marL="68580" marR="68580" marT="34290" marB="34290"/>
                </a:tc>
                <a:extLst>
                  <a:ext uri="{0D108BD9-81ED-4DB2-BD59-A6C34878D82A}">
                    <a16:rowId xmlns:a16="http://schemas.microsoft.com/office/drawing/2014/main" val="10005"/>
                  </a:ext>
                </a:extLst>
              </a:tr>
              <a:tr h="625883">
                <a:tc>
                  <a:txBody>
                    <a:bodyPr/>
                    <a:lstStyle/>
                    <a:p>
                      <a:r>
                        <a:rPr lang="en-US" altLang="zh-CN" sz="1500" dirty="0">
                          <a:solidFill>
                            <a:schemeClr val="accent5">
                              <a:lumMod val="50000"/>
                            </a:schemeClr>
                          </a:solidFill>
                          <a:latin typeface="KaiTi" panose="02010609060101010101" pitchFamily="49" charset="-122"/>
                          <a:ea typeface="KaiTi" panose="02010609060101010101" pitchFamily="49" charset="-122"/>
                        </a:rPr>
                        <a:t>6.</a:t>
                      </a:r>
                      <a:r>
                        <a:rPr lang="zh-CN" altLang="zh-CN" sz="1500" dirty="0">
                          <a:solidFill>
                            <a:schemeClr val="accent5">
                              <a:lumMod val="50000"/>
                            </a:schemeClr>
                          </a:solidFill>
                          <a:latin typeface="KaiTi" panose="02010609060101010101" pitchFamily="49" charset="-122"/>
                          <a:ea typeface="KaiTi" panose="02010609060101010101" pitchFamily="49" charset="-122"/>
                        </a:rPr>
                        <a:t>范围变更控制</a:t>
                      </a:r>
                      <a:endParaRPr lang="zh-CN" altLang="en-US" sz="1500" dirty="0">
                        <a:solidFill>
                          <a:schemeClr val="accent5">
                            <a:lumMod val="50000"/>
                          </a:schemeClr>
                        </a:solidFill>
                        <a:latin typeface="KaiTi" panose="02010609060101010101" pitchFamily="49" charset="-122"/>
                        <a:ea typeface="KaiTi" panose="02010609060101010101" pitchFamily="49" charset="-122"/>
                      </a:endParaRPr>
                    </a:p>
                  </a:txBody>
                  <a:tcPr marL="68580" marR="68580" marT="34290" marB="34290"/>
                </a:tc>
                <a:tc>
                  <a:txBody>
                    <a:bodyPr/>
                    <a:lstStyle/>
                    <a:p>
                      <a:r>
                        <a:rPr lang="zh-CN" altLang="en-US" sz="1500" dirty="0">
                          <a:solidFill>
                            <a:schemeClr val="accent5">
                              <a:lumMod val="50000"/>
                            </a:schemeClr>
                          </a:solidFill>
                          <a:latin typeface="KaiTi" panose="02010609060101010101" pitchFamily="49" charset="-122"/>
                          <a:ea typeface="KaiTi" panose="02010609060101010101" pitchFamily="49" charset="-122"/>
                        </a:rPr>
                        <a:t>工作绩效信息、变更请求、项目管理计划更新、项目文档更新、组织过程资产更新</a:t>
                      </a:r>
                    </a:p>
                  </a:txBody>
                  <a:tcPr marL="68580" marR="68580" marT="34290" marB="34290"/>
                </a:tc>
                <a:extLst>
                  <a:ext uri="{0D108BD9-81ED-4DB2-BD59-A6C34878D82A}">
                    <a16:rowId xmlns:a16="http://schemas.microsoft.com/office/drawing/2014/main" val="10006"/>
                  </a:ext>
                </a:extLst>
              </a:tr>
            </a:tbl>
          </a:graphicData>
        </a:graphic>
      </p:graphicFrame>
      <p:sp>
        <p:nvSpPr>
          <p:cNvPr id="9" name="文本框 8"/>
          <p:cNvSpPr txBox="1"/>
          <p:nvPr/>
        </p:nvSpPr>
        <p:spPr>
          <a:xfrm>
            <a:off x="5149536" y="1256664"/>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21704703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灯片编号占位符 3">
            <a:extLst>
              <a:ext uri="{FF2B5EF4-FFF2-40B4-BE49-F238E27FC236}">
                <a16:creationId xmlns:a16="http://schemas.microsoft.com/office/drawing/2014/main" id="{4D5448D1-CCC0-F546-A1DD-A740183CE352}"/>
              </a:ext>
            </a:extLst>
          </p:cNvPr>
          <p:cNvSpPr txBox="1">
            <a:spLocks/>
          </p:cNvSpPr>
          <p:nvPr/>
        </p:nvSpPr>
        <p:spPr>
          <a:xfrm>
            <a:off x="7698275" y="6238656"/>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1F11F2F-59C7-484E-ABBA-B715CE84EDE9}" type="slidenum">
              <a:rPr lang="zh-CN" altLang="en-US" smtClean="0"/>
              <a:pPr/>
              <a:t>76</a:t>
            </a:fld>
            <a:endParaRPr lang="zh-CN" altLang="en-US"/>
          </a:p>
        </p:txBody>
      </p:sp>
      <p:graphicFrame>
        <p:nvGraphicFramePr>
          <p:cNvPr id="5" name="图示 4">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3689508737"/>
              </p:ext>
            </p:extLst>
          </p:nvPr>
        </p:nvGraphicFramePr>
        <p:xfrm>
          <a:off x="1508180" y="1517141"/>
          <a:ext cx="2493817" cy="4721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圆角矩形 5">
            <a:extLst>
              <a:ext uri="{FF2B5EF4-FFF2-40B4-BE49-F238E27FC236}">
                <a16:creationId xmlns:a16="http://schemas.microsoft.com/office/drawing/2014/main" id="{2B79B854-AEB9-5E42-8CF0-990EB578584C}"/>
              </a:ext>
            </a:extLst>
          </p:cNvPr>
          <p:cNvSpPr/>
          <p:nvPr/>
        </p:nvSpPr>
        <p:spPr>
          <a:xfrm>
            <a:off x="4001997" y="1517141"/>
            <a:ext cx="6002949" cy="4721515"/>
          </a:xfrm>
          <a:prstGeom prst="roundRect">
            <a:avLst>
              <a:gd name="adj" fmla="val 4272"/>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项目范围管理的重要性</a:t>
            </a:r>
          </a:p>
          <a:p>
            <a:pPr algn="just"/>
            <a:endParaRPr kumimoji="1" lang="en-US" altLang="zh-CN"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项目范围对项目的影响是决定性的，范围不明确的后果是项目范围的蔓延，项目将永远做不到头。</a:t>
            </a:r>
          </a:p>
          <a:p>
            <a:pPr algn="just"/>
            <a:r>
              <a:rPr kumimoji="1" lang="zh-CN" altLang="en-US" dirty="0">
                <a:latin typeface="KaiTi" panose="02010609060101010101" pitchFamily="49" charset="-122"/>
                <a:ea typeface="KaiTi" panose="02010609060101010101" pitchFamily="49" charset="-122"/>
              </a:rPr>
              <a:t>    对于项目范围理解的不一致，导致项目组的工作无法得到其他干系人的认可。</a:t>
            </a:r>
          </a:p>
          <a:p>
            <a:pPr algn="just"/>
            <a:r>
              <a:rPr kumimoji="1" lang="zh-CN" altLang="en-US" dirty="0">
                <a:latin typeface="KaiTi" panose="02010609060101010101" pitchFamily="49" charset="-122"/>
                <a:ea typeface="KaiTi" panose="02010609060101010101" pitchFamily="49" charset="-122"/>
              </a:rPr>
              <a:t>确定</a:t>
            </a:r>
            <a:r>
              <a:rPr kumimoji="1" lang="en-US" altLang="zh-CN" dirty="0">
                <a:latin typeface="KaiTi" panose="02010609060101010101" pitchFamily="49" charset="-122"/>
                <a:ea typeface="KaiTi" panose="02010609060101010101" pitchFamily="49" charset="-122"/>
              </a:rPr>
              <a:t>IT</a:t>
            </a:r>
            <a:r>
              <a:rPr kumimoji="1" lang="zh-CN" altLang="en-US" dirty="0">
                <a:latin typeface="KaiTi" panose="02010609060101010101" pitchFamily="49" charset="-122"/>
                <a:ea typeface="KaiTi" panose="02010609060101010101" pitchFamily="49" charset="-122"/>
              </a:rPr>
              <a:t>项目的范围管理的作用：</a:t>
            </a:r>
          </a:p>
          <a:p>
            <a:pPr lvl="1" algn="just"/>
            <a:r>
              <a:rPr kumimoji="1" lang="zh-CN" altLang="en-US" dirty="0">
                <a:latin typeface="KaiTi" panose="02010609060101010101" pitchFamily="49" charset="-122"/>
                <a:ea typeface="KaiTi" panose="02010609060101010101" pitchFamily="49" charset="-122"/>
              </a:rPr>
              <a:t>（</a:t>
            </a:r>
            <a:r>
              <a:rPr kumimoji="1" lang="en-US" altLang="zh-CN" dirty="0">
                <a:latin typeface="KaiTi" panose="02010609060101010101" pitchFamily="49" charset="-122"/>
                <a:ea typeface="KaiTi" panose="02010609060101010101" pitchFamily="49" charset="-122"/>
              </a:rPr>
              <a:t>1</a:t>
            </a:r>
            <a:r>
              <a:rPr kumimoji="1" lang="zh-CN" altLang="en-US" dirty="0">
                <a:latin typeface="KaiTi" panose="02010609060101010101" pitchFamily="49" charset="-122"/>
                <a:ea typeface="KaiTi" panose="02010609060101010101" pitchFamily="49" charset="-122"/>
              </a:rPr>
              <a:t>）提高费用、时间和资源（人、设备、材料等）估算的准确性。</a:t>
            </a:r>
          </a:p>
          <a:p>
            <a:pPr lvl="1" algn="just"/>
            <a:r>
              <a:rPr kumimoji="1" lang="zh-CN" altLang="en-US" dirty="0">
                <a:latin typeface="KaiTi" panose="02010609060101010101" pitchFamily="49" charset="-122"/>
                <a:ea typeface="KaiTi" panose="02010609060101010101" pitchFamily="49" charset="-122"/>
              </a:rPr>
              <a:t>（</a:t>
            </a:r>
            <a:r>
              <a:rPr kumimoji="1" lang="en-US" altLang="zh-CN" dirty="0">
                <a:latin typeface="KaiTi" panose="02010609060101010101" pitchFamily="49" charset="-122"/>
                <a:ea typeface="KaiTi" panose="02010609060101010101" pitchFamily="49" charset="-122"/>
              </a:rPr>
              <a:t>2</a:t>
            </a:r>
            <a:r>
              <a:rPr kumimoji="1" lang="zh-CN" altLang="en-US" dirty="0">
                <a:latin typeface="KaiTi" panose="02010609060101010101" pitchFamily="49" charset="-122"/>
                <a:ea typeface="KaiTi" panose="02010609060101010101" pitchFamily="49" charset="-122"/>
              </a:rPr>
              <a:t>）确定进行测量和控制的基线。</a:t>
            </a:r>
          </a:p>
          <a:p>
            <a:pPr lvl="1" algn="just"/>
            <a:r>
              <a:rPr kumimoji="1" lang="zh-CN" altLang="en-US" dirty="0">
                <a:latin typeface="KaiTi" panose="02010609060101010101" pitchFamily="49" charset="-122"/>
                <a:ea typeface="KaiTi" panose="02010609060101010101" pitchFamily="49" charset="-122"/>
              </a:rPr>
              <a:t>（</a:t>
            </a:r>
            <a:r>
              <a:rPr kumimoji="1" lang="en-US" altLang="zh-CN" dirty="0">
                <a:latin typeface="KaiTi" panose="02010609060101010101" pitchFamily="49" charset="-122"/>
                <a:ea typeface="KaiTi" panose="02010609060101010101" pitchFamily="49" charset="-122"/>
              </a:rPr>
              <a:t>3</a:t>
            </a:r>
            <a:r>
              <a:rPr kumimoji="1" lang="zh-CN" altLang="en-US" dirty="0">
                <a:latin typeface="KaiTi" panose="02010609060101010101" pitchFamily="49" charset="-122"/>
                <a:ea typeface="KaiTi" panose="02010609060101010101" pitchFamily="49" charset="-122"/>
              </a:rPr>
              <a:t>）有助于项目分工。</a:t>
            </a:r>
          </a:p>
          <a:p>
            <a:pPr algn="just"/>
            <a:endParaRPr kumimoji="1" lang="zh-CN" altLang="en-US" dirty="0"/>
          </a:p>
        </p:txBody>
      </p:sp>
      <p:sp>
        <p:nvSpPr>
          <p:cNvPr id="7" name="文本框 6"/>
          <p:cNvSpPr txBox="1"/>
          <p:nvPr/>
        </p:nvSpPr>
        <p:spPr>
          <a:xfrm>
            <a:off x="4859825" y="1002445"/>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41431548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1011110978"/>
              </p:ext>
            </p:extLst>
          </p:nvPr>
        </p:nvGraphicFramePr>
        <p:xfrm>
          <a:off x="1933693" y="1408499"/>
          <a:ext cx="2493817" cy="4721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2B79B854-AEB9-5E42-8CF0-990EB578584C}"/>
              </a:ext>
            </a:extLst>
          </p:cNvPr>
          <p:cNvSpPr/>
          <p:nvPr/>
        </p:nvSpPr>
        <p:spPr>
          <a:xfrm>
            <a:off x="4427510" y="1408499"/>
            <a:ext cx="6002949" cy="4721515"/>
          </a:xfrm>
          <a:prstGeom prst="roundRect">
            <a:avLst>
              <a:gd name="adj" fmla="val 4272"/>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软件项目进度与成本管理概述</a:t>
            </a:r>
          </a:p>
          <a:p>
            <a:pPr algn="just"/>
            <a:endParaRPr kumimoji="1" lang="en-US" altLang="zh-CN" dirty="0">
              <a:latin typeface="KaiTi" panose="02010609060101010101" pitchFamily="49" charset="-122"/>
              <a:ea typeface="KaiTi" panose="02010609060101010101" pitchFamily="49" charset="-122"/>
            </a:endParaRPr>
          </a:p>
          <a:p>
            <a:pPr algn="just"/>
            <a:endParaRPr kumimoji="1" lang="en-US" altLang="zh-CN"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进度是对执行的活动和里程碑所制定的工作计划日期表。</a:t>
            </a:r>
          </a:p>
          <a:p>
            <a:pPr algn="just"/>
            <a:endParaRPr kumimoji="1" lang="zh-CN" altLang="en-US"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进度管理是为了确保项目按期完成所需要的管理过程。</a:t>
            </a:r>
          </a:p>
          <a:p>
            <a:pPr algn="just"/>
            <a:endParaRPr kumimoji="1" lang="zh-CN" altLang="en-US"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软件项目成本是指完成软件项目所付出的代价，即待开发软件项目所需要的资金。</a:t>
            </a:r>
          </a:p>
          <a:p>
            <a:pPr algn="just"/>
            <a:endParaRPr kumimoji="1" lang="zh-CN" altLang="en-US"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人的劳动消耗所需要的代价是软件产品的主要成本。</a:t>
            </a:r>
            <a:endParaRPr kumimoji="1" lang="zh-CN" altLang="en-US" dirty="0"/>
          </a:p>
        </p:txBody>
      </p:sp>
      <p:sp>
        <p:nvSpPr>
          <p:cNvPr id="6" name="文本框 5"/>
          <p:cNvSpPr txBox="1"/>
          <p:nvPr/>
        </p:nvSpPr>
        <p:spPr>
          <a:xfrm>
            <a:off x="5285338" y="893803"/>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31979521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D80825E3-AECB-2544-9825-C65D035D93FF}"/>
              </a:ext>
            </a:extLst>
          </p:cNvPr>
          <p:cNvGraphicFramePr/>
          <p:nvPr>
            <p:extLst>
              <p:ext uri="{D42A27DB-BD31-4B8C-83A1-F6EECF244321}">
                <p14:modId xmlns:p14="http://schemas.microsoft.com/office/powerpoint/2010/main" val="3692606488"/>
              </p:ext>
            </p:extLst>
          </p:nvPr>
        </p:nvGraphicFramePr>
        <p:xfrm>
          <a:off x="2042962" y="1526194"/>
          <a:ext cx="2493817" cy="47215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2B79B854-AEB9-5E42-8CF0-990EB578584C}"/>
              </a:ext>
            </a:extLst>
          </p:cNvPr>
          <p:cNvSpPr/>
          <p:nvPr/>
        </p:nvSpPr>
        <p:spPr>
          <a:xfrm>
            <a:off x="4536779" y="1526194"/>
            <a:ext cx="6002949" cy="4721515"/>
          </a:xfrm>
          <a:prstGeom prst="roundRect">
            <a:avLst>
              <a:gd name="adj" fmla="val 4272"/>
            </a:avLst>
          </a:prstGeom>
        </p:spPr>
        <p:style>
          <a:lnRef idx="2">
            <a:schemeClr val="accent2"/>
          </a:lnRef>
          <a:fillRef idx="1">
            <a:schemeClr val="lt1"/>
          </a:fillRef>
          <a:effectRef idx="0">
            <a:schemeClr val="accent2"/>
          </a:effectRef>
          <a:fontRef idx="minor">
            <a:schemeClr val="dk1"/>
          </a:fontRef>
        </p:style>
        <p:txBody>
          <a:bodyPr rtlCol="0" anchor="t"/>
          <a:lstStyle/>
          <a:p>
            <a:pPr algn="ctr"/>
            <a:r>
              <a:rPr kumimoji="1" lang="zh-CN" altLang="en-US" dirty="0">
                <a:solidFill>
                  <a:schemeClr val="accent5">
                    <a:lumMod val="50000"/>
                  </a:schemeClr>
                </a:solidFill>
                <a:latin typeface="Microsoft YaHei" panose="020B0503020204020204" pitchFamily="34" charset="-122"/>
                <a:ea typeface="Microsoft YaHei" panose="020B0503020204020204" pitchFamily="34" charset="-122"/>
              </a:rPr>
              <a:t>软件项目规模和工作量</a:t>
            </a:r>
          </a:p>
          <a:p>
            <a:pPr algn="just"/>
            <a:endParaRPr kumimoji="1" lang="en-US" altLang="zh-CN" dirty="0">
              <a:latin typeface="KaiTi" panose="02010609060101010101" pitchFamily="49" charset="-122"/>
              <a:ea typeface="KaiTi" panose="02010609060101010101" pitchFamily="49" charset="-122"/>
            </a:endParaRPr>
          </a:p>
          <a:p>
            <a:pPr>
              <a:lnSpc>
                <a:spcPct val="115000"/>
              </a:lnSpc>
              <a:buClr>
                <a:schemeClr val="tx1"/>
              </a:buClr>
            </a:pPr>
            <a:r>
              <a:rPr lang="zh-CN" altLang="en-US" dirty="0">
                <a:latin typeface="KaiTi" panose="02010609060101010101" pitchFamily="49" charset="-122"/>
                <a:ea typeface="KaiTi" panose="02010609060101010101" pitchFamily="49" charset="-122"/>
              </a:rPr>
              <a:t>    软件项目规模度量单位：</a:t>
            </a:r>
          </a:p>
          <a:p>
            <a:pPr lvl="2">
              <a:lnSpc>
                <a:spcPct val="115000"/>
              </a:lnSpc>
              <a:buFont typeface="Wingdings" panose="05000000000000000000" pitchFamily="2" charset="2"/>
              <a:buChar char="Ø"/>
            </a:pPr>
            <a:r>
              <a:rPr lang="en-US" altLang="zh-CN" sz="1350" dirty="0">
                <a:latin typeface="KaiTi" panose="02010609060101010101" pitchFamily="49" charset="-122"/>
                <a:ea typeface="KaiTi" panose="02010609060101010101" pitchFamily="49" charset="-122"/>
              </a:rPr>
              <a:t>LOC(Lines of Code)</a:t>
            </a:r>
            <a:r>
              <a:rPr lang="zh-CN" altLang="en-US" sz="1350" dirty="0">
                <a:latin typeface="KaiTi" panose="02010609060101010101" pitchFamily="49" charset="-122"/>
                <a:ea typeface="KaiTi" panose="02010609060101010101" pitchFamily="49" charset="-122"/>
              </a:rPr>
              <a:t>：源代码程序长度的测量</a:t>
            </a:r>
          </a:p>
          <a:p>
            <a:pPr lvl="2">
              <a:lnSpc>
                <a:spcPct val="115000"/>
              </a:lnSpc>
              <a:buFont typeface="Wingdings" panose="05000000000000000000" pitchFamily="2" charset="2"/>
              <a:buChar char="Ø"/>
            </a:pPr>
            <a:r>
              <a:rPr lang="en-US" altLang="zh-CN" sz="1350" dirty="0">
                <a:latin typeface="KaiTi" panose="02010609060101010101" pitchFamily="49" charset="-122"/>
                <a:ea typeface="KaiTi" panose="02010609060101010101" pitchFamily="49" charset="-122"/>
              </a:rPr>
              <a:t>FP(Function Point)</a:t>
            </a:r>
            <a:r>
              <a:rPr lang="zh-CN" altLang="en-US" sz="1350" dirty="0">
                <a:latin typeface="KaiTi" panose="02010609060101010101" pitchFamily="49" charset="-122"/>
                <a:ea typeface="KaiTi" panose="02010609060101010101" pitchFamily="49" charset="-122"/>
              </a:rPr>
              <a:t>：系统功能数量的测量</a:t>
            </a:r>
          </a:p>
          <a:p>
            <a:pPr>
              <a:lnSpc>
                <a:spcPct val="115000"/>
              </a:lnSpc>
              <a:buClr>
                <a:schemeClr val="tx1"/>
              </a:buClr>
            </a:pPr>
            <a:r>
              <a:rPr lang="zh-CN" altLang="en-US" dirty="0">
                <a:latin typeface="KaiTi" panose="02010609060101010101" pitchFamily="49" charset="-122"/>
                <a:ea typeface="KaiTi" panose="02010609060101010101" pitchFamily="49" charset="-122"/>
              </a:rPr>
              <a:t>    软件项目工作量是指为了提供软件的功能而必须完成的软件工程任务量。其度量单位为：</a:t>
            </a:r>
          </a:p>
          <a:p>
            <a:pPr lvl="2">
              <a:lnSpc>
                <a:spcPct val="115000"/>
              </a:lnSpc>
              <a:buFont typeface="Wingdings" panose="05000000000000000000" pitchFamily="2" charset="2"/>
              <a:buChar char="Ø"/>
            </a:pPr>
            <a:r>
              <a:rPr lang="zh-CN" altLang="en-US" sz="1350" dirty="0">
                <a:latin typeface="KaiTi" panose="02010609060101010101" pitchFamily="49" charset="-122"/>
                <a:ea typeface="KaiTi" panose="02010609060101010101" pitchFamily="49" charset="-122"/>
              </a:rPr>
              <a:t>人月、人天、人年：人在单位时间内完成的任务量</a:t>
            </a:r>
            <a:endParaRPr lang="en-US" altLang="zh-CN" sz="1350" dirty="0">
              <a:latin typeface="KaiTi" panose="02010609060101010101" pitchFamily="49" charset="-122"/>
              <a:ea typeface="KaiTi" panose="02010609060101010101" pitchFamily="49" charset="-122"/>
            </a:endParaRPr>
          </a:p>
          <a:p>
            <a:pPr lvl="2">
              <a:lnSpc>
                <a:spcPct val="115000"/>
              </a:lnSpc>
              <a:buFont typeface="Wingdings" panose="05000000000000000000" pitchFamily="2" charset="2"/>
              <a:buChar char="Ø"/>
            </a:pPr>
            <a:r>
              <a:rPr lang="zh-CN" altLang="en-US" sz="1350" dirty="0">
                <a:latin typeface="KaiTi" panose="02010609060101010101" pitchFamily="49" charset="-122"/>
                <a:ea typeface="KaiTi" panose="02010609060101010101" pitchFamily="49" charset="-122"/>
              </a:rPr>
              <a:t>为了确定工作量度量单位，可设定一个“标准程序员”，例如具有</a:t>
            </a:r>
            <a:r>
              <a:rPr lang="en-US" altLang="zh-CN" sz="1350" dirty="0">
                <a:latin typeface="KaiTi" panose="02010609060101010101" pitchFamily="49" charset="-122"/>
                <a:ea typeface="KaiTi" panose="02010609060101010101" pitchFamily="49" charset="-122"/>
              </a:rPr>
              <a:t>15~18</a:t>
            </a:r>
            <a:r>
              <a:rPr lang="zh-CN" altLang="en-US" sz="1350" dirty="0">
                <a:latin typeface="KaiTi" panose="02010609060101010101" pitchFamily="49" charset="-122"/>
                <a:ea typeface="KaiTi" panose="02010609060101010101" pitchFamily="49" charset="-122"/>
              </a:rPr>
              <a:t>个月开发经验的程序员。</a:t>
            </a:r>
          </a:p>
          <a:p>
            <a:pPr lvl="2">
              <a:lnSpc>
                <a:spcPct val="115000"/>
              </a:lnSpc>
              <a:buFont typeface="Wingdings" panose="05000000000000000000" pitchFamily="2" charset="2"/>
              <a:buChar char="Ø"/>
            </a:pPr>
            <a:endParaRPr lang="zh-CN" altLang="en-US" dirty="0">
              <a:latin typeface="KaiTi" panose="02010609060101010101" pitchFamily="49" charset="-122"/>
              <a:ea typeface="KaiTi" panose="02010609060101010101" pitchFamily="49" charset="-122"/>
            </a:endParaRPr>
          </a:p>
          <a:p>
            <a:pPr algn="just"/>
            <a:r>
              <a:rPr kumimoji="1" lang="zh-CN" altLang="en-US" dirty="0">
                <a:latin typeface="KaiTi" panose="02010609060101010101" pitchFamily="49" charset="-122"/>
                <a:ea typeface="KaiTi" panose="02010609060101010101" pitchFamily="49" charset="-122"/>
              </a:rPr>
              <a:t>    工作量与规模紧密相关，此外还与项目和产品特性（如复杂性）相关。</a:t>
            </a:r>
          </a:p>
          <a:p>
            <a:pPr algn="just"/>
            <a:r>
              <a:rPr kumimoji="1" lang="zh-CN" altLang="en-US" dirty="0">
                <a:latin typeface="KaiTi" panose="02010609060101010101" pitchFamily="49" charset="-122"/>
                <a:ea typeface="KaiTi" panose="02010609060101010101" pitchFamily="49" charset="-122"/>
              </a:rPr>
              <a:t>    在不会引起混淆的情况下，工作量和规模这两个概念可不做区别。</a:t>
            </a:r>
          </a:p>
          <a:p>
            <a:pPr algn="just"/>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5394607" y="1011498"/>
            <a:ext cx="3057247" cy="523220"/>
          </a:xfrm>
          <a:prstGeom prst="rect">
            <a:avLst/>
          </a:prstGeom>
          <a:noFill/>
        </p:spPr>
        <p:txBody>
          <a:bodyPr wrap="none" rtlCol="0">
            <a:spAutoFit/>
          </a:bodyPr>
          <a:lstStyle/>
          <a:p>
            <a:r>
              <a:rPr lang="zh-CN" altLang="en-US" sz="2800" dirty="0">
                <a:latin typeface="华文仿宋" panose="02010600040101010101" pitchFamily="2" charset="-122"/>
                <a:ea typeface="华文仿宋" panose="02010600040101010101" pitchFamily="2" charset="-122"/>
              </a:rPr>
              <a:t>项目管理知识领域</a:t>
            </a:r>
          </a:p>
        </p:txBody>
      </p:sp>
    </p:spTree>
    <p:extLst>
      <p:ext uri="{BB962C8B-B14F-4D97-AF65-F5344CB8AC3E}">
        <p14:creationId xmlns:p14="http://schemas.microsoft.com/office/powerpoint/2010/main" val="20308641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7D995BFA-C912-C14A-84F5-B060D13F9402}"/>
              </a:ext>
            </a:extLst>
          </p:cNvPr>
          <p:cNvGraphicFramePr/>
          <p:nvPr>
            <p:extLst>
              <p:ext uri="{D42A27DB-BD31-4B8C-83A1-F6EECF244321}">
                <p14:modId xmlns:p14="http://schemas.microsoft.com/office/powerpoint/2010/main" val="3329153484"/>
              </p:ext>
            </p:extLst>
          </p:nvPr>
        </p:nvGraphicFramePr>
        <p:xfrm>
          <a:off x="2163513" y="1898389"/>
          <a:ext cx="7637429" cy="864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129E7501-851B-4C49-BA78-FFC3711AB756}"/>
              </a:ext>
            </a:extLst>
          </p:cNvPr>
          <p:cNvSpPr/>
          <p:nvPr/>
        </p:nvSpPr>
        <p:spPr>
          <a:xfrm>
            <a:off x="2026256" y="2918023"/>
            <a:ext cx="7774686" cy="3246120"/>
          </a:xfrm>
          <a:prstGeom prst="roundRect">
            <a:avLst>
              <a:gd name="adj" fmla="val 850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latin typeface="KaiTi" panose="02010609060101010101" pitchFamily="49" charset="-122"/>
                <a:ea typeface="KaiTi" panose="02010609060101010101" pitchFamily="49" charset="-122"/>
              </a:rPr>
              <a:t>（</a:t>
            </a:r>
            <a:r>
              <a:rPr lang="en-US" altLang="zh-CN" sz="2000" dirty="0">
                <a:latin typeface="KaiTi" panose="02010609060101010101" pitchFamily="49" charset="-122"/>
                <a:ea typeface="KaiTi" panose="02010609060101010101" pitchFamily="49" charset="-122"/>
              </a:rPr>
              <a:t>1</a:t>
            </a:r>
            <a:r>
              <a:rPr lang="zh-CN" altLang="en-US" sz="2000" dirty="0">
                <a:latin typeface="KaiTi" panose="02010609060101010101" pitchFamily="49" charset="-122"/>
                <a:ea typeface="KaiTi" panose="02010609060101010101" pitchFamily="49" charset="-122"/>
              </a:rPr>
              <a:t>）启动过程组</a:t>
            </a:r>
            <a:endParaRPr lang="en-US" altLang="zh-CN" sz="2000" dirty="0">
              <a:latin typeface="KaiTi" panose="02010609060101010101" pitchFamily="49" charset="-122"/>
              <a:ea typeface="KaiTi" panose="02010609060101010101" pitchFamily="49" charset="-122"/>
            </a:endParaRPr>
          </a:p>
          <a:p>
            <a:r>
              <a:rPr lang="zh-CN" altLang="en-US" sz="2000">
                <a:latin typeface="KaiTi" panose="02010609060101010101" pitchFamily="49" charset="-122"/>
                <a:ea typeface="KaiTi" panose="02010609060101010101" pitchFamily="49" charset="-122"/>
              </a:rPr>
              <a:t>    </a:t>
            </a:r>
            <a:r>
              <a:rPr lang="zh-CN" altLang="en-US" sz="2000" dirty="0">
                <a:latin typeface="KaiTi" panose="02010609060101010101" pitchFamily="49" charset="-122"/>
                <a:ea typeface="KaiTi" panose="02010609060101010101" pitchFamily="49" charset="-122"/>
              </a:rPr>
              <a:t>启动过程组主要是确定一个项目或一个阶段可以开始，定义或授权项目或者项目的某个阶段。在此过程中最重要的是确定</a:t>
            </a:r>
            <a:r>
              <a:rPr lang="zh-CN" altLang="en-US" sz="2000" dirty="0">
                <a:solidFill>
                  <a:srgbClr val="C00000"/>
                </a:solidFill>
                <a:latin typeface="KaiTi" panose="02010609060101010101" pitchFamily="49" charset="-122"/>
                <a:ea typeface="KaiTi" panose="02010609060101010101" pitchFamily="49" charset="-122"/>
              </a:rPr>
              <a:t>项目章程</a:t>
            </a:r>
            <a:r>
              <a:rPr lang="zh-CN" altLang="en-US" sz="2000" dirty="0">
                <a:latin typeface="KaiTi" panose="02010609060101010101" pitchFamily="49" charset="-122"/>
                <a:ea typeface="KaiTi" panose="02010609060101010101" pitchFamily="49" charset="-122"/>
              </a:rPr>
              <a:t>和</a:t>
            </a:r>
            <a:r>
              <a:rPr lang="zh-CN" altLang="en-US" sz="2000" dirty="0">
                <a:solidFill>
                  <a:srgbClr val="C00000"/>
                </a:solidFill>
                <a:latin typeface="KaiTi" panose="02010609060101010101" pitchFamily="49" charset="-122"/>
                <a:ea typeface="KaiTi" panose="02010609060101010101" pitchFamily="49" charset="-122"/>
              </a:rPr>
              <a:t>项目初步范围说明书</a:t>
            </a:r>
            <a:r>
              <a:rPr lang="zh-CN" altLang="en-US" sz="2000" dirty="0">
                <a:latin typeface="KaiTi" panose="02010609060101010101" pitchFamily="49" charset="-122"/>
                <a:ea typeface="KaiTi" panose="02010609060101010101" pitchFamily="49" charset="-122"/>
              </a:rPr>
              <a:t>。</a:t>
            </a:r>
            <a:endParaRPr lang="en-US" altLang="zh-CN" sz="2000" dirty="0">
              <a:latin typeface="KaiTi" panose="02010609060101010101" pitchFamily="49" charset="-122"/>
              <a:ea typeface="KaiTi" panose="02010609060101010101" pitchFamily="49" charset="-122"/>
            </a:endParaRPr>
          </a:p>
          <a:p>
            <a:r>
              <a:rPr lang="zh-CN" altLang="en-US" sz="2000" dirty="0">
                <a:solidFill>
                  <a:srgbClr val="C00000"/>
                </a:solidFill>
                <a:latin typeface="KaiTi" panose="02010609060101010101" pitchFamily="49" charset="-122"/>
                <a:ea typeface="KaiTi" panose="02010609060101010101" pitchFamily="49" charset="-122"/>
              </a:rPr>
              <a:t>    项目章程</a:t>
            </a:r>
            <a:r>
              <a:rPr lang="zh-CN" altLang="en-US" sz="2000" dirty="0">
                <a:latin typeface="KaiTi" panose="02010609060101010101" pitchFamily="49" charset="-122"/>
                <a:ea typeface="KaiTi" panose="02010609060101010101" pitchFamily="49" charset="-122"/>
              </a:rPr>
              <a:t>是在客户与项目经理达成共识后建立的，主要包括项目开发人、粗的成本估算和进度里程碑等信息；</a:t>
            </a:r>
            <a:endParaRPr lang="en-US" altLang="zh-CN" sz="2000" dirty="0">
              <a:latin typeface="KaiTi" panose="02010609060101010101" pitchFamily="49" charset="-122"/>
              <a:ea typeface="KaiTi" panose="02010609060101010101" pitchFamily="49" charset="-122"/>
            </a:endParaRPr>
          </a:p>
          <a:p>
            <a:r>
              <a:rPr lang="zh-CN" altLang="en-US" sz="2000" dirty="0">
                <a:solidFill>
                  <a:srgbClr val="C00000"/>
                </a:solidFill>
                <a:latin typeface="KaiTi" panose="02010609060101010101" pitchFamily="49" charset="-122"/>
                <a:ea typeface="KaiTi" panose="02010609060101010101" pitchFamily="49" charset="-122"/>
              </a:rPr>
              <a:t>    项目初步范围说明书</a:t>
            </a:r>
            <a:r>
              <a:rPr lang="zh-CN" altLang="en-US" sz="2000" dirty="0">
                <a:latin typeface="KaiTi" panose="02010609060101010101" pitchFamily="49" charset="-122"/>
                <a:ea typeface="KaiTi" panose="02010609060101010101" pitchFamily="49" charset="-122"/>
              </a:rPr>
              <a:t>包含了范围说明书涉及到的所有内容，还包含了初步的工作分解结构（</a:t>
            </a:r>
            <a:r>
              <a:rPr lang="en-US" altLang="zh-CN" sz="2000" dirty="0">
                <a:latin typeface="KaiTi" panose="02010609060101010101" pitchFamily="49" charset="-122"/>
                <a:ea typeface="KaiTi" panose="02010609060101010101" pitchFamily="49" charset="-122"/>
              </a:rPr>
              <a:t>WBS</a:t>
            </a:r>
            <a:r>
              <a:rPr lang="zh-CN" altLang="en-US" sz="2000" dirty="0">
                <a:latin typeface="KaiTi" panose="02010609060101010101" pitchFamily="49" charset="-122"/>
                <a:ea typeface="KaiTi" panose="02010609060101010101" pitchFamily="49" charset="-122"/>
              </a:rPr>
              <a:t>）、假设约束、风险、开发人员、范围、交付物、粗进度里程碑、粗成本费用估算、验收准则和项目边界等诸多内容。</a:t>
            </a:r>
            <a:endParaRPr lang="zh-CN" altLang="zh-CN" sz="2000" dirty="0">
              <a:latin typeface="KaiTi" panose="02010609060101010101" pitchFamily="49" charset="-122"/>
              <a:ea typeface="KaiTi" panose="02010609060101010101" pitchFamily="49" charset="-122"/>
            </a:endParaRPr>
          </a:p>
        </p:txBody>
      </p:sp>
      <p:sp>
        <p:nvSpPr>
          <p:cNvPr id="6" name="矩形 5"/>
          <p:cNvSpPr/>
          <p:nvPr/>
        </p:nvSpPr>
        <p:spPr>
          <a:xfrm>
            <a:off x="3679442" y="1024953"/>
            <a:ext cx="5394425" cy="523220"/>
          </a:xfrm>
          <a:prstGeom prst="rect">
            <a:avLst/>
          </a:prstGeom>
        </p:spPr>
        <p:txBody>
          <a:bodyPr wrap="none">
            <a:spAutoFit/>
          </a:bodyPr>
          <a:lstStyle/>
          <a:p>
            <a:r>
              <a:rPr kumimoji="1" lang="zh-CN" altLang="en-US" sz="2800" dirty="0">
                <a:latin typeface="华文仿宋" panose="02010600040101010101" pitchFamily="2" charset="-122"/>
                <a:ea typeface="华文仿宋" panose="02010600040101010101" pitchFamily="2" charset="-122"/>
              </a:rPr>
              <a:t>项目管理的</a:t>
            </a:r>
            <a:r>
              <a:rPr kumimoji="1" lang="en-US" altLang="zh-CN" sz="2800" dirty="0">
                <a:latin typeface="华文仿宋" panose="02010600040101010101" pitchFamily="2" charset="-122"/>
                <a:ea typeface="华文仿宋" panose="02010600040101010101" pitchFamily="2" charset="-122"/>
              </a:rPr>
              <a:t>5</a:t>
            </a:r>
            <a:r>
              <a:rPr kumimoji="1" lang="zh-CN" altLang="en-US" sz="2800" dirty="0">
                <a:latin typeface="华文仿宋" panose="02010600040101010101" pitchFamily="2" charset="-122"/>
                <a:ea typeface="华文仿宋" panose="02010600040101010101" pitchFamily="2" charset="-122"/>
              </a:rPr>
              <a:t>个过程组之间的关系</a:t>
            </a:r>
            <a:endParaRPr kumimoji="1" lang="en-US" altLang="zh-CN"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7198492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7D995BFA-C912-C14A-84F5-B060D13F9402}"/>
              </a:ext>
            </a:extLst>
          </p:cNvPr>
          <p:cNvGraphicFramePr/>
          <p:nvPr/>
        </p:nvGraphicFramePr>
        <p:xfrm>
          <a:off x="877921" y="2007030"/>
          <a:ext cx="7637429" cy="864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1DF76DCF-55DB-D14F-9869-C10A2B411AC9}"/>
              </a:ext>
            </a:extLst>
          </p:cNvPr>
          <p:cNvSpPr/>
          <p:nvPr/>
        </p:nvSpPr>
        <p:spPr>
          <a:xfrm>
            <a:off x="740664" y="3026664"/>
            <a:ext cx="7774686" cy="3246120"/>
          </a:xfrm>
          <a:prstGeom prst="roundRect">
            <a:avLst>
              <a:gd name="adj" fmla="val 850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2</a:t>
            </a:r>
            <a:r>
              <a:rPr lang="zh-CN" altLang="en-US" sz="2400" dirty="0">
                <a:latin typeface="KaiTi" panose="02010609060101010101" pitchFamily="49" charset="-122"/>
                <a:ea typeface="KaiTi" panose="02010609060101010101" pitchFamily="49" charset="-122"/>
              </a:rPr>
              <a:t>）计划过程组</a:t>
            </a:r>
            <a:endParaRPr lang="en-US" altLang="zh-CN" sz="2400" dirty="0">
              <a:latin typeface="KaiTi" panose="02010609060101010101" pitchFamily="49" charset="-122"/>
              <a:ea typeface="KaiTi" panose="02010609060101010101" pitchFamily="49" charset="-122"/>
            </a:endParaRPr>
          </a:p>
          <a:p>
            <a:pPr algn="ctr"/>
            <a:endParaRPr lang="en-US" altLang="zh-CN"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    </a:t>
            </a:r>
            <a:endParaRPr lang="en-US" altLang="zh-CN" sz="2400" dirty="0">
              <a:latin typeface="KaiTi" panose="02010609060101010101" pitchFamily="49" charset="-122"/>
              <a:ea typeface="KaiTi" panose="02010609060101010101" pitchFamily="49" charset="-122"/>
            </a:endParaRPr>
          </a:p>
          <a:p>
            <a:r>
              <a:rPr lang="zh-CN" altLang="en-US" sz="2400" dirty="0">
                <a:latin typeface="KaiTi" panose="02010609060101010101" pitchFamily="49" charset="-122"/>
                <a:ea typeface="KaiTi" panose="02010609060101010101" pitchFamily="49" charset="-122"/>
              </a:rPr>
              <a:t>    计划过程组是为完成项目索要达到的商业要求而进行的实际可行的工作计划的设计、维护，确保实现项目的既定目标。计划基准是后面跟踪和控制的基础。</a:t>
            </a:r>
          </a:p>
          <a:p>
            <a:endParaRPr lang="zh-CN" altLang="en-US" sz="2400" dirty="0">
              <a:latin typeface="KaiTi" panose="02010609060101010101" pitchFamily="49" charset="-122"/>
              <a:ea typeface="KaiTi" panose="02010609060101010101" pitchFamily="49" charset="-122"/>
            </a:endParaRPr>
          </a:p>
        </p:txBody>
      </p:sp>
      <p:sp>
        <p:nvSpPr>
          <p:cNvPr id="6" name="矩形 5"/>
          <p:cNvSpPr/>
          <p:nvPr/>
        </p:nvSpPr>
        <p:spPr>
          <a:xfrm>
            <a:off x="2393850" y="1133594"/>
            <a:ext cx="5394425" cy="523220"/>
          </a:xfrm>
          <a:prstGeom prst="rect">
            <a:avLst/>
          </a:prstGeom>
        </p:spPr>
        <p:txBody>
          <a:bodyPr wrap="none">
            <a:spAutoFit/>
          </a:bodyPr>
          <a:lstStyle/>
          <a:p>
            <a:r>
              <a:rPr kumimoji="1" lang="zh-CN" altLang="en-US" sz="2800" dirty="0">
                <a:latin typeface="华文仿宋" panose="02010600040101010101" pitchFamily="2" charset="-122"/>
                <a:ea typeface="华文仿宋" panose="02010600040101010101" pitchFamily="2" charset="-122"/>
              </a:rPr>
              <a:t>项目管理的</a:t>
            </a:r>
            <a:r>
              <a:rPr kumimoji="1" lang="en-US" altLang="zh-CN" sz="2800" dirty="0">
                <a:latin typeface="华文仿宋" panose="02010600040101010101" pitchFamily="2" charset="-122"/>
                <a:ea typeface="华文仿宋" panose="02010600040101010101" pitchFamily="2" charset="-122"/>
              </a:rPr>
              <a:t>5</a:t>
            </a:r>
            <a:r>
              <a:rPr kumimoji="1" lang="zh-CN" altLang="en-US" sz="2800" dirty="0">
                <a:latin typeface="华文仿宋" panose="02010600040101010101" pitchFamily="2" charset="-122"/>
                <a:ea typeface="华文仿宋" panose="02010600040101010101" pitchFamily="2" charset="-122"/>
              </a:rPr>
              <a:t>个过程组之间的关系</a:t>
            </a:r>
            <a:endParaRPr kumimoji="1" lang="en-US" altLang="zh-CN"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9969973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7D995BFA-C912-C14A-84F5-B060D13F9402}"/>
              </a:ext>
            </a:extLst>
          </p:cNvPr>
          <p:cNvGraphicFramePr/>
          <p:nvPr>
            <p:extLst>
              <p:ext uri="{D42A27DB-BD31-4B8C-83A1-F6EECF244321}">
                <p14:modId xmlns:p14="http://schemas.microsoft.com/office/powerpoint/2010/main" val="998093986"/>
              </p:ext>
            </p:extLst>
          </p:nvPr>
        </p:nvGraphicFramePr>
        <p:xfrm>
          <a:off x="3023592" y="1907442"/>
          <a:ext cx="7637429" cy="864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129E7501-851B-4C49-BA78-FFC3711AB756}"/>
              </a:ext>
            </a:extLst>
          </p:cNvPr>
          <p:cNvSpPr/>
          <p:nvPr/>
        </p:nvSpPr>
        <p:spPr>
          <a:xfrm>
            <a:off x="2886335" y="2927076"/>
            <a:ext cx="7774686" cy="3246120"/>
          </a:xfrm>
          <a:prstGeom prst="roundRect">
            <a:avLst>
              <a:gd name="adj" fmla="val 850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a:t>
            </a:r>
            <a:r>
              <a:rPr lang="zh-CN" altLang="en-US" sz="2400" dirty="0">
                <a:latin typeface="KaiTi" panose="02010609060101010101" pitchFamily="49" charset="-122"/>
                <a:ea typeface="KaiTi" panose="02010609060101010101" pitchFamily="49" charset="-122"/>
              </a:rPr>
              <a:t>）执行过程组</a:t>
            </a:r>
            <a:endParaRPr lang="en-US" altLang="zh-CN" sz="2400" dirty="0">
              <a:latin typeface="KaiTi" panose="02010609060101010101" pitchFamily="49" charset="-122"/>
              <a:ea typeface="KaiTi" panose="02010609060101010101" pitchFamily="49" charset="-122"/>
            </a:endParaRPr>
          </a:p>
          <a:p>
            <a:pPr algn="ctr"/>
            <a:endParaRPr lang="zh-CN" altLang="en-US" sz="2400" dirty="0">
              <a:latin typeface="KaiTi" panose="02010609060101010101" pitchFamily="49" charset="-122"/>
              <a:ea typeface="KaiTi" panose="02010609060101010101" pitchFamily="49" charset="-122"/>
            </a:endParaRPr>
          </a:p>
          <a:p>
            <a:pPr algn="just"/>
            <a:r>
              <a:rPr lang="zh-CN" altLang="en-US" sz="2400" dirty="0">
                <a:latin typeface="KaiTi" panose="02010609060101010101" pitchFamily="49" charset="-122"/>
                <a:ea typeface="KaiTi" panose="02010609060101010101" pitchFamily="49" charset="-122"/>
              </a:rPr>
              <a:t>    执行过程组根据前面制定的基准计划，协调人力和其他资源，去执行项目管理计划或相关计划。执行过程存在两个方面的输入，一个是根据原来的基准来执行，另一个是根据监控中发现的变更来执行，因为主要变更必须得到整体变更控制批准后才能够执行。</a:t>
            </a:r>
          </a:p>
        </p:txBody>
      </p:sp>
      <p:sp>
        <p:nvSpPr>
          <p:cNvPr id="6" name="矩形 5"/>
          <p:cNvSpPr/>
          <p:nvPr/>
        </p:nvSpPr>
        <p:spPr>
          <a:xfrm>
            <a:off x="4539521" y="1034006"/>
            <a:ext cx="5394425" cy="523220"/>
          </a:xfrm>
          <a:prstGeom prst="rect">
            <a:avLst/>
          </a:prstGeom>
        </p:spPr>
        <p:txBody>
          <a:bodyPr wrap="none">
            <a:spAutoFit/>
          </a:bodyPr>
          <a:lstStyle/>
          <a:p>
            <a:r>
              <a:rPr kumimoji="1" lang="zh-CN" altLang="en-US" sz="2800" dirty="0">
                <a:latin typeface="华文仿宋" panose="02010600040101010101" pitchFamily="2" charset="-122"/>
                <a:ea typeface="华文仿宋" panose="02010600040101010101" pitchFamily="2" charset="-122"/>
              </a:rPr>
              <a:t>项目管理的</a:t>
            </a:r>
            <a:r>
              <a:rPr kumimoji="1" lang="en-US" altLang="zh-CN" sz="2800" dirty="0">
                <a:latin typeface="华文仿宋" panose="02010600040101010101" pitchFamily="2" charset="-122"/>
                <a:ea typeface="华文仿宋" panose="02010600040101010101" pitchFamily="2" charset="-122"/>
              </a:rPr>
              <a:t>5</a:t>
            </a:r>
            <a:r>
              <a:rPr kumimoji="1" lang="zh-CN" altLang="en-US" sz="2800" dirty="0">
                <a:latin typeface="华文仿宋" panose="02010600040101010101" pitchFamily="2" charset="-122"/>
                <a:ea typeface="华文仿宋" panose="02010600040101010101" pitchFamily="2" charset="-122"/>
              </a:rPr>
              <a:t>个过程组之间的关系</a:t>
            </a:r>
            <a:endParaRPr kumimoji="1" lang="en-US" altLang="zh-CN"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9446902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4" name="圆角矩形 3">
            <a:extLst>
              <a:ext uri="{FF2B5EF4-FFF2-40B4-BE49-F238E27FC236}">
                <a16:creationId xmlns:a16="http://schemas.microsoft.com/office/drawing/2014/main" id="{129E7501-851B-4C49-BA78-FFC3711AB756}"/>
              </a:ext>
            </a:extLst>
          </p:cNvPr>
          <p:cNvSpPr/>
          <p:nvPr/>
        </p:nvSpPr>
        <p:spPr>
          <a:xfrm>
            <a:off x="2198272" y="2899916"/>
            <a:ext cx="7774686" cy="3246120"/>
          </a:xfrm>
          <a:prstGeom prst="roundRect">
            <a:avLst>
              <a:gd name="adj" fmla="val 8504"/>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zh-CN" altLang="en-US" sz="2400" dirty="0">
                <a:latin typeface="KaiTi" panose="02010609060101010101" pitchFamily="49" charset="-122"/>
                <a:ea typeface="KaiTi" panose="02010609060101010101" pitchFamily="49" charset="-122"/>
              </a:rPr>
              <a:t>（ </a:t>
            </a:r>
            <a:r>
              <a:rPr lang="en-US" altLang="zh-CN" sz="2400" dirty="0">
                <a:latin typeface="KaiTi" panose="02010609060101010101" pitchFamily="49" charset="-122"/>
                <a:ea typeface="KaiTi" panose="02010609060101010101" pitchFamily="49" charset="-122"/>
              </a:rPr>
              <a:t>4</a:t>
            </a:r>
            <a:r>
              <a:rPr lang="zh-CN" altLang="en-US" sz="2400" dirty="0">
                <a:latin typeface="KaiTi" panose="02010609060101010101" pitchFamily="49" charset="-122"/>
                <a:ea typeface="KaiTi" panose="02010609060101010101" pitchFamily="49" charset="-122"/>
              </a:rPr>
              <a:t>）控制过程组</a:t>
            </a:r>
          </a:p>
          <a:p>
            <a:pPr algn="ctr"/>
            <a:endParaRPr lang="en-US" altLang="zh-CN" sz="2400" dirty="0">
              <a:latin typeface="KaiTi" panose="02010609060101010101" pitchFamily="49" charset="-122"/>
              <a:ea typeface="KaiTi" panose="02010609060101010101" pitchFamily="49" charset="-122"/>
            </a:endParaRPr>
          </a:p>
          <a:p>
            <a:pPr algn="ctr"/>
            <a:r>
              <a:rPr lang="zh-CN" altLang="en-US" sz="2400" dirty="0">
                <a:latin typeface="KaiTi" panose="02010609060101010101" pitchFamily="49" charset="-122"/>
                <a:ea typeface="KaiTi" panose="02010609060101010101" pitchFamily="49" charset="-122"/>
              </a:rPr>
              <a:t>        </a:t>
            </a:r>
          </a:p>
          <a:p>
            <a:pPr algn="just"/>
            <a:r>
              <a:rPr lang="zh-CN" altLang="en-US" sz="2400" dirty="0">
                <a:latin typeface="KaiTi" panose="02010609060101010101" pitchFamily="49" charset="-122"/>
                <a:ea typeface="KaiTi" panose="02010609060101010101" pitchFamily="49" charset="-122"/>
              </a:rPr>
              <a:t>    通过监控和检测过程确保项目达到目标，必要是可以采取一些修正措施。</a:t>
            </a:r>
          </a:p>
        </p:txBody>
      </p:sp>
      <p:graphicFrame>
        <p:nvGraphicFramePr>
          <p:cNvPr id="5" name="图示 4">
            <a:extLst>
              <a:ext uri="{FF2B5EF4-FFF2-40B4-BE49-F238E27FC236}">
                <a16:creationId xmlns:a16="http://schemas.microsoft.com/office/drawing/2014/main" id="{509A6515-64DF-B248-969B-5FBC8C4DC3A4}"/>
              </a:ext>
            </a:extLst>
          </p:cNvPr>
          <p:cNvGraphicFramePr/>
          <p:nvPr>
            <p:extLst>
              <p:ext uri="{D42A27DB-BD31-4B8C-83A1-F6EECF244321}">
                <p14:modId xmlns:p14="http://schemas.microsoft.com/office/powerpoint/2010/main" val="2405192351"/>
              </p:ext>
            </p:extLst>
          </p:nvPr>
        </p:nvGraphicFramePr>
        <p:xfrm>
          <a:off x="2335529" y="1880282"/>
          <a:ext cx="7637429" cy="864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3851458" y="1006846"/>
            <a:ext cx="5394425" cy="523220"/>
          </a:xfrm>
          <a:prstGeom prst="rect">
            <a:avLst/>
          </a:prstGeom>
        </p:spPr>
        <p:txBody>
          <a:bodyPr wrap="none">
            <a:spAutoFit/>
          </a:bodyPr>
          <a:lstStyle/>
          <a:p>
            <a:r>
              <a:rPr kumimoji="1" lang="zh-CN" altLang="en-US" sz="2800" dirty="0">
                <a:latin typeface="华文仿宋" panose="02010600040101010101" pitchFamily="2" charset="-122"/>
                <a:ea typeface="华文仿宋" panose="02010600040101010101" pitchFamily="2" charset="-122"/>
              </a:rPr>
              <a:t>项目管理的</a:t>
            </a:r>
            <a:r>
              <a:rPr kumimoji="1" lang="en-US" altLang="zh-CN" sz="2800" dirty="0">
                <a:latin typeface="华文仿宋" panose="02010600040101010101" pitchFamily="2" charset="-122"/>
                <a:ea typeface="华文仿宋" panose="02010600040101010101" pitchFamily="2" charset="-122"/>
              </a:rPr>
              <a:t>5</a:t>
            </a:r>
            <a:r>
              <a:rPr kumimoji="1" lang="zh-CN" altLang="en-US" sz="2800" dirty="0">
                <a:latin typeface="华文仿宋" panose="02010600040101010101" pitchFamily="2" charset="-122"/>
                <a:ea typeface="华文仿宋" panose="02010600040101010101" pitchFamily="2" charset="-122"/>
              </a:rPr>
              <a:t>个过程组之间的关系</a:t>
            </a:r>
            <a:endParaRPr kumimoji="1" lang="en-US" altLang="zh-CN"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6516436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graphicFrame>
        <p:nvGraphicFramePr>
          <p:cNvPr id="4" name="图示 3">
            <a:extLst>
              <a:ext uri="{FF2B5EF4-FFF2-40B4-BE49-F238E27FC236}">
                <a16:creationId xmlns:a16="http://schemas.microsoft.com/office/drawing/2014/main" id="{7D995BFA-C912-C14A-84F5-B060D13F9402}"/>
              </a:ext>
            </a:extLst>
          </p:cNvPr>
          <p:cNvGraphicFramePr/>
          <p:nvPr>
            <p:extLst>
              <p:ext uri="{D42A27DB-BD31-4B8C-83A1-F6EECF244321}">
                <p14:modId xmlns:p14="http://schemas.microsoft.com/office/powerpoint/2010/main" val="1195540594"/>
              </p:ext>
            </p:extLst>
          </p:nvPr>
        </p:nvGraphicFramePr>
        <p:xfrm>
          <a:off x="2661454" y="1807854"/>
          <a:ext cx="7637429" cy="864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圆角矩形 4">
            <a:extLst>
              <a:ext uri="{FF2B5EF4-FFF2-40B4-BE49-F238E27FC236}">
                <a16:creationId xmlns:a16="http://schemas.microsoft.com/office/drawing/2014/main" id="{129E7501-851B-4C49-BA78-FFC3711AB756}"/>
              </a:ext>
            </a:extLst>
          </p:cNvPr>
          <p:cNvSpPr/>
          <p:nvPr/>
        </p:nvSpPr>
        <p:spPr>
          <a:xfrm>
            <a:off x="2524197" y="2827488"/>
            <a:ext cx="7774686" cy="3246120"/>
          </a:xfrm>
          <a:prstGeom prst="roundRect">
            <a:avLst>
              <a:gd name="adj" fmla="val 8504"/>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5</a:t>
            </a:r>
            <a:r>
              <a:rPr lang="zh-CN" altLang="en-US" sz="2400" dirty="0">
                <a:latin typeface="KaiTi" panose="02010609060101010101" pitchFamily="49" charset="-122"/>
                <a:ea typeface="KaiTi" panose="02010609060101010101" pitchFamily="49" charset="-122"/>
              </a:rPr>
              <a:t>）收尾过程组</a:t>
            </a:r>
          </a:p>
          <a:p>
            <a:pPr algn="just"/>
            <a:r>
              <a:rPr lang="zh-CN" altLang="en-US" sz="2400" dirty="0">
                <a:latin typeface="KaiTi" panose="02010609060101010101" pitchFamily="49" charset="-122"/>
                <a:ea typeface="KaiTi" panose="02010609060101010101" pitchFamily="49" charset="-122"/>
              </a:rPr>
              <a:t>   </a:t>
            </a:r>
            <a:endParaRPr lang="en-US" altLang="zh-CN" sz="2400" dirty="0">
              <a:latin typeface="KaiTi" panose="02010609060101010101" pitchFamily="49" charset="-122"/>
              <a:ea typeface="KaiTi" panose="02010609060101010101" pitchFamily="49" charset="-122"/>
            </a:endParaRPr>
          </a:p>
          <a:p>
            <a:pPr algn="just"/>
            <a:r>
              <a:rPr lang="zh-CN" altLang="en-US" sz="2400" dirty="0">
                <a:latin typeface="KaiTi" panose="02010609060101010101" pitchFamily="49" charset="-122"/>
                <a:ea typeface="KaiTi" panose="02010609060101010101" pitchFamily="49" charset="-122"/>
              </a:rPr>
              <a:t>    收尾过程组是取得项目或阶段的正式认可并且有序的结束该项目或阶段。应提交给客户、发布相关的结束报告，并且更新组织过程资产并释放资源。</a:t>
            </a:r>
          </a:p>
          <a:p>
            <a:pPr algn="just"/>
            <a:r>
              <a:rPr lang="zh-CN" altLang="en-US" sz="2400" dirty="0">
                <a:latin typeface="KaiTi" panose="02010609060101010101" pitchFamily="49" charset="-122"/>
                <a:ea typeface="KaiTi" panose="02010609060101010101" pitchFamily="49" charset="-122"/>
              </a:rPr>
              <a:t>    各个过程组通过其结果进行连接，一个过程组的结果或输出是另一个过程组的输入。其中，</a:t>
            </a:r>
            <a:r>
              <a:rPr lang="zh-CN" altLang="en-US" sz="2400" dirty="0">
                <a:solidFill>
                  <a:srgbClr val="0070C0"/>
                </a:solidFill>
                <a:latin typeface="KaiTi" panose="02010609060101010101" pitchFamily="49" charset="-122"/>
                <a:ea typeface="KaiTi" panose="02010609060101010101" pitchFamily="49" charset="-122"/>
              </a:rPr>
              <a:t>计划过程组</a:t>
            </a:r>
            <a:r>
              <a:rPr lang="zh-CN" altLang="en-US" sz="2400" dirty="0">
                <a:latin typeface="KaiTi" panose="02010609060101010101" pitchFamily="49" charset="-122"/>
                <a:ea typeface="KaiTi" panose="02010609060101010101" pitchFamily="49" charset="-122"/>
              </a:rPr>
              <a:t>、</a:t>
            </a:r>
            <a:r>
              <a:rPr lang="zh-CN" altLang="en-US" sz="2400" dirty="0">
                <a:solidFill>
                  <a:srgbClr val="0070C0"/>
                </a:solidFill>
                <a:latin typeface="KaiTi" panose="02010609060101010101" pitchFamily="49" charset="-122"/>
                <a:ea typeface="KaiTi" panose="02010609060101010101" pitchFamily="49" charset="-122"/>
              </a:rPr>
              <a:t>执行过程组</a:t>
            </a:r>
            <a:r>
              <a:rPr lang="zh-CN" altLang="en-US" sz="2400" dirty="0">
                <a:latin typeface="KaiTi" panose="02010609060101010101" pitchFamily="49" charset="-122"/>
                <a:ea typeface="KaiTi" panose="02010609060101010101" pitchFamily="49" charset="-122"/>
              </a:rPr>
              <a:t>和</a:t>
            </a:r>
            <a:r>
              <a:rPr lang="zh-CN" altLang="en-US" sz="2400" dirty="0">
                <a:solidFill>
                  <a:srgbClr val="0070C0"/>
                </a:solidFill>
                <a:latin typeface="KaiTi" panose="02010609060101010101" pitchFamily="49" charset="-122"/>
                <a:ea typeface="KaiTi" panose="02010609060101010101" pitchFamily="49" charset="-122"/>
              </a:rPr>
              <a:t>控制过程组</a:t>
            </a:r>
            <a:r>
              <a:rPr lang="zh-CN" altLang="en-US" sz="2400" dirty="0">
                <a:latin typeface="KaiTi" panose="02010609060101010101" pitchFamily="49" charset="-122"/>
                <a:ea typeface="KaiTi" panose="02010609060101010101" pitchFamily="49" charset="-122"/>
              </a:rPr>
              <a:t>是</a:t>
            </a:r>
            <a:r>
              <a:rPr lang="zh-CN" altLang="en-US" sz="2400" b="1" dirty="0">
                <a:solidFill>
                  <a:srgbClr val="0070C0"/>
                </a:solidFill>
                <a:latin typeface="KaiTi" panose="02010609060101010101" pitchFamily="49" charset="-122"/>
                <a:ea typeface="KaiTi" panose="02010609060101010101" pitchFamily="49" charset="-122"/>
              </a:rPr>
              <a:t>核心管理过程组</a:t>
            </a:r>
            <a:r>
              <a:rPr lang="zh-CN" altLang="en-US" sz="2400" dirty="0">
                <a:latin typeface="KaiTi" panose="02010609060101010101" pitchFamily="49" charset="-122"/>
                <a:ea typeface="KaiTi" panose="02010609060101010101" pitchFamily="49" charset="-122"/>
              </a:rPr>
              <a:t>。</a:t>
            </a:r>
          </a:p>
        </p:txBody>
      </p:sp>
      <p:sp>
        <p:nvSpPr>
          <p:cNvPr id="6" name="矩形 5"/>
          <p:cNvSpPr/>
          <p:nvPr/>
        </p:nvSpPr>
        <p:spPr>
          <a:xfrm>
            <a:off x="4177383" y="934418"/>
            <a:ext cx="5394425" cy="523220"/>
          </a:xfrm>
          <a:prstGeom prst="rect">
            <a:avLst/>
          </a:prstGeom>
        </p:spPr>
        <p:txBody>
          <a:bodyPr wrap="none">
            <a:spAutoFit/>
          </a:bodyPr>
          <a:lstStyle/>
          <a:p>
            <a:r>
              <a:rPr kumimoji="1" lang="zh-CN" altLang="en-US" sz="2800" dirty="0">
                <a:latin typeface="华文仿宋" panose="02010600040101010101" pitchFamily="2" charset="-122"/>
                <a:ea typeface="华文仿宋" panose="02010600040101010101" pitchFamily="2" charset="-122"/>
              </a:rPr>
              <a:t>项目管理的</a:t>
            </a:r>
            <a:r>
              <a:rPr kumimoji="1" lang="en-US" altLang="zh-CN" sz="2800" dirty="0">
                <a:latin typeface="华文仿宋" panose="02010600040101010101" pitchFamily="2" charset="-122"/>
                <a:ea typeface="华文仿宋" panose="02010600040101010101" pitchFamily="2" charset="-122"/>
              </a:rPr>
              <a:t>5</a:t>
            </a:r>
            <a:r>
              <a:rPr kumimoji="1" lang="zh-CN" altLang="en-US" sz="2800" dirty="0">
                <a:latin typeface="华文仿宋" panose="02010600040101010101" pitchFamily="2" charset="-122"/>
                <a:ea typeface="华文仿宋" panose="02010600040101010101" pitchFamily="2" charset="-122"/>
              </a:rPr>
              <a:t>个过程组之间的关系</a:t>
            </a:r>
            <a:endParaRPr kumimoji="1" lang="en-US" altLang="zh-CN"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37871864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74227" y="270929"/>
            <a:ext cx="2765501"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04 </a:t>
            </a:r>
            <a:r>
              <a:rPr lang="zh-CN" altLang="en-US" sz="2800" dirty="0">
                <a:latin typeface="华文楷体" panose="02010600040101010101" pitchFamily="2" charset="-122"/>
                <a:ea typeface="华文楷体" panose="02010600040101010101" pitchFamily="2" charset="-122"/>
              </a:rPr>
              <a:t>软件项目管理</a:t>
            </a:r>
          </a:p>
        </p:txBody>
      </p:sp>
      <p:sp>
        <p:nvSpPr>
          <p:cNvPr id="7" name="内容占位符 2">
            <a:extLst>
              <a:ext uri="{FF2B5EF4-FFF2-40B4-BE49-F238E27FC236}">
                <a16:creationId xmlns:a16="http://schemas.microsoft.com/office/drawing/2014/main" id="{E87B0BEE-2AF3-CB44-B28F-DA8089AF68F5}"/>
              </a:ext>
            </a:extLst>
          </p:cNvPr>
          <p:cNvSpPr>
            <a:spLocks noGrp="1"/>
          </p:cNvSpPr>
          <p:nvPr>
            <p:ph idx="1"/>
          </p:nvPr>
        </p:nvSpPr>
        <p:spPr>
          <a:xfrm>
            <a:off x="1805301" y="2136977"/>
            <a:ext cx="1434543" cy="4351338"/>
          </a:xfrm>
        </p:spPr>
        <p:txBody>
          <a:bodyPr>
            <a:normAutofit/>
          </a:bodyPr>
          <a:lstStyle/>
          <a:p>
            <a:r>
              <a:rPr kumimoji="1" lang="zh-CN" altLang="en-US" sz="2400" dirty="0"/>
              <a:t>项目管理</a:t>
            </a:r>
            <a:r>
              <a:rPr kumimoji="1" lang="en-US" altLang="zh-CN" sz="2400" dirty="0"/>
              <a:t>9</a:t>
            </a:r>
            <a:r>
              <a:rPr kumimoji="1" lang="zh-CN" altLang="en-US" sz="2400" dirty="0"/>
              <a:t>大知识领域按照时间逻辑进一步被划分在</a:t>
            </a:r>
            <a:r>
              <a:rPr kumimoji="1" lang="en-US" altLang="zh-CN" sz="2400" dirty="0"/>
              <a:t>5</a:t>
            </a:r>
            <a:r>
              <a:rPr kumimoji="1" lang="zh-CN" altLang="en-US" sz="2400" dirty="0"/>
              <a:t>个标准化过程组之内。</a:t>
            </a:r>
            <a:endParaRPr kumimoji="1" lang="en-US" altLang="zh-CN" sz="2400" dirty="0"/>
          </a:p>
        </p:txBody>
      </p:sp>
      <p:graphicFrame>
        <p:nvGraphicFramePr>
          <p:cNvPr id="8" name="图示 7">
            <a:extLst>
              <a:ext uri="{FF2B5EF4-FFF2-40B4-BE49-F238E27FC236}">
                <a16:creationId xmlns:a16="http://schemas.microsoft.com/office/drawing/2014/main" id="{7D995BFA-C912-C14A-84F5-B060D13F9402}"/>
              </a:ext>
            </a:extLst>
          </p:cNvPr>
          <p:cNvGraphicFramePr/>
          <p:nvPr>
            <p:extLst>
              <p:ext uri="{D42A27DB-BD31-4B8C-83A1-F6EECF244321}">
                <p14:modId xmlns:p14="http://schemas.microsoft.com/office/powerpoint/2010/main" val="3752380652"/>
              </p:ext>
            </p:extLst>
          </p:nvPr>
        </p:nvGraphicFramePr>
        <p:xfrm>
          <a:off x="4698169" y="946910"/>
          <a:ext cx="5751168" cy="382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表格 8">
            <a:extLst>
              <a:ext uri="{FF2B5EF4-FFF2-40B4-BE49-F238E27FC236}">
                <a16:creationId xmlns:a16="http://schemas.microsoft.com/office/drawing/2014/main" id="{D8029893-CE9D-054F-A815-816BEDBD6190}"/>
              </a:ext>
            </a:extLst>
          </p:cNvPr>
          <p:cNvGraphicFramePr>
            <a:graphicFrameLocks noGrp="1"/>
          </p:cNvGraphicFramePr>
          <p:nvPr>
            <p:extLst>
              <p:ext uri="{D42A27DB-BD31-4B8C-83A1-F6EECF244321}">
                <p14:modId xmlns:p14="http://schemas.microsoft.com/office/powerpoint/2010/main" val="1698508142"/>
              </p:ext>
            </p:extLst>
          </p:nvPr>
        </p:nvGraphicFramePr>
        <p:xfrm>
          <a:off x="3462082" y="1487466"/>
          <a:ext cx="7010412" cy="5042058"/>
        </p:xfrm>
        <a:graphic>
          <a:graphicData uri="http://schemas.openxmlformats.org/drawingml/2006/table">
            <a:tbl>
              <a:tblPr firstRow="1" bandRow="1">
                <a:tableStyleId>{5C22544A-7EE6-4342-B048-85BDC9FD1C3A}</a:tableStyleId>
              </a:tblPr>
              <a:tblGrid>
                <a:gridCol w="757187">
                  <a:extLst>
                    <a:ext uri="{9D8B030D-6E8A-4147-A177-3AD203B41FA5}">
                      <a16:colId xmlns:a16="http://schemas.microsoft.com/office/drawing/2014/main" val="4270171915"/>
                    </a:ext>
                  </a:extLst>
                </a:gridCol>
                <a:gridCol w="1040270">
                  <a:extLst>
                    <a:ext uri="{9D8B030D-6E8A-4147-A177-3AD203B41FA5}">
                      <a16:colId xmlns:a16="http://schemas.microsoft.com/office/drawing/2014/main" val="2393904338"/>
                    </a:ext>
                  </a:extLst>
                </a:gridCol>
                <a:gridCol w="2164864">
                  <a:extLst>
                    <a:ext uri="{9D8B030D-6E8A-4147-A177-3AD203B41FA5}">
                      <a16:colId xmlns:a16="http://schemas.microsoft.com/office/drawing/2014/main" val="4000858040"/>
                    </a:ext>
                  </a:extLst>
                </a:gridCol>
                <a:gridCol w="1179948">
                  <a:extLst>
                    <a:ext uri="{9D8B030D-6E8A-4147-A177-3AD203B41FA5}">
                      <a16:colId xmlns:a16="http://schemas.microsoft.com/office/drawing/2014/main" val="2173153587"/>
                    </a:ext>
                  </a:extLst>
                </a:gridCol>
                <a:gridCol w="906902">
                  <a:extLst>
                    <a:ext uri="{9D8B030D-6E8A-4147-A177-3AD203B41FA5}">
                      <a16:colId xmlns:a16="http://schemas.microsoft.com/office/drawing/2014/main" val="1359976913"/>
                    </a:ext>
                  </a:extLst>
                </a:gridCol>
                <a:gridCol w="961241">
                  <a:extLst>
                    <a:ext uri="{9D8B030D-6E8A-4147-A177-3AD203B41FA5}">
                      <a16:colId xmlns:a16="http://schemas.microsoft.com/office/drawing/2014/main" val="1622244224"/>
                    </a:ext>
                  </a:extLst>
                </a:gridCol>
              </a:tblGrid>
              <a:tr h="359855">
                <a:tc>
                  <a:txBody>
                    <a:bodyPr/>
                    <a:lstStyle/>
                    <a:p>
                      <a:pPr algn="ctr"/>
                      <a:r>
                        <a:rPr lang="zh-CN" altLang="en-US" sz="1200" dirty="0">
                          <a:latin typeface="KaiTi" panose="02010609060101010101" pitchFamily="49" charset="-122"/>
                          <a:ea typeface="KaiTi" panose="02010609060101010101" pitchFamily="49" charset="-122"/>
                        </a:rPr>
                        <a:t>知识域</a:t>
                      </a:r>
                    </a:p>
                  </a:txBody>
                  <a:tcPr anchor="ctr"/>
                </a:tc>
                <a:tc>
                  <a:txBody>
                    <a:bodyPr/>
                    <a:lstStyle/>
                    <a:p>
                      <a:pPr algn="ctr"/>
                      <a:r>
                        <a:rPr lang="zh-CN" altLang="en-US" sz="1200" dirty="0">
                          <a:latin typeface="KaiTi" panose="02010609060101010101" pitchFamily="49" charset="-122"/>
                          <a:ea typeface="KaiTi" panose="02010609060101010101" pitchFamily="49" charset="-122"/>
                        </a:rPr>
                        <a:t>启动过程组（</a:t>
                      </a:r>
                      <a:r>
                        <a:rPr lang="en-US" altLang="zh-CN" sz="1200" dirty="0">
                          <a:latin typeface="KaiTi" panose="02010609060101010101" pitchFamily="49" charset="-122"/>
                          <a:ea typeface="KaiTi" panose="02010609060101010101" pitchFamily="49" charset="-122"/>
                        </a:rPr>
                        <a:t>2</a:t>
                      </a:r>
                      <a:r>
                        <a:rPr lang="zh-CN" altLang="en-US" sz="1200" dirty="0">
                          <a:latin typeface="KaiTi" panose="02010609060101010101" pitchFamily="49" charset="-122"/>
                          <a:ea typeface="KaiTi" panose="02010609060101010101" pitchFamily="49" charset="-122"/>
                        </a:rPr>
                        <a:t>）</a:t>
                      </a:r>
                    </a:p>
                  </a:txBody>
                  <a:tcPr anchor="ctr"/>
                </a:tc>
                <a:tc>
                  <a:txBody>
                    <a:bodyPr/>
                    <a:lstStyle/>
                    <a:p>
                      <a:pPr algn="ctr"/>
                      <a:r>
                        <a:rPr lang="zh-CN" altLang="en-US" sz="1200" dirty="0">
                          <a:latin typeface="KaiTi" panose="02010609060101010101" pitchFamily="49" charset="-122"/>
                          <a:ea typeface="KaiTi" panose="02010609060101010101" pitchFamily="49" charset="-122"/>
                        </a:rPr>
                        <a:t>计划过程组（</a:t>
                      </a:r>
                      <a:r>
                        <a:rPr lang="en-US" altLang="zh-CN" sz="1200" dirty="0">
                          <a:latin typeface="KaiTi" panose="02010609060101010101" pitchFamily="49" charset="-122"/>
                          <a:ea typeface="KaiTi" panose="02010609060101010101" pitchFamily="49" charset="-122"/>
                        </a:rPr>
                        <a:t>20</a:t>
                      </a:r>
                      <a:r>
                        <a:rPr lang="zh-CN" altLang="en-US" sz="1200" dirty="0">
                          <a:latin typeface="KaiTi" panose="02010609060101010101" pitchFamily="49" charset="-122"/>
                          <a:ea typeface="KaiTi" panose="02010609060101010101" pitchFamily="49" charset="-122"/>
                        </a:rPr>
                        <a:t>）</a:t>
                      </a:r>
                    </a:p>
                  </a:txBody>
                  <a:tcPr anchor="ctr"/>
                </a:tc>
                <a:tc>
                  <a:txBody>
                    <a:bodyPr/>
                    <a:lstStyle/>
                    <a:p>
                      <a:pPr algn="ctr"/>
                      <a:r>
                        <a:rPr lang="zh-CN" altLang="en-US" sz="1200" dirty="0">
                          <a:latin typeface="KaiTi" panose="02010609060101010101" pitchFamily="49" charset="-122"/>
                          <a:ea typeface="KaiTi" panose="02010609060101010101" pitchFamily="49" charset="-122"/>
                        </a:rPr>
                        <a:t>执行过程组（</a:t>
                      </a:r>
                      <a:r>
                        <a:rPr lang="en-US" altLang="zh-CN" sz="1200" dirty="0">
                          <a:latin typeface="KaiTi" panose="02010609060101010101" pitchFamily="49" charset="-122"/>
                          <a:ea typeface="KaiTi" panose="02010609060101010101" pitchFamily="49" charset="-122"/>
                        </a:rPr>
                        <a:t>8</a:t>
                      </a:r>
                      <a:r>
                        <a:rPr lang="zh-CN" altLang="en-US" sz="1200" dirty="0">
                          <a:latin typeface="KaiTi" panose="02010609060101010101" pitchFamily="49" charset="-122"/>
                          <a:ea typeface="KaiTi" panose="02010609060101010101" pitchFamily="49" charset="-122"/>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KaiTi" panose="02010609060101010101" pitchFamily="49" charset="-122"/>
                          <a:ea typeface="KaiTi" panose="02010609060101010101" pitchFamily="49" charset="-122"/>
                        </a:rPr>
                        <a:t>控制过程组（</a:t>
                      </a:r>
                      <a:r>
                        <a:rPr lang="en-US" altLang="zh-CN" sz="1200" dirty="0">
                          <a:latin typeface="KaiTi" panose="02010609060101010101" pitchFamily="49" charset="-122"/>
                          <a:ea typeface="KaiTi" panose="02010609060101010101" pitchFamily="49" charset="-122"/>
                        </a:rPr>
                        <a:t>11</a:t>
                      </a:r>
                      <a:r>
                        <a:rPr lang="zh-CN" altLang="en-US" sz="1200" dirty="0">
                          <a:latin typeface="KaiTi" panose="02010609060101010101" pitchFamily="49" charset="-122"/>
                          <a:ea typeface="KaiTi" panose="02010609060101010101" pitchFamily="49" charset="-122"/>
                        </a:rPr>
                        <a:t>）</a:t>
                      </a:r>
                    </a:p>
                  </a:txBody>
                  <a:tcPr anchor="ctr"/>
                </a:tc>
                <a:tc>
                  <a:txBody>
                    <a:bodyPr/>
                    <a:lstStyle/>
                    <a:p>
                      <a:pPr algn="ctr"/>
                      <a:r>
                        <a:rPr lang="zh-CN" altLang="en-US" sz="1200" dirty="0">
                          <a:latin typeface="KaiTi" panose="02010609060101010101" pitchFamily="49" charset="-122"/>
                          <a:ea typeface="KaiTi" panose="02010609060101010101" pitchFamily="49" charset="-122"/>
                        </a:rPr>
                        <a:t>收尾过程组（</a:t>
                      </a:r>
                      <a:r>
                        <a:rPr lang="en-US" altLang="zh-CN" sz="1200" dirty="0">
                          <a:latin typeface="KaiTi" panose="02010609060101010101" pitchFamily="49" charset="-122"/>
                          <a:ea typeface="KaiTi" panose="02010609060101010101" pitchFamily="49" charset="-122"/>
                        </a:rPr>
                        <a:t>3</a:t>
                      </a:r>
                      <a:r>
                        <a:rPr lang="zh-CN" altLang="en-US" sz="1200" dirty="0">
                          <a:latin typeface="KaiTi" panose="02010609060101010101" pitchFamily="49" charset="-122"/>
                          <a:ea typeface="KaiTi" panose="02010609060101010101" pitchFamily="49" charset="-122"/>
                        </a:rPr>
                        <a:t>）</a:t>
                      </a:r>
                    </a:p>
                  </a:txBody>
                  <a:tcPr anchor="ctr"/>
                </a:tc>
                <a:extLst>
                  <a:ext uri="{0D108BD9-81ED-4DB2-BD59-A6C34878D82A}">
                    <a16:rowId xmlns:a16="http://schemas.microsoft.com/office/drawing/2014/main" val="3813924212"/>
                  </a:ext>
                </a:extLst>
              </a:tr>
              <a:tr h="647739">
                <a:tc>
                  <a:txBody>
                    <a:bodyPr/>
                    <a:lstStyle/>
                    <a:p>
                      <a:pPr algn="ctr"/>
                      <a:r>
                        <a:rPr lang="zh-CN" altLang="en-US" sz="1200" dirty="0">
                          <a:latin typeface="KaiTi" panose="02010609060101010101" pitchFamily="49" charset="-122"/>
                          <a:ea typeface="KaiTi" panose="02010609060101010101" pitchFamily="49" charset="-122"/>
                        </a:rPr>
                        <a:t>项目综合管理 </a:t>
                      </a:r>
                    </a:p>
                  </a:txBody>
                  <a:tcPr anchor="ctr"/>
                </a:tc>
                <a:tc>
                  <a:txBody>
                    <a:bodyPr/>
                    <a:lstStyle/>
                    <a:p>
                      <a:pPr algn="just"/>
                      <a:r>
                        <a:rPr lang="zh-CN" altLang="en-US" sz="1200" dirty="0">
                          <a:latin typeface="KaiTi" panose="02010609060101010101" pitchFamily="49" charset="-122"/>
                          <a:ea typeface="KaiTi" panose="02010609060101010101" pitchFamily="49" charset="-122"/>
                        </a:rPr>
                        <a:t>制定项目章程，制定项目初步范围</a:t>
                      </a:r>
                    </a:p>
                  </a:txBody>
                  <a:tcPr anchor="ctr"/>
                </a:tc>
                <a:tc>
                  <a:txBody>
                    <a:bodyPr/>
                    <a:lstStyle/>
                    <a:p>
                      <a:pPr algn="just"/>
                      <a:r>
                        <a:rPr lang="zh-CN" altLang="en-US" sz="1200" dirty="0">
                          <a:latin typeface="KaiTi" panose="02010609060101010101" pitchFamily="49" charset="-122"/>
                          <a:ea typeface="KaiTi" panose="02010609060101010101" pitchFamily="49" charset="-122"/>
                        </a:rPr>
                        <a:t>制定项目管理计划</a:t>
                      </a:r>
                    </a:p>
                  </a:txBody>
                  <a:tcPr anchor="ctr"/>
                </a:tc>
                <a:tc>
                  <a:txBody>
                    <a:bodyPr/>
                    <a:lstStyle/>
                    <a:p>
                      <a:pPr algn="just"/>
                      <a:r>
                        <a:rPr lang="zh-CN" altLang="en-US" sz="1200" dirty="0">
                          <a:latin typeface="KaiTi" panose="02010609060101010101" pitchFamily="49" charset="-122"/>
                          <a:ea typeface="KaiTi" panose="02010609060101010101" pitchFamily="49" charset="-122"/>
                        </a:rPr>
                        <a:t>指导与管理项目执行</a:t>
                      </a:r>
                    </a:p>
                  </a:txBody>
                  <a:tcPr anchor="ctr"/>
                </a:tc>
                <a:tc>
                  <a:txBody>
                    <a:bodyPr/>
                    <a:lstStyle/>
                    <a:p>
                      <a:pPr algn="just"/>
                      <a:r>
                        <a:rPr lang="zh-CN" altLang="en-US" sz="1200" dirty="0">
                          <a:latin typeface="KaiTi" panose="02010609060101010101" pitchFamily="49" charset="-122"/>
                          <a:ea typeface="KaiTi" panose="02010609060101010101" pitchFamily="49" charset="-122"/>
                        </a:rPr>
                        <a:t>监控项目工作，实施整体变更控制</a:t>
                      </a:r>
                    </a:p>
                  </a:txBody>
                  <a:tcPr anchor="ctr"/>
                </a:tc>
                <a:tc>
                  <a:txBody>
                    <a:bodyPr/>
                    <a:lstStyle/>
                    <a:p>
                      <a:pPr algn="just"/>
                      <a:r>
                        <a:rPr lang="zh-CN" altLang="en-US" sz="1200" dirty="0">
                          <a:latin typeface="KaiTi" panose="02010609060101010101" pitchFamily="49" charset="-122"/>
                          <a:ea typeface="KaiTi" panose="02010609060101010101" pitchFamily="49" charset="-122"/>
                        </a:rPr>
                        <a:t>结束项目</a:t>
                      </a:r>
                    </a:p>
                  </a:txBody>
                  <a:tcPr anchor="ctr"/>
                </a:tc>
                <a:extLst>
                  <a:ext uri="{0D108BD9-81ED-4DB2-BD59-A6C34878D82A}">
                    <a16:rowId xmlns:a16="http://schemas.microsoft.com/office/drawing/2014/main" val="2756248877"/>
                  </a:ext>
                </a:extLst>
              </a:tr>
              <a:tr h="415506">
                <a:tc>
                  <a:txBody>
                    <a:bodyPr/>
                    <a:lstStyle/>
                    <a:p>
                      <a:pPr algn="ctr"/>
                      <a:r>
                        <a:rPr lang="zh-CN" altLang="en-US" sz="1200" dirty="0">
                          <a:latin typeface="KaiTi" panose="02010609060101010101" pitchFamily="49" charset="-122"/>
                          <a:ea typeface="KaiTi" panose="02010609060101010101" pitchFamily="49" charset="-122"/>
                        </a:rPr>
                        <a:t>项目范围管理</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计划范围，定义范围，创建工作分解结构</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核实范围，控制范围</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907936806"/>
                  </a:ext>
                </a:extLst>
              </a:tr>
              <a:tr h="652938">
                <a:tc>
                  <a:txBody>
                    <a:bodyPr/>
                    <a:lstStyle/>
                    <a:p>
                      <a:pPr algn="ctr"/>
                      <a:r>
                        <a:rPr lang="zh-CN" altLang="en-US" sz="1200" dirty="0">
                          <a:latin typeface="KaiTi" panose="02010609060101010101" pitchFamily="49" charset="-122"/>
                          <a:ea typeface="KaiTi" panose="02010609060101010101" pitchFamily="49" charset="-122"/>
                        </a:rPr>
                        <a:t>项目时间管理 </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定义活动；排列活动顺序，估算活动资源，估算活动持续时间，制定进度计划。</a:t>
                      </a:r>
                    </a:p>
                  </a:txBody>
                  <a:tcPr anchor="ctr"/>
                </a:tc>
                <a:tc>
                  <a:txBody>
                    <a:bodyPr/>
                    <a:lstStyle/>
                    <a:p>
                      <a:pPr algn="just"/>
                      <a:endParaRPr lang="zh-CN" altLang="en-US" sz="120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控制成本</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64115494"/>
                  </a:ext>
                </a:extLst>
              </a:tr>
              <a:tr h="359855">
                <a:tc>
                  <a:txBody>
                    <a:bodyPr/>
                    <a:lstStyle/>
                    <a:p>
                      <a:pPr algn="ctr"/>
                      <a:r>
                        <a:rPr lang="zh-CN" altLang="en-US" sz="1200" dirty="0">
                          <a:latin typeface="KaiTi" panose="02010609060101010101" pitchFamily="49" charset="-122"/>
                          <a:ea typeface="KaiTi" panose="02010609060101010101" pitchFamily="49" charset="-122"/>
                        </a:rPr>
                        <a:t>项目质量管理</a:t>
                      </a:r>
                    </a:p>
                  </a:txBody>
                  <a:tcPr anchor="ctr"/>
                </a:tc>
                <a:tc>
                  <a:txBody>
                    <a:bodyPr/>
                    <a:lstStyle/>
                    <a:p>
                      <a:pPr algn="just"/>
                      <a:endParaRPr lang="zh-CN" altLang="en-US" sz="120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规划质量</a:t>
                      </a:r>
                    </a:p>
                  </a:txBody>
                  <a:tcPr anchor="ctr"/>
                </a:tc>
                <a:tc>
                  <a:txBody>
                    <a:bodyPr/>
                    <a:lstStyle/>
                    <a:p>
                      <a:pPr algn="just"/>
                      <a:r>
                        <a:rPr lang="zh-CN" altLang="en-US" sz="1200" dirty="0">
                          <a:latin typeface="KaiTi" panose="02010609060101010101" pitchFamily="49" charset="-122"/>
                          <a:ea typeface="KaiTi" panose="02010609060101010101" pitchFamily="49" charset="-122"/>
                        </a:rPr>
                        <a:t>实施质量保证</a:t>
                      </a:r>
                    </a:p>
                  </a:txBody>
                  <a:tcPr anchor="ctr"/>
                </a:tc>
                <a:tc>
                  <a:txBody>
                    <a:bodyPr/>
                    <a:lstStyle/>
                    <a:p>
                      <a:pPr algn="just"/>
                      <a:r>
                        <a:rPr lang="zh-CN" altLang="en-US" sz="1200" dirty="0">
                          <a:latin typeface="KaiTi" panose="02010609060101010101" pitchFamily="49" charset="-122"/>
                          <a:ea typeface="KaiTi" panose="02010609060101010101" pitchFamily="49" charset="-122"/>
                        </a:rPr>
                        <a:t>实施质量控制</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2841615407"/>
                  </a:ext>
                </a:extLst>
              </a:tr>
              <a:tr h="503797">
                <a:tc>
                  <a:txBody>
                    <a:bodyPr/>
                    <a:lstStyle/>
                    <a:p>
                      <a:pPr algn="ctr"/>
                      <a:r>
                        <a:rPr lang="zh-CN" altLang="en-US" sz="1200" dirty="0">
                          <a:latin typeface="KaiTi" panose="02010609060101010101" pitchFamily="49" charset="-122"/>
                          <a:ea typeface="KaiTi" panose="02010609060101010101" pitchFamily="49" charset="-122"/>
                        </a:rPr>
                        <a:t>项目人力资源管理</a:t>
                      </a:r>
                    </a:p>
                  </a:txBody>
                  <a:tcPr anchor="ctr"/>
                </a:tc>
                <a:tc>
                  <a:txBody>
                    <a:bodyPr/>
                    <a:lstStyle/>
                    <a:p>
                      <a:pPr algn="just"/>
                      <a:endParaRPr lang="zh-CN" altLang="en-US" sz="120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制定人力资源规划</a:t>
                      </a:r>
                    </a:p>
                  </a:txBody>
                  <a:tcPr anchor="ctr"/>
                </a:tc>
                <a:tc>
                  <a:txBody>
                    <a:bodyPr/>
                    <a:lstStyle/>
                    <a:p>
                      <a:pPr algn="just"/>
                      <a:r>
                        <a:rPr lang="zh-CN" altLang="en-US" sz="1200" dirty="0">
                          <a:latin typeface="KaiTi" panose="02010609060101010101" pitchFamily="49" charset="-122"/>
                          <a:ea typeface="KaiTi" panose="02010609060101010101" pitchFamily="49" charset="-122"/>
                        </a:rPr>
                        <a:t>人力资源获取，团队建设</a:t>
                      </a:r>
                    </a:p>
                  </a:txBody>
                  <a:tcPr anchor="ctr"/>
                </a:tc>
                <a:tc>
                  <a:txBody>
                    <a:bodyPr/>
                    <a:lstStyle/>
                    <a:p>
                      <a:pPr algn="just"/>
                      <a:r>
                        <a:rPr lang="zh-CN" altLang="en-US" sz="1200" dirty="0">
                          <a:latin typeface="KaiTi" panose="02010609060101010101" pitchFamily="49" charset="-122"/>
                          <a:ea typeface="KaiTi" panose="02010609060101010101" pitchFamily="49" charset="-122"/>
                        </a:rPr>
                        <a:t>团队管理 </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1648475969"/>
                  </a:ext>
                </a:extLst>
              </a:tr>
              <a:tr h="359855">
                <a:tc>
                  <a:txBody>
                    <a:bodyPr/>
                    <a:lstStyle/>
                    <a:p>
                      <a:pPr algn="ctr"/>
                      <a:r>
                        <a:rPr lang="zh-CN" altLang="en-US" sz="1200" dirty="0">
                          <a:latin typeface="KaiTi" panose="02010609060101010101" pitchFamily="49" charset="-122"/>
                          <a:ea typeface="KaiTi" panose="02010609060101010101" pitchFamily="49" charset="-122"/>
                        </a:rPr>
                        <a:t>项目沟通管理</a:t>
                      </a:r>
                    </a:p>
                  </a:txBody>
                  <a:tcPr anchor="ctr"/>
                </a:tc>
                <a:tc>
                  <a:txBody>
                    <a:bodyPr/>
                    <a:lstStyle/>
                    <a:p>
                      <a:pPr algn="just"/>
                      <a:endParaRPr lang="zh-CN" altLang="en-US" sz="120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规划沟通</a:t>
                      </a:r>
                    </a:p>
                  </a:txBody>
                  <a:tcPr anchor="ctr"/>
                </a:tc>
                <a:tc>
                  <a:txBody>
                    <a:bodyPr/>
                    <a:lstStyle/>
                    <a:p>
                      <a:pPr algn="just"/>
                      <a:r>
                        <a:rPr lang="zh-CN" altLang="en-US" sz="1200" dirty="0">
                          <a:latin typeface="KaiTi" panose="02010609060101010101" pitchFamily="49" charset="-122"/>
                          <a:ea typeface="KaiTi" panose="02010609060101010101" pitchFamily="49" charset="-122"/>
                        </a:rPr>
                        <a:t>发布信息，管理干系人期望</a:t>
                      </a:r>
                    </a:p>
                  </a:txBody>
                  <a:tcPr anchor="ctr"/>
                </a:tc>
                <a:tc>
                  <a:txBody>
                    <a:bodyPr/>
                    <a:lstStyle/>
                    <a:p>
                      <a:pPr algn="just"/>
                      <a:r>
                        <a:rPr lang="zh-CN" altLang="en-US" sz="1200" dirty="0">
                          <a:latin typeface="KaiTi" panose="02010609060101010101" pitchFamily="49" charset="-122"/>
                          <a:ea typeface="KaiTi" panose="02010609060101010101" pitchFamily="49" charset="-122"/>
                        </a:rPr>
                        <a:t>报告绩效</a:t>
                      </a:r>
                    </a:p>
                  </a:txBody>
                  <a:tcPr anchor="ctr"/>
                </a:tc>
                <a:tc>
                  <a:txBody>
                    <a:bodyPr/>
                    <a:lstStyle/>
                    <a:p>
                      <a:pPr algn="just"/>
                      <a:r>
                        <a:rPr lang="zh-CN" altLang="en-US" sz="1200" dirty="0">
                          <a:latin typeface="KaiTi" panose="02010609060101010101" pitchFamily="49" charset="-122"/>
                          <a:ea typeface="KaiTi" panose="02010609060101010101" pitchFamily="49" charset="-122"/>
                        </a:rPr>
                        <a:t>项目干系人管理 </a:t>
                      </a:r>
                    </a:p>
                  </a:txBody>
                  <a:tcPr anchor="ctr"/>
                </a:tc>
                <a:extLst>
                  <a:ext uri="{0D108BD9-81ED-4DB2-BD59-A6C34878D82A}">
                    <a16:rowId xmlns:a16="http://schemas.microsoft.com/office/drawing/2014/main" val="817447464"/>
                  </a:ext>
                </a:extLst>
              </a:tr>
              <a:tr h="503797">
                <a:tc>
                  <a:txBody>
                    <a:bodyPr/>
                    <a:lstStyle/>
                    <a:p>
                      <a:pPr algn="ctr"/>
                      <a:r>
                        <a:rPr lang="zh-CN" altLang="en-US" sz="1200" dirty="0">
                          <a:latin typeface="KaiTi" panose="02010609060101010101" pitchFamily="49" charset="-122"/>
                          <a:ea typeface="KaiTi" panose="02010609060101010101" pitchFamily="49" charset="-122"/>
                        </a:rPr>
                        <a:t>项目风险管理</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规划风险管理，识别风险，实施定性风险分析，实施定量风险分析，规划风险应对</a:t>
                      </a:r>
                    </a:p>
                  </a:txBody>
                  <a:tcPr anchor="ctr"/>
                </a:tc>
                <a:tc>
                  <a:txBody>
                    <a:bodyPr/>
                    <a:lstStyle/>
                    <a:p>
                      <a:pPr algn="just"/>
                      <a:r>
                        <a:rPr lang="zh-CN" altLang="en-US" sz="1200" dirty="0">
                          <a:latin typeface="KaiTi" panose="02010609060101010101" pitchFamily="49" charset="-122"/>
                          <a:ea typeface="KaiTi" panose="02010609060101010101" pitchFamily="49" charset="-122"/>
                        </a:rPr>
                        <a:t>监控风险</a:t>
                      </a:r>
                    </a:p>
                  </a:txBody>
                  <a:tcPr anchor="ctr"/>
                </a:tc>
                <a:tc>
                  <a:txBody>
                    <a:bodyPr/>
                    <a:lstStyle/>
                    <a:p>
                      <a:pPr algn="just"/>
                      <a:endParaRPr lang="zh-CN" altLang="en-US" sz="1200">
                        <a:latin typeface="KaiTi" panose="02010609060101010101" pitchFamily="49" charset="-122"/>
                        <a:ea typeface="KaiTi" panose="02010609060101010101" pitchFamily="49" charset="-122"/>
                      </a:endParaRP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255504703"/>
                  </a:ext>
                </a:extLst>
              </a:tr>
              <a:tr h="359855">
                <a:tc>
                  <a:txBody>
                    <a:bodyPr/>
                    <a:lstStyle/>
                    <a:p>
                      <a:pPr algn="ctr"/>
                      <a:r>
                        <a:rPr lang="zh-CN" altLang="en-US" sz="1200" dirty="0">
                          <a:latin typeface="KaiTi" panose="02010609060101010101" pitchFamily="49" charset="-122"/>
                          <a:ea typeface="KaiTi" panose="02010609060101010101" pitchFamily="49" charset="-122"/>
                        </a:rPr>
                        <a:t>项目采购管理 </a:t>
                      </a:r>
                    </a:p>
                  </a:txBody>
                  <a:tcPr anchor="ctr"/>
                </a:tc>
                <a:tc>
                  <a:txBody>
                    <a:bodyPr/>
                    <a:lstStyle/>
                    <a:p>
                      <a:pPr algn="just"/>
                      <a:endParaRPr lang="zh-CN" altLang="en-US" sz="1200" dirty="0">
                        <a:latin typeface="KaiTi" panose="02010609060101010101" pitchFamily="49" charset="-122"/>
                        <a:ea typeface="KaiTi" panose="02010609060101010101" pitchFamily="49" charset="-122"/>
                      </a:endParaRPr>
                    </a:p>
                  </a:txBody>
                  <a:tcPr anchor="ctr"/>
                </a:tc>
                <a:tc>
                  <a:txBody>
                    <a:bodyPr/>
                    <a:lstStyle/>
                    <a:p>
                      <a:pPr algn="just"/>
                      <a:r>
                        <a:rPr lang="zh-CN" altLang="en-US" sz="1200" dirty="0">
                          <a:latin typeface="KaiTi" panose="02010609060101010101" pitchFamily="49" charset="-122"/>
                          <a:ea typeface="KaiTi" panose="02010609060101010101" pitchFamily="49" charset="-122"/>
                        </a:rPr>
                        <a:t>规划采购，规划合同</a:t>
                      </a:r>
                    </a:p>
                  </a:txBody>
                  <a:tcPr anchor="ctr"/>
                </a:tc>
                <a:tc>
                  <a:txBody>
                    <a:bodyPr/>
                    <a:lstStyle/>
                    <a:p>
                      <a:pPr algn="just"/>
                      <a:r>
                        <a:rPr lang="zh-CN" altLang="en-US" sz="1200" dirty="0">
                          <a:latin typeface="KaiTi" panose="02010609060101010101" pitchFamily="49" charset="-122"/>
                          <a:ea typeface="KaiTi" panose="02010609060101010101" pitchFamily="49" charset="-122"/>
                        </a:rPr>
                        <a:t>供方反馈获取，供方选择</a:t>
                      </a:r>
                    </a:p>
                  </a:txBody>
                  <a:tcPr anchor="ctr"/>
                </a:tc>
                <a:tc>
                  <a:txBody>
                    <a:bodyPr/>
                    <a:lstStyle/>
                    <a:p>
                      <a:pPr algn="just"/>
                      <a:r>
                        <a:rPr lang="zh-CN" altLang="en-US" sz="1200" dirty="0">
                          <a:latin typeface="KaiTi" panose="02010609060101010101" pitchFamily="49" charset="-122"/>
                          <a:ea typeface="KaiTi" panose="02010609060101010101" pitchFamily="49" charset="-122"/>
                        </a:rPr>
                        <a:t>合同管理</a:t>
                      </a:r>
                    </a:p>
                  </a:txBody>
                  <a:tcPr anchor="ctr"/>
                </a:tc>
                <a:tc>
                  <a:txBody>
                    <a:bodyPr/>
                    <a:lstStyle/>
                    <a:p>
                      <a:pPr algn="just"/>
                      <a:r>
                        <a:rPr lang="zh-CN" altLang="en-US" sz="1200" dirty="0">
                          <a:latin typeface="KaiTi" panose="02010609060101010101" pitchFamily="49" charset="-122"/>
                          <a:ea typeface="KaiTi" panose="02010609060101010101" pitchFamily="49" charset="-122"/>
                        </a:rPr>
                        <a:t>合同收尾</a:t>
                      </a:r>
                    </a:p>
                  </a:txBody>
                  <a:tcPr anchor="ctr"/>
                </a:tc>
                <a:extLst>
                  <a:ext uri="{0D108BD9-81ED-4DB2-BD59-A6C34878D82A}">
                    <a16:rowId xmlns:a16="http://schemas.microsoft.com/office/drawing/2014/main" val="2271228695"/>
                  </a:ext>
                </a:extLst>
              </a:tr>
            </a:tbl>
          </a:graphicData>
        </a:graphic>
      </p:graphicFrame>
    </p:spTree>
    <p:extLst>
      <p:ext uri="{BB962C8B-B14F-4D97-AF65-F5344CB8AC3E}">
        <p14:creationId xmlns:p14="http://schemas.microsoft.com/office/powerpoint/2010/main" val="27279287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bwMode="auto">
          <a:xfrm rot="8100000" flipV="1">
            <a:off x="4469778" y="1556752"/>
            <a:ext cx="653054"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5" name="文本框 4"/>
          <p:cNvSpPr txBox="1">
            <a:spLocks noChangeArrowheads="1"/>
          </p:cNvSpPr>
          <p:nvPr/>
        </p:nvSpPr>
        <p:spPr bwMode="auto">
          <a:xfrm>
            <a:off x="4545651" y="1592653"/>
            <a:ext cx="477769"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01</a:t>
            </a:r>
            <a:endParaRPr lang="zh-CN" altLang="en-US" sz="2400" dirty="0">
              <a:solidFill>
                <a:schemeClr val="bg1"/>
              </a:solidFill>
              <a:latin typeface="Impact" pitchFamily="34" charset="0"/>
            </a:endParaRPr>
          </a:p>
        </p:txBody>
      </p:sp>
      <p:sp>
        <p:nvSpPr>
          <p:cNvPr id="6" name="任意多边形 5"/>
          <p:cNvSpPr/>
          <p:nvPr/>
        </p:nvSpPr>
        <p:spPr bwMode="auto">
          <a:xfrm rot="8100000" flipV="1">
            <a:off x="4470414" y="4086442"/>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7" name="文本框 42"/>
          <p:cNvSpPr txBox="1">
            <a:spLocks noChangeArrowheads="1"/>
          </p:cNvSpPr>
          <p:nvPr/>
        </p:nvSpPr>
        <p:spPr bwMode="auto">
          <a:xfrm>
            <a:off x="4527997" y="4131200"/>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04</a:t>
            </a:r>
            <a:endParaRPr lang="zh-CN" altLang="en-US" sz="2400" dirty="0">
              <a:solidFill>
                <a:schemeClr val="bg1"/>
              </a:solidFill>
              <a:latin typeface="Impact" pitchFamily="34" charset="0"/>
            </a:endParaRPr>
          </a:p>
        </p:txBody>
      </p:sp>
      <p:sp>
        <p:nvSpPr>
          <p:cNvPr id="8" name="任意多边形 7"/>
          <p:cNvSpPr/>
          <p:nvPr/>
        </p:nvSpPr>
        <p:spPr bwMode="auto">
          <a:xfrm rot="8100000" flipV="1">
            <a:off x="4470415" y="3307796"/>
            <a:ext cx="651816" cy="529830"/>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9" name="文本框 45"/>
          <p:cNvSpPr txBox="1">
            <a:spLocks noChangeArrowheads="1"/>
          </p:cNvSpPr>
          <p:nvPr/>
        </p:nvSpPr>
        <p:spPr bwMode="auto">
          <a:xfrm>
            <a:off x="4527998" y="3340103"/>
            <a:ext cx="567264"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03</a:t>
            </a:r>
            <a:endParaRPr lang="zh-CN" altLang="en-US" sz="2400" dirty="0">
              <a:solidFill>
                <a:schemeClr val="bg1"/>
              </a:solidFill>
              <a:latin typeface="Impact" pitchFamily="34" charset="0"/>
            </a:endParaRPr>
          </a:p>
        </p:txBody>
      </p:sp>
      <p:sp>
        <p:nvSpPr>
          <p:cNvPr id="10" name="任意多边形 9"/>
          <p:cNvSpPr/>
          <p:nvPr/>
        </p:nvSpPr>
        <p:spPr bwMode="auto">
          <a:xfrm rot="8100000" flipV="1">
            <a:off x="4469776" y="2391659"/>
            <a:ext cx="653058" cy="529828"/>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11" name="文本框 48"/>
          <p:cNvSpPr txBox="1">
            <a:spLocks noChangeArrowheads="1"/>
          </p:cNvSpPr>
          <p:nvPr/>
        </p:nvSpPr>
        <p:spPr bwMode="auto">
          <a:xfrm>
            <a:off x="4527980" y="2423421"/>
            <a:ext cx="567262"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02</a:t>
            </a:r>
            <a:endParaRPr lang="zh-CN" altLang="en-US" sz="2400" dirty="0">
              <a:solidFill>
                <a:schemeClr val="bg1"/>
              </a:solidFill>
              <a:latin typeface="Impact" pitchFamily="34" charset="0"/>
            </a:endParaRPr>
          </a:p>
        </p:txBody>
      </p:sp>
      <p:sp>
        <p:nvSpPr>
          <p:cNvPr id="12" name="圆角矩形 11"/>
          <p:cNvSpPr/>
          <p:nvPr/>
        </p:nvSpPr>
        <p:spPr>
          <a:xfrm>
            <a:off x="5309322" y="1585311"/>
            <a:ext cx="3453962" cy="563692"/>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3" name="矩形 12"/>
          <p:cNvSpPr/>
          <p:nvPr/>
        </p:nvSpPr>
        <p:spPr>
          <a:xfrm>
            <a:off x="5349742" y="1632221"/>
            <a:ext cx="3362172"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软件工程学科学科发展历程</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4" name="圆角矩形 13"/>
          <p:cNvSpPr/>
          <p:nvPr/>
        </p:nvSpPr>
        <p:spPr>
          <a:xfrm>
            <a:off x="5309322" y="2450939"/>
            <a:ext cx="3453962" cy="55373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dirty="0">
              <a:solidFill>
                <a:schemeClr val="bg1"/>
              </a:solidFill>
              <a:latin typeface="仿宋" panose="02010609060101010101" pitchFamily="49" charset="-122"/>
              <a:ea typeface="仿宋" panose="02010609060101010101" pitchFamily="49" charset="-122"/>
              <a:cs typeface="Arial Unicode MS" panose="020B0604020202020204" pitchFamily="34" charset="-122"/>
            </a:endParaRPr>
          </a:p>
        </p:txBody>
      </p:sp>
      <p:sp>
        <p:nvSpPr>
          <p:cNvPr id="15" name="矩形 14"/>
          <p:cNvSpPr/>
          <p:nvPr/>
        </p:nvSpPr>
        <p:spPr>
          <a:xfrm>
            <a:off x="5345262" y="2498221"/>
            <a:ext cx="3022774" cy="430928"/>
          </a:xfrm>
          <a:prstGeom prst="rect">
            <a:avLst/>
          </a:prstGeom>
          <a:solidFill>
            <a:schemeClr val="bg1">
              <a:lumMod val="65000"/>
            </a:schemeClr>
          </a:solidFill>
        </p:spPr>
        <p:txBody>
          <a:bodyPr wrap="square" lIns="121960" tIns="60980" rIns="121960" bIns="60980">
            <a:spAutoFit/>
          </a:bodyPr>
          <a:lstStyle/>
          <a:p>
            <a:pPr>
              <a:defRPr/>
            </a:pPr>
            <a:r>
              <a:rPr lang="zh-CN" altLang="en-US"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软件工程学科知识体系</a:t>
            </a:r>
            <a:endParaRPr lang="zh-CN" altLang="zh-CN" sz="2000" b="1"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6" name="圆角矩形 15"/>
          <p:cNvSpPr/>
          <p:nvPr/>
        </p:nvSpPr>
        <p:spPr>
          <a:xfrm>
            <a:off x="5309322" y="3306609"/>
            <a:ext cx="3453962" cy="495159"/>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solidFill>
                <a:schemeClr val="bg1"/>
              </a:solidFill>
              <a:latin typeface="+mj-lt"/>
              <a:ea typeface="Arial Unicode MS" panose="020B0604020202020204" pitchFamily="34" charset="-122"/>
              <a:cs typeface="Arial Unicode MS" panose="020B0604020202020204" pitchFamily="34" charset="-122"/>
            </a:endParaRPr>
          </a:p>
        </p:txBody>
      </p:sp>
      <p:sp>
        <p:nvSpPr>
          <p:cNvPr id="17" name="矩形 16"/>
          <p:cNvSpPr/>
          <p:nvPr/>
        </p:nvSpPr>
        <p:spPr>
          <a:xfrm>
            <a:off x="5305002" y="3343053"/>
            <a:ext cx="3097258" cy="430928"/>
          </a:xfrm>
          <a:prstGeom prst="rect">
            <a:avLst/>
          </a:prstGeom>
          <a:solidFill>
            <a:schemeClr val="bg1">
              <a:lumMod val="65000"/>
            </a:schemeClr>
          </a:solidFill>
        </p:spPr>
        <p:txBody>
          <a:bodyPr wrap="square" lIns="121960" tIns="60980" rIns="121960" bIns="60980">
            <a:spAutoFit/>
          </a:bodyPr>
          <a:lstStyle/>
          <a:p>
            <a:pPr algn="ct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软件设计开发与过程管理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18" name="圆角矩形 17"/>
          <p:cNvSpPr/>
          <p:nvPr/>
        </p:nvSpPr>
        <p:spPr>
          <a:xfrm>
            <a:off x="5309322" y="4103704"/>
            <a:ext cx="3453962" cy="575284"/>
          </a:xfrm>
          <a:prstGeom prst="roundRect">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软件项目管理</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pic>
        <p:nvPicPr>
          <p:cNvPr id="19" name="Picture 6" descr="D:\360data\重要数据\桌面\未标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8873626" y="1606314"/>
            <a:ext cx="1586806" cy="40075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1555" y="1505851"/>
            <a:ext cx="2377834" cy="4037283"/>
          </a:xfrm>
          <a:prstGeom prst="rect">
            <a:avLst/>
          </a:prstGeom>
          <a:solidFill>
            <a:srgbClr val="7030A0"/>
          </a:solidFill>
          <a:ln>
            <a:noFill/>
          </a:ln>
        </p:spPr>
      </p:pic>
      <p:sp>
        <p:nvSpPr>
          <p:cNvPr id="21" name="六边形 19"/>
          <p:cNvSpPr>
            <a:spLocks noChangeArrowheads="1"/>
          </p:cNvSpPr>
          <p:nvPr/>
        </p:nvSpPr>
        <p:spPr bwMode="auto">
          <a:xfrm rot="16200000">
            <a:off x="2906221" y="1506719"/>
            <a:ext cx="1498822" cy="1497085"/>
          </a:xfrm>
          <a:prstGeom prst="chord">
            <a:avLst>
              <a:gd name="adj1" fmla="val 21039823"/>
              <a:gd name="adj2" fmla="val 16726182"/>
            </a:avLst>
          </a:prstGeom>
          <a:solidFill>
            <a:srgbClr val="7030A0"/>
          </a:solidFill>
          <a:ln w="12700" cap="flat" cmpd="sng">
            <a:solidFill>
              <a:schemeClr val="bg1"/>
            </a:solidFill>
            <a:bevel/>
            <a:headEnd/>
            <a:tailEnd/>
          </a:ln>
        </p:spPr>
        <p:txBody>
          <a:bodyPr lIns="68580" tIns="34290" rIns="68580" bIns="34290" anchor="ctr"/>
          <a:lstStyle/>
          <a:p>
            <a:pPr algn="ctr"/>
            <a:endParaRPr lang="zh-CN" altLang="zh-CN">
              <a:solidFill>
                <a:schemeClr val="bg1"/>
              </a:solidFill>
              <a:latin typeface="宋体" pitchFamily="2" charset="-122"/>
              <a:sym typeface="宋体" pitchFamily="2" charset="-122"/>
            </a:endParaRPr>
          </a:p>
        </p:txBody>
      </p:sp>
      <p:sp>
        <p:nvSpPr>
          <p:cNvPr id="22" name="矩形 24"/>
          <p:cNvSpPr>
            <a:spLocks noChangeArrowheads="1"/>
          </p:cNvSpPr>
          <p:nvPr/>
        </p:nvSpPr>
        <p:spPr bwMode="auto">
          <a:xfrm>
            <a:off x="2851538" y="1925119"/>
            <a:ext cx="1608190" cy="651269"/>
          </a:xfrm>
          <a:prstGeom prst="rect">
            <a:avLst/>
          </a:prstGeom>
          <a:noFill/>
          <a:ln>
            <a:noFill/>
          </a:ln>
        </p:spPr>
        <p:txBody>
          <a:bodyPr lIns="68580" tIns="34290" rIns="68580" bIns="34290">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buFont typeface="Arial" pitchFamily="34" charset="0"/>
              <a:defRPr>
                <a:solidFill>
                  <a:schemeClr val="tx1"/>
                </a:solidFill>
                <a:latin typeface="Arial" pitchFamily="34" charset="0"/>
              </a:defRPr>
            </a:lvl6pPr>
            <a:lvl7pPr fontAlgn="base">
              <a:spcBef>
                <a:spcPct val="0"/>
              </a:spcBef>
              <a:spcAft>
                <a:spcPct val="0"/>
              </a:spcAft>
              <a:buFont typeface="Arial" pitchFamily="34" charset="0"/>
              <a:defRPr>
                <a:solidFill>
                  <a:schemeClr val="tx1"/>
                </a:solidFill>
                <a:latin typeface="Arial" pitchFamily="34" charset="0"/>
              </a:defRPr>
            </a:lvl7pPr>
            <a:lvl8pPr fontAlgn="base">
              <a:spcBef>
                <a:spcPct val="0"/>
              </a:spcBef>
              <a:spcAft>
                <a:spcPct val="0"/>
              </a:spcAft>
              <a:buFont typeface="Arial" pitchFamily="34" charset="0"/>
              <a:defRPr>
                <a:solidFill>
                  <a:schemeClr val="tx1"/>
                </a:solidFill>
                <a:latin typeface="Arial" pitchFamily="34" charset="0"/>
              </a:defRPr>
            </a:lvl8pPr>
            <a:lvl9pPr fontAlgn="base">
              <a:spcBef>
                <a:spcPct val="0"/>
              </a:spcBef>
              <a:spcAft>
                <a:spcPct val="0"/>
              </a:spcAft>
              <a:buFont typeface="Arial" pitchFamily="34" charset="0"/>
              <a:defRPr>
                <a:solidFill>
                  <a:schemeClr val="tx1"/>
                </a:solidFill>
                <a:latin typeface="Arial" pitchFamily="34" charset="0"/>
              </a:defRPr>
            </a:lvl9pPr>
          </a:lstStyle>
          <a:p>
            <a:pPr algn="ctr">
              <a:lnSpc>
                <a:spcPct val="122000"/>
              </a:lnSpc>
            </a:pPr>
            <a:r>
              <a:rPr lang="zh-CN" altLang="en-US" sz="2000" b="1" dirty="0">
                <a:solidFill>
                  <a:schemeClr val="bg1"/>
                </a:solidFill>
                <a:latin typeface="微软雅黑" pitchFamily="34" charset="-122"/>
                <a:ea typeface="微软雅黑" pitchFamily="34" charset="-122"/>
                <a:sym typeface="微软雅黑" pitchFamily="34" charset="-122"/>
              </a:rPr>
              <a:t>目录页 </a:t>
            </a:r>
            <a:r>
              <a:rPr lang="en-US" altLang="zh-CN" sz="2000" b="1" dirty="0">
                <a:solidFill>
                  <a:schemeClr val="bg1"/>
                </a:solidFill>
                <a:latin typeface="微软雅黑" pitchFamily="34" charset="-122"/>
                <a:ea typeface="微软雅黑" pitchFamily="34" charset="-122"/>
                <a:sym typeface="微软雅黑" pitchFamily="34" charset="-122"/>
              </a:rPr>
              <a:t> </a:t>
            </a:r>
            <a:endParaRPr lang="zh-CN" altLang="en-US" sz="2000" b="1" dirty="0">
              <a:solidFill>
                <a:schemeClr val="bg1"/>
              </a:solidFill>
              <a:latin typeface="微软雅黑" pitchFamily="34" charset="-122"/>
              <a:ea typeface="微软雅黑" pitchFamily="34" charset="-122"/>
              <a:sym typeface="微软雅黑" pitchFamily="34" charset="-122"/>
            </a:endParaRPr>
          </a:p>
          <a:p>
            <a:pPr algn="ctr">
              <a:lnSpc>
                <a:spcPct val="122000"/>
              </a:lnSpc>
            </a:pPr>
            <a:r>
              <a:rPr lang="en-US" altLang="zh-CN" sz="1050" b="1" dirty="0">
                <a:solidFill>
                  <a:schemeClr val="bg1"/>
                </a:solidFill>
                <a:latin typeface="微软雅黑" panose="020B0503020204020204" pitchFamily="34" charset="-122"/>
                <a:ea typeface="微软雅黑" panose="020B0503020204020204" pitchFamily="34" charset="-122"/>
                <a:sym typeface="微软雅黑 Light" pitchFamily="2" charset="-122"/>
              </a:rPr>
              <a:t>CONTENTS PAGE </a:t>
            </a:r>
            <a:endParaRPr lang="zh-CN" altLang="en-US" sz="1050" b="1" dirty="0">
              <a:solidFill>
                <a:schemeClr val="bg1"/>
              </a:solidFill>
              <a:latin typeface="微软雅黑" panose="020B0503020204020204" pitchFamily="34" charset="-122"/>
              <a:ea typeface="微软雅黑" panose="020B0503020204020204" pitchFamily="34" charset="-122"/>
              <a:sym typeface="微软雅黑 Light" pitchFamily="2" charset="-122"/>
            </a:endParaRPr>
          </a:p>
        </p:txBody>
      </p:sp>
      <p:sp>
        <p:nvSpPr>
          <p:cNvPr id="23" name="任意多边形 22"/>
          <p:cNvSpPr/>
          <p:nvPr/>
        </p:nvSpPr>
        <p:spPr bwMode="auto">
          <a:xfrm rot="8100000" flipV="1">
            <a:off x="4489852" y="4931200"/>
            <a:ext cx="651816" cy="529829"/>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chemeClr val="bg1"/>
              </a:solidFill>
            </a:endParaRPr>
          </a:p>
        </p:txBody>
      </p:sp>
      <p:sp>
        <p:nvSpPr>
          <p:cNvPr id="24" name="文本框 42"/>
          <p:cNvSpPr txBox="1">
            <a:spLocks noChangeArrowheads="1"/>
          </p:cNvSpPr>
          <p:nvPr/>
        </p:nvSpPr>
        <p:spPr bwMode="auto">
          <a:xfrm>
            <a:off x="4547435" y="4975958"/>
            <a:ext cx="567263" cy="461665"/>
          </a:xfrm>
          <a:prstGeom prst="rect">
            <a:avLst/>
          </a:prstGeom>
          <a:noFill/>
          <a:ln w="9525">
            <a:noFill/>
            <a:miter lim="800000"/>
            <a:headEnd/>
            <a:tailEnd/>
          </a:ln>
        </p:spPr>
        <p:txBody>
          <a:bodyPr>
            <a:spAutoFit/>
          </a:bodyPr>
          <a:lstStyle/>
          <a:p>
            <a:r>
              <a:rPr lang="en-US" altLang="zh-CN" sz="2400" dirty="0">
                <a:solidFill>
                  <a:schemeClr val="bg1"/>
                </a:solidFill>
                <a:latin typeface="Impact" pitchFamily="34" charset="0"/>
              </a:rPr>
              <a:t>05</a:t>
            </a:r>
            <a:endParaRPr lang="zh-CN" altLang="en-US" sz="2400" dirty="0">
              <a:solidFill>
                <a:schemeClr val="bg1"/>
              </a:solidFill>
              <a:latin typeface="Impact" pitchFamily="34" charset="0"/>
            </a:endParaRPr>
          </a:p>
        </p:txBody>
      </p:sp>
      <p:sp>
        <p:nvSpPr>
          <p:cNvPr id="25" name="圆角矩形 24"/>
          <p:cNvSpPr/>
          <p:nvPr/>
        </p:nvSpPr>
        <p:spPr>
          <a:xfrm>
            <a:off x="5328760" y="4948462"/>
            <a:ext cx="3453962" cy="575284"/>
          </a:xfrm>
          <a:prstGeom prst="roundRect">
            <a:avLst/>
          </a:prstGeom>
          <a:solidFill>
            <a:srgbClr val="7030A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defRPr/>
            </a:pPr>
            <a:r>
              <a:rPr lang="zh-CN" altLang="en-US"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rPr>
              <a:t>  软件工程学科发展</a:t>
            </a:r>
            <a:endParaRPr lang="zh-CN" altLang="zh-CN" sz="2000" b="1" kern="100" dirty="0">
              <a:solidFill>
                <a:schemeClr val="bg1"/>
              </a:solidFill>
              <a:latin typeface="仿宋" panose="02010609060101010101" pitchFamily="49" charset="-122"/>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404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27" name="文本框 26"/>
          <p:cNvSpPr txBox="1"/>
          <p:nvPr/>
        </p:nvSpPr>
        <p:spPr>
          <a:xfrm>
            <a:off x="4693052" y="1268400"/>
            <a:ext cx="3416320"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软件开发模式的演进</a:t>
            </a:r>
          </a:p>
        </p:txBody>
      </p:sp>
      <p:grpSp>
        <p:nvGrpSpPr>
          <p:cNvPr id="28" name="Group 49"/>
          <p:cNvGrpSpPr>
            <a:grpSpLocks/>
          </p:cNvGrpSpPr>
          <p:nvPr/>
        </p:nvGrpSpPr>
        <p:grpSpPr bwMode="auto">
          <a:xfrm>
            <a:off x="2282433" y="2337895"/>
            <a:ext cx="1511300" cy="3324225"/>
            <a:chOff x="386" y="1295"/>
            <a:chExt cx="952" cy="2094"/>
          </a:xfrm>
        </p:grpSpPr>
        <p:pic>
          <p:nvPicPr>
            <p:cNvPr id="29"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 y="1295"/>
              <a:ext cx="952" cy="89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11"/>
            <p:cNvSpPr>
              <a:spLocks noChangeArrowheads="1"/>
            </p:cNvSpPr>
            <p:nvPr/>
          </p:nvSpPr>
          <p:spPr bwMode="auto">
            <a:xfrm>
              <a:off x="476" y="2659"/>
              <a:ext cx="862" cy="317"/>
            </a:xfrm>
            <a:prstGeom prst="chevron">
              <a:avLst>
                <a:gd name="adj" fmla="val 67981"/>
              </a:avLst>
            </a:prstGeom>
            <a:gradFill rotWithShape="1">
              <a:gsLst>
                <a:gs pos="0">
                  <a:schemeClr val="accent1">
                    <a:gamma/>
                    <a:shade val="46275"/>
                    <a:invGamma/>
                  </a:schemeClr>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60’s</a:t>
              </a:r>
            </a:p>
          </p:txBody>
        </p:sp>
        <p:sp>
          <p:nvSpPr>
            <p:cNvPr id="31" name="Text Box 43"/>
            <p:cNvSpPr txBox="1">
              <a:spLocks noChangeArrowheads="1"/>
            </p:cNvSpPr>
            <p:nvPr/>
          </p:nvSpPr>
          <p:spPr bwMode="auto">
            <a:xfrm>
              <a:off x="431" y="3158"/>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软件作坊</a:t>
              </a:r>
            </a:p>
          </p:txBody>
        </p:sp>
      </p:grpSp>
      <p:grpSp>
        <p:nvGrpSpPr>
          <p:cNvPr id="32" name="Group 50"/>
          <p:cNvGrpSpPr>
            <a:grpSpLocks/>
          </p:cNvGrpSpPr>
          <p:nvPr/>
        </p:nvGrpSpPr>
        <p:grpSpPr bwMode="auto">
          <a:xfrm>
            <a:off x="3792146" y="2396632"/>
            <a:ext cx="1801812" cy="3265488"/>
            <a:chOff x="1337" y="1332"/>
            <a:chExt cx="1135" cy="2057"/>
          </a:xfrm>
        </p:grpSpPr>
        <p:pic>
          <p:nvPicPr>
            <p:cNvPr id="33" name="Picture 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9" y="1332"/>
              <a:ext cx="1043" cy="848"/>
            </a:xfrm>
            <a:prstGeom prst="rect">
              <a:avLst/>
            </a:prstGeom>
            <a:noFill/>
            <a:extLst>
              <a:ext uri="{909E8E84-426E-40DD-AFC4-6F175D3DCCD1}">
                <a14:hiddenFill xmlns:a14="http://schemas.microsoft.com/office/drawing/2010/main">
                  <a:solidFill>
                    <a:srgbClr val="FFFFFF"/>
                  </a:solidFill>
                </a14:hiddenFill>
              </a:ext>
            </a:extLst>
          </p:spPr>
        </p:pic>
        <p:sp>
          <p:nvSpPr>
            <p:cNvPr id="34" name="AutoShape 12"/>
            <p:cNvSpPr>
              <a:spLocks noChangeArrowheads="1"/>
            </p:cNvSpPr>
            <p:nvPr/>
          </p:nvSpPr>
          <p:spPr bwMode="auto">
            <a:xfrm>
              <a:off x="1337" y="2659"/>
              <a:ext cx="1134" cy="317"/>
            </a:xfrm>
            <a:prstGeom prst="chevron">
              <a:avLst>
                <a:gd name="adj" fmla="val 89432"/>
              </a:avLst>
            </a:prstGeom>
            <a:gradFill rotWithShape="1">
              <a:gsLst>
                <a:gs pos="0">
                  <a:schemeClr val="accent1">
                    <a:gamma/>
                    <a:shade val="46275"/>
                    <a:invGamma/>
                  </a:schemeClr>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     70’s</a:t>
              </a:r>
            </a:p>
          </p:txBody>
        </p:sp>
        <p:sp>
          <p:nvSpPr>
            <p:cNvPr id="35" name="Text Box 45"/>
            <p:cNvSpPr txBox="1">
              <a:spLocks noChangeArrowheads="1"/>
            </p:cNvSpPr>
            <p:nvPr/>
          </p:nvSpPr>
          <p:spPr bwMode="auto">
            <a:xfrm>
              <a:off x="1429" y="3158"/>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软件危机</a:t>
              </a:r>
            </a:p>
          </p:txBody>
        </p:sp>
      </p:grpSp>
      <p:grpSp>
        <p:nvGrpSpPr>
          <p:cNvPr id="36" name="Group 51"/>
          <p:cNvGrpSpPr>
            <a:grpSpLocks/>
          </p:cNvGrpSpPr>
          <p:nvPr/>
        </p:nvGrpSpPr>
        <p:grpSpPr bwMode="auto">
          <a:xfrm>
            <a:off x="5736833" y="2487120"/>
            <a:ext cx="1800225" cy="3175000"/>
            <a:chOff x="2562" y="1389"/>
            <a:chExt cx="1134" cy="2000"/>
          </a:xfrm>
        </p:grpSpPr>
        <p:pic>
          <p:nvPicPr>
            <p:cNvPr id="37" name="Picture 3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08" y="1389"/>
              <a:ext cx="908" cy="811"/>
            </a:xfrm>
            <a:prstGeom prst="rect">
              <a:avLst/>
            </a:prstGeom>
            <a:noFill/>
            <a:extLst>
              <a:ext uri="{909E8E84-426E-40DD-AFC4-6F175D3DCCD1}">
                <a14:hiddenFill xmlns:a14="http://schemas.microsoft.com/office/drawing/2010/main">
                  <a:solidFill>
                    <a:srgbClr val="FFFFFF"/>
                  </a:solidFill>
                </a14:hiddenFill>
              </a:ext>
            </a:extLst>
          </p:spPr>
        </p:pic>
        <p:sp>
          <p:nvSpPr>
            <p:cNvPr id="38" name="AutoShape 13"/>
            <p:cNvSpPr>
              <a:spLocks noChangeArrowheads="1"/>
            </p:cNvSpPr>
            <p:nvPr/>
          </p:nvSpPr>
          <p:spPr bwMode="auto">
            <a:xfrm>
              <a:off x="2562" y="2659"/>
              <a:ext cx="1134" cy="317"/>
            </a:xfrm>
            <a:prstGeom prst="chevron">
              <a:avLst>
                <a:gd name="adj" fmla="val 89432"/>
              </a:avLst>
            </a:prstGeom>
            <a:gradFill rotWithShape="1">
              <a:gsLst>
                <a:gs pos="0">
                  <a:schemeClr val="accent1">
                    <a:gamma/>
                    <a:shade val="46275"/>
                    <a:invGamma/>
                  </a:schemeClr>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     80’s</a:t>
              </a:r>
            </a:p>
          </p:txBody>
        </p:sp>
        <p:sp>
          <p:nvSpPr>
            <p:cNvPr id="39" name="Text Box 46"/>
            <p:cNvSpPr txBox="1">
              <a:spLocks noChangeArrowheads="1"/>
            </p:cNvSpPr>
            <p:nvPr/>
          </p:nvSpPr>
          <p:spPr bwMode="auto">
            <a:xfrm>
              <a:off x="2699" y="3158"/>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软件工程</a:t>
              </a:r>
            </a:p>
          </p:txBody>
        </p:sp>
      </p:grpSp>
      <p:grpSp>
        <p:nvGrpSpPr>
          <p:cNvPr id="40" name="Group 52"/>
          <p:cNvGrpSpPr>
            <a:grpSpLocks/>
          </p:cNvGrpSpPr>
          <p:nvPr/>
        </p:nvGrpSpPr>
        <p:grpSpPr bwMode="auto">
          <a:xfrm>
            <a:off x="7394183" y="2558557"/>
            <a:ext cx="1582738" cy="3103563"/>
            <a:chOff x="3606" y="1434"/>
            <a:chExt cx="997" cy="1955"/>
          </a:xfrm>
        </p:grpSpPr>
        <p:sp>
          <p:nvSpPr>
            <p:cNvPr id="41" name="AutoShape 14"/>
            <p:cNvSpPr>
              <a:spLocks noChangeArrowheads="1"/>
            </p:cNvSpPr>
            <p:nvPr/>
          </p:nvSpPr>
          <p:spPr bwMode="auto">
            <a:xfrm>
              <a:off x="3741" y="2659"/>
              <a:ext cx="862" cy="317"/>
            </a:xfrm>
            <a:prstGeom prst="chevron">
              <a:avLst>
                <a:gd name="adj" fmla="val 67981"/>
              </a:avLst>
            </a:prstGeom>
            <a:gradFill rotWithShape="1">
              <a:gsLst>
                <a:gs pos="0">
                  <a:schemeClr val="accent1">
                    <a:gamma/>
                    <a:shade val="46275"/>
                    <a:invGamma/>
                  </a:schemeClr>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90’s</a:t>
              </a:r>
            </a:p>
          </p:txBody>
        </p:sp>
        <p:pic>
          <p:nvPicPr>
            <p:cNvPr id="42" name="Picture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6" y="1434"/>
              <a:ext cx="953" cy="759"/>
            </a:xfrm>
            <a:prstGeom prst="rect">
              <a:avLst/>
            </a:prstGeom>
            <a:noFill/>
            <a:extLst>
              <a:ext uri="{909E8E84-426E-40DD-AFC4-6F175D3DCCD1}">
                <a14:hiddenFill xmlns:a14="http://schemas.microsoft.com/office/drawing/2010/main">
                  <a:solidFill>
                    <a:srgbClr val="FFFFFF"/>
                  </a:solidFill>
                </a14:hiddenFill>
              </a:ext>
            </a:extLst>
          </p:spPr>
        </p:pic>
        <p:sp>
          <p:nvSpPr>
            <p:cNvPr id="43" name="Text Box 47"/>
            <p:cNvSpPr txBox="1">
              <a:spLocks noChangeArrowheads="1"/>
            </p:cNvSpPr>
            <p:nvPr/>
          </p:nvSpPr>
          <p:spPr bwMode="auto">
            <a:xfrm>
              <a:off x="3742" y="3158"/>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重型过程</a:t>
              </a:r>
            </a:p>
          </p:txBody>
        </p:sp>
      </p:grpSp>
      <p:grpSp>
        <p:nvGrpSpPr>
          <p:cNvPr id="44" name="Group 53"/>
          <p:cNvGrpSpPr>
            <a:grpSpLocks/>
          </p:cNvGrpSpPr>
          <p:nvPr/>
        </p:nvGrpSpPr>
        <p:grpSpPr bwMode="auto">
          <a:xfrm>
            <a:off x="8978508" y="2487120"/>
            <a:ext cx="1655763" cy="3175000"/>
            <a:chOff x="4604" y="1389"/>
            <a:chExt cx="1043" cy="2000"/>
          </a:xfrm>
        </p:grpSpPr>
        <p:sp>
          <p:nvSpPr>
            <p:cNvPr id="45" name="AutoShape 36"/>
            <p:cNvSpPr>
              <a:spLocks noChangeArrowheads="1"/>
            </p:cNvSpPr>
            <p:nvPr/>
          </p:nvSpPr>
          <p:spPr bwMode="auto">
            <a:xfrm>
              <a:off x="4739" y="2659"/>
              <a:ext cx="862" cy="317"/>
            </a:xfrm>
            <a:prstGeom prst="chevron">
              <a:avLst>
                <a:gd name="adj" fmla="val 67981"/>
              </a:avLst>
            </a:prstGeom>
            <a:gradFill rotWithShape="1">
              <a:gsLst>
                <a:gs pos="0">
                  <a:schemeClr val="accent1">
                    <a:gamma/>
                    <a:shade val="46275"/>
                    <a:invGamma/>
                  </a:schemeClr>
                </a:gs>
                <a:gs pos="100000">
                  <a:schemeClr val="accent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t>20xx</a:t>
              </a:r>
            </a:p>
          </p:txBody>
        </p:sp>
        <p:pic>
          <p:nvPicPr>
            <p:cNvPr id="46" name="Picture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4" y="1389"/>
              <a:ext cx="1043" cy="837"/>
            </a:xfrm>
            <a:prstGeom prst="rect">
              <a:avLst/>
            </a:prstGeom>
            <a:noFill/>
            <a:extLst>
              <a:ext uri="{909E8E84-426E-40DD-AFC4-6F175D3DCCD1}">
                <a14:hiddenFill xmlns:a14="http://schemas.microsoft.com/office/drawing/2010/main">
                  <a:solidFill>
                    <a:srgbClr val="FFFFFF"/>
                  </a:solidFill>
                </a14:hiddenFill>
              </a:ext>
            </a:extLst>
          </p:spPr>
        </p:pic>
        <p:sp>
          <p:nvSpPr>
            <p:cNvPr id="47" name="Text Box 48"/>
            <p:cNvSpPr txBox="1">
              <a:spLocks noChangeArrowheads="1"/>
            </p:cNvSpPr>
            <p:nvPr/>
          </p:nvSpPr>
          <p:spPr bwMode="auto">
            <a:xfrm>
              <a:off x="4740" y="3158"/>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敏捷</a:t>
              </a:r>
            </a:p>
          </p:txBody>
        </p:sp>
      </p:grpSp>
    </p:spTree>
    <p:extLst>
      <p:ext uri="{BB962C8B-B14F-4D97-AF65-F5344CB8AC3E}">
        <p14:creationId xmlns:p14="http://schemas.microsoft.com/office/powerpoint/2010/main" val="96422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1000" fill="hold"/>
                                        <p:tgtEl>
                                          <p:spTgt spid="28"/>
                                        </p:tgtEl>
                                        <p:attrNameLst>
                                          <p:attrName>ppt_x</p:attrName>
                                        </p:attrNameLst>
                                      </p:cBhvr>
                                      <p:tavLst>
                                        <p:tav tm="0">
                                          <p:val>
                                            <p:strVal val="#ppt_x-.2"/>
                                          </p:val>
                                        </p:tav>
                                        <p:tav tm="100000">
                                          <p:val>
                                            <p:strVal val="#ppt_x"/>
                                          </p:val>
                                        </p:tav>
                                      </p:tavLst>
                                    </p:anim>
                                    <p:anim calcmode="lin" valueType="num">
                                      <p:cBhvr>
                                        <p:cTn id="8" dur="1000" fill="hold"/>
                                        <p:tgtEl>
                                          <p:spTgt spid="28"/>
                                        </p:tgtEl>
                                        <p:attrNameLst>
                                          <p:attrName>ppt_y</p:attrName>
                                        </p:attrNameLst>
                                      </p:cBhvr>
                                      <p:tavLst>
                                        <p:tav tm="0">
                                          <p:val>
                                            <p:strVal val="#ppt_y"/>
                                          </p:val>
                                        </p:tav>
                                        <p:tav tm="100000">
                                          <p:val>
                                            <p:strVal val="#ppt_y"/>
                                          </p:val>
                                        </p:tav>
                                      </p:tavLst>
                                    </p:anim>
                                    <p:animEffect transition="in" filter="wipe(right)" prLst="gradientSize: 0.1">
                                      <p:cBhvr>
                                        <p:cTn id="9" dur="1000"/>
                                        <p:tgtEl>
                                          <p:spTgt spid="28"/>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p:cTn id="14" dur="1000" fill="hold"/>
                                        <p:tgtEl>
                                          <p:spTgt spid="32"/>
                                        </p:tgtEl>
                                        <p:attrNameLst>
                                          <p:attrName>ppt_x</p:attrName>
                                        </p:attrNameLst>
                                      </p:cBhvr>
                                      <p:tavLst>
                                        <p:tav tm="0">
                                          <p:val>
                                            <p:strVal val="#ppt_x-.2"/>
                                          </p:val>
                                        </p:tav>
                                        <p:tav tm="100000">
                                          <p:val>
                                            <p:strVal val="#ppt_x"/>
                                          </p:val>
                                        </p:tav>
                                      </p:tavLst>
                                    </p:anim>
                                    <p:anim calcmode="lin" valueType="num">
                                      <p:cBhvr>
                                        <p:cTn id="15" dur="1000" fill="hold"/>
                                        <p:tgtEl>
                                          <p:spTgt spid="32"/>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p:cTn id="21" dur="1000" fill="hold"/>
                                        <p:tgtEl>
                                          <p:spTgt spid="36"/>
                                        </p:tgtEl>
                                        <p:attrNameLst>
                                          <p:attrName>ppt_x</p:attrName>
                                        </p:attrNameLst>
                                      </p:cBhvr>
                                      <p:tavLst>
                                        <p:tav tm="0">
                                          <p:val>
                                            <p:strVal val="#ppt_x-.2"/>
                                          </p:val>
                                        </p:tav>
                                        <p:tav tm="100000">
                                          <p:val>
                                            <p:strVal val="#ppt_x"/>
                                          </p:val>
                                        </p:tav>
                                      </p:tavLst>
                                    </p:anim>
                                    <p:anim calcmode="lin" valueType="num">
                                      <p:cBhvr>
                                        <p:cTn id="22" dur="1000" fill="hold"/>
                                        <p:tgtEl>
                                          <p:spTgt spid="36"/>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6"/>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p:cTn id="28" dur="1000" fill="hold"/>
                                        <p:tgtEl>
                                          <p:spTgt spid="40"/>
                                        </p:tgtEl>
                                        <p:attrNameLst>
                                          <p:attrName>ppt_x</p:attrName>
                                        </p:attrNameLst>
                                      </p:cBhvr>
                                      <p:tavLst>
                                        <p:tav tm="0">
                                          <p:val>
                                            <p:strVal val="#ppt_x-.2"/>
                                          </p:val>
                                        </p:tav>
                                        <p:tav tm="100000">
                                          <p:val>
                                            <p:strVal val="#ppt_x"/>
                                          </p:val>
                                        </p:tav>
                                      </p:tavLst>
                                    </p:anim>
                                    <p:anim calcmode="lin" valueType="num">
                                      <p:cBhvr>
                                        <p:cTn id="29" dur="1000" fill="hold"/>
                                        <p:tgtEl>
                                          <p:spTgt spid="40"/>
                                        </p:tgtEl>
                                        <p:attrNameLst>
                                          <p:attrName>ppt_y</p:attrName>
                                        </p:attrNameLst>
                                      </p:cBhvr>
                                      <p:tavLst>
                                        <p:tav tm="0">
                                          <p:val>
                                            <p:strVal val="#ppt_y"/>
                                          </p:val>
                                        </p:tav>
                                        <p:tav tm="100000">
                                          <p:val>
                                            <p:strVal val="#ppt_y"/>
                                          </p:val>
                                        </p:tav>
                                      </p:tavLst>
                                    </p:anim>
                                    <p:animEffect transition="in" filter="wipe(right)" prLst="gradientSize: 0.1">
                                      <p:cBhvr>
                                        <p:cTn id="30" dur="1000"/>
                                        <p:tgtEl>
                                          <p:spTgt spid="40"/>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p:cTn id="35" dur="1000" fill="hold"/>
                                        <p:tgtEl>
                                          <p:spTgt spid="44"/>
                                        </p:tgtEl>
                                        <p:attrNameLst>
                                          <p:attrName>ppt_x</p:attrName>
                                        </p:attrNameLst>
                                      </p:cBhvr>
                                      <p:tavLst>
                                        <p:tav tm="0">
                                          <p:val>
                                            <p:strVal val="#ppt_x-.2"/>
                                          </p:val>
                                        </p:tav>
                                        <p:tav tm="100000">
                                          <p:val>
                                            <p:strVal val="#ppt_x"/>
                                          </p:val>
                                        </p:tav>
                                      </p:tavLst>
                                    </p:anim>
                                    <p:anim calcmode="lin" valueType="num">
                                      <p:cBhvr>
                                        <p:cTn id="36" dur="10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37"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3" name="文本框 2"/>
          <p:cNvSpPr txBox="1"/>
          <p:nvPr/>
        </p:nvSpPr>
        <p:spPr>
          <a:xfrm>
            <a:off x="5239007" y="949596"/>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为什么要敏捷</a:t>
            </a:r>
          </a:p>
        </p:txBody>
      </p:sp>
      <p:pic>
        <p:nvPicPr>
          <p:cNvPr id="4" name="Picture 4" descr="http://www.imphper.cn/upload/cC5ibG9nLmNzZG4ubmV0L2ltYWdlcy9wX2Jsb2dfY3Nkbl9uZXQvUG9pbnRlcl92LzEuZ2lm.gif"/>
          <p:cNvPicPr>
            <a:picLocks noChangeAspect="1" noChangeArrowheads="1"/>
          </p:cNvPicPr>
          <p:nvPr/>
        </p:nvPicPr>
        <p:blipFill>
          <a:blip r:embed="rId2"/>
          <a:srcRect/>
          <a:stretch>
            <a:fillRect/>
          </a:stretch>
        </p:blipFill>
        <p:spPr bwMode="auto">
          <a:xfrm>
            <a:off x="2172946" y="1605846"/>
            <a:ext cx="3405215" cy="3581398"/>
          </a:xfrm>
          <a:prstGeom prst="rect">
            <a:avLst/>
          </a:prstGeom>
          <a:noFill/>
        </p:spPr>
      </p:pic>
      <p:pic>
        <p:nvPicPr>
          <p:cNvPr id="5" name="Picture 6" descr="http://read.pudn.com/downloads51/doc/project/175449/%E8%82%A1%E7%A5%A8%E4%BA%A4%E6%98%93%E7%B3%BB%E7%BB%9F/temp/%E6%88%AA%E5%9B%BE/%E7%94%A8%E4%BE%8B%E5%9B%BEnew__.jpg"/>
          <p:cNvPicPr>
            <a:picLocks noChangeAspect="1" noChangeArrowheads="1"/>
          </p:cNvPicPr>
          <p:nvPr/>
        </p:nvPicPr>
        <p:blipFill>
          <a:blip r:embed="rId3"/>
          <a:srcRect/>
          <a:stretch>
            <a:fillRect/>
          </a:stretch>
        </p:blipFill>
        <p:spPr bwMode="auto">
          <a:xfrm>
            <a:off x="7173606" y="1605846"/>
            <a:ext cx="3000396" cy="4086226"/>
          </a:xfrm>
          <a:prstGeom prst="rect">
            <a:avLst/>
          </a:prstGeom>
          <a:noFill/>
        </p:spPr>
      </p:pic>
      <p:sp>
        <p:nvSpPr>
          <p:cNvPr id="6" name="右箭头 5"/>
          <p:cNvSpPr/>
          <p:nvPr/>
        </p:nvSpPr>
        <p:spPr bwMode="auto">
          <a:xfrm>
            <a:off x="5673408" y="2891730"/>
            <a:ext cx="1500198" cy="733663"/>
          </a:xfrm>
          <a:prstGeom prst="rightArrow">
            <a:avLst/>
          </a:prstGeom>
          <a:solidFill>
            <a:srgbClr val="92D050"/>
          </a:solidFill>
          <a:ln w="12700" cap="sq"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a typeface="宋体" pitchFamily="2" charset="-122"/>
            </a:endParaRPr>
          </a:p>
        </p:txBody>
      </p:sp>
      <p:sp>
        <p:nvSpPr>
          <p:cNvPr id="7" name="爆炸形 2 6"/>
          <p:cNvSpPr>
            <a:spLocks noChangeArrowheads="1"/>
          </p:cNvSpPr>
          <p:nvPr/>
        </p:nvSpPr>
        <p:spPr bwMode="auto">
          <a:xfrm>
            <a:off x="2744450" y="3606110"/>
            <a:ext cx="6143625" cy="1285875"/>
          </a:xfrm>
          <a:prstGeom prst="irregularSeal2">
            <a:avLst/>
          </a:prstGeom>
          <a:solidFill>
            <a:srgbClr val="FF9900"/>
          </a:solidFill>
          <a:ln w="9525" algn="ctr">
            <a:solidFill>
              <a:schemeClr val="tx1"/>
            </a:solidFill>
            <a:round/>
            <a:headEnd/>
            <a:tailEnd/>
          </a:ln>
        </p:spPr>
        <p:txBody>
          <a:bodyPr wrap="none" anchor="ctr"/>
          <a:lstStyle/>
          <a:p>
            <a:pPr algn="ctr"/>
            <a:r>
              <a:rPr lang="zh-CN" altLang="en-US" b="0" dirty="0">
                <a:solidFill>
                  <a:schemeClr val="bg1"/>
                </a:solidFill>
                <a:latin typeface="黑体" pitchFamily="2" charset="-122"/>
                <a:ea typeface="黑体" pitchFamily="2" charset="-122"/>
              </a:rPr>
              <a:t>需求经常在变化</a:t>
            </a:r>
          </a:p>
        </p:txBody>
      </p:sp>
    </p:spTree>
    <p:extLst>
      <p:ext uri="{BB962C8B-B14F-4D97-AF65-F5344CB8AC3E}">
        <p14:creationId xmlns:p14="http://schemas.microsoft.com/office/powerpoint/2010/main" val="366731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pic>
        <p:nvPicPr>
          <p:cNvPr id="3" name="Picture 5" descr="需求误解"/>
          <p:cNvPicPr>
            <a:picLocks noChangeAspect="1" noChangeArrowheads="1"/>
          </p:cNvPicPr>
          <p:nvPr/>
        </p:nvPicPr>
        <p:blipFill>
          <a:blip r:embed="rId2"/>
          <a:srcRect/>
          <a:stretch>
            <a:fillRect/>
          </a:stretch>
        </p:blipFill>
        <p:spPr bwMode="auto">
          <a:xfrm>
            <a:off x="3015583" y="1395668"/>
            <a:ext cx="7315200" cy="5214973"/>
          </a:xfrm>
          <a:prstGeom prst="rect">
            <a:avLst/>
          </a:prstGeom>
          <a:noFill/>
        </p:spPr>
      </p:pic>
      <p:sp>
        <p:nvSpPr>
          <p:cNvPr id="4" name="爆炸形 2 6"/>
          <p:cNvSpPr>
            <a:spLocks noChangeArrowheads="1"/>
          </p:cNvSpPr>
          <p:nvPr/>
        </p:nvSpPr>
        <p:spPr bwMode="auto">
          <a:xfrm>
            <a:off x="3872839" y="3324493"/>
            <a:ext cx="6143625" cy="1285875"/>
          </a:xfrm>
          <a:prstGeom prst="irregularSeal2">
            <a:avLst/>
          </a:prstGeom>
          <a:solidFill>
            <a:srgbClr val="FF9900"/>
          </a:solidFill>
          <a:ln w="9525" algn="ctr">
            <a:solidFill>
              <a:schemeClr val="tx1"/>
            </a:solidFill>
            <a:round/>
            <a:headEnd/>
            <a:tailEnd/>
          </a:ln>
        </p:spPr>
        <p:txBody>
          <a:bodyPr wrap="none" anchor="ctr"/>
          <a:lstStyle/>
          <a:p>
            <a:pPr algn="ctr"/>
            <a:r>
              <a:rPr lang="zh-CN" altLang="en-US" b="0" dirty="0">
                <a:solidFill>
                  <a:schemeClr val="bg1"/>
                </a:solidFill>
                <a:latin typeface="黑体" pitchFamily="2" charset="-122"/>
                <a:ea typeface="黑体" pitchFamily="2" charset="-122"/>
              </a:rPr>
              <a:t>需求失真</a:t>
            </a:r>
          </a:p>
        </p:txBody>
      </p:sp>
      <p:sp>
        <p:nvSpPr>
          <p:cNvPr id="5" name="文本框 4"/>
          <p:cNvSpPr txBox="1"/>
          <p:nvPr/>
        </p:nvSpPr>
        <p:spPr>
          <a:xfrm>
            <a:off x="5775100" y="872448"/>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为什么要敏捷</a:t>
            </a:r>
          </a:p>
        </p:txBody>
      </p:sp>
    </p:spTree>
    <p:extLst>
      <p:ext uri="{BB962C8B-B14F-4D97-AF65-F5344CB8AC3E}">
        <p14:creationId xmlns:p14="http://schemas.microsoft.com/office/powerpoint/2010/main" val="10151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pic>
        <p:nvPicPr>
          <p:cNvPr id="3" name="Picture 2" descr="http://pic2.nipic.com/20090408/1504537_233846013_2.jpg"/>
          <p:cNvPicPr>
            <a:picLocks noChangeAspect="1" noChangeArrowheads="1"/>
          </p:cNvPicPr>
          <p:nvPr/>
        </p:nvPicPr>
        <p:blipFill>
          <a:blip r:embed="rId2"/>
          <a:srcRect/>
          <a:stretch>
            <a:fillRect/>
          </a:stretch>
        </p:blipFill>
        <p:spPr bwMode="auto">
          <a:xfrm>
            <a:off x="3198732" y="2147696"/>
            <a:ext cx="5715000" cy="3838576"/>
          </a:xfrm>
          <a:prstGeom prst="rect">
            <a:avLst/>
          </a:prstGeom>
          <a:noFill/>
        </p:spPr>
      </p:pic>
      <p:sp>
        <p:nvSpPr>
          <p:cNvPr id="4" name="椭圆形标注 3"/>
          <p:cNvSpPr/>
          <p:nvPr/>
        </p:nvSpPr>
        <p:spPr bwMode="auto">
          <a:xfrm>
            <a:off x="2841542" y="2076258"/>
            <a:ext cx="2143140" cy="735747"/>
          </a:xfrm>
          <a:prstGeom prst="wedgeEllipseCallout">
            <a:avLst>
              <a:gd name="adj1" fmla="val 109805"/>
              <a:gd name="adj2" fmla="val 96929"/>
            </a:avLst>
          </a:prstGeom>
          <a:solidFill>
            <a:srgbClr val="92D050"/>
          </a:solidFill>
          <a:ln w="12700" cap="sq"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bg1"/>
                </a:solidFill>
                <a:effectLst/>
                <a:latin typeface="Arial" charset="0"/>
                <a:ea typeface="宋体" pitchFamily="2" charset="-122"/>
              </a:rPr>
              <a:t>kickoff</a:t>
            </a:r>
            <a:endParaRPr kumimoji="0" lang="zh-CN" altLang="en-US" sz="2800" b="0" i="0" u="none" strike="noStrike" cap="none" normalizeH="0" baseline="0" dirty="0">
              <a:ln>
                <a:noFill/>
              </a:ln>
              <a:solidFill>
                <a:schemeClr val="bg1"/>
              </a:solidFill>
              <a:effectLst/>
              <a:latin typeface="Arial" charset="0"/>
              <a:ea typeface="宋体" pitchFamily="2" charset="-122"/>
            </a:endParaRPr>
          </a:p>
        </p:txBody>
      </p:sp>
      <p:sp>
        <p:nvSpPr>
          <p:cNvPr id="5" name="爆炸形 2 6"/>
          <p:cNvSpPr>
            <a:spLocks noChangeArrowheads="1"/>
          </p:cNvSpPr>
          <p:nvPr/>
        </p:nvSpPr>
        <p:spPr bwMode="auto">
          <a:xfrm>
            <a:off x="3555922" y="4005084"/>
            <a:ext cx="6143625" cy="1285875"/>
          </a:xfrm>
          <a:prstGeom prst="irregularSeal2">
            <a:avLst/>
          </a:prstGeom>
          <a:solidFill>
            <a:srgbClr val="FF9900"/>
          </a:solidFill>
          <a:ln w="9525" algn="ctr">
            <a:solidFill>
              <a:schemeClr val="tx1"/>
            </a:solidFill>
            <a:round/>
            <a:headEnd/>
            <a:tailEnd/>
          </a:ln>
        </p:spPr>
        <p:txBody>
          <a:bodyPr wrap="none" anchor="ctr"/>
          <a:lstStyle/>
          <a:p>
            <a:pPr algn="ctr"/>
            <a:r>
              <a:rPr lang="zh-CN" altLang="en-US" b="0" dirty="0">
                <a:solidFill>
                  <a:schemeClr val="bg1"/>
                </a:solidFill>
                <a:latin typeface="黑体" pitchFamily="2" charset="-122"/>
                <a:ea typeface="黑体" pitchFamily="2" charset="-122"/>
              </a:rPr>
              <a:t>没有足够的时间</a:t>
            </a:r>
          </a:p>
        </p:txBody>
      </p:sp>
      <p:sp>
        <p:nvSpPr>
          <p:cNvPr id="6" name="椭圆形标注 5"/>
          <p:cNvSpPr/>
          <p:nvPr/>
        </p:nvSpPr>
        <p:spPr bwMode="auto">
          <a:xfrm>
            <a:off x="7494536" y="2800162"/>
            <a:ext cx="2143140" cy="735747"/>
          </a:xfrm>
          <a:prstGeom prst="wedgeEllipseCallout">
            <a:avLst>
              <a:gd name="adj1" fmla="val -92091"/>
              <a:gd name="adj2" fmla="val 146898"/>
            </a:avLst>
          </a:prstGeom>
          <a:solidFill>
            <a:srgbClr val="92D050"/>
          </a:solidFill>
          <a:ln w="12700" cap="sq"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bg1"/>
                </a:solidFill>
                <a:effectLst/>
                <a:latin typeface="Arial" charset="0"/>
                <a:ea typeface="宋体" pitchFamily="2" charset="-122"/>
              </a:rPr>
              <a:t>发布</a:t>
            </a:r>
          </a:p>
        </p:txBody>
      </p:sp>
      <p:sp>
        <p:nvSpPr>
          <p:cNvPr id="7" name="文本框 6"/>
          <p:cNvSpPr txBox="1"/>
          <p:nvPr/>
        </p:nvSpPr>
        <p:spPr>
          <a:xfrm>
            <a:off x="5155434" y="1036633"/>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为什么要敏捷</a:t>
            </a:r>
          </a:p>
        </p:txBody>
      </p:sp>
    </p:spTree>
    <p:extLst>
      <p:ext uri="{BB962C8B-B14F-4D97-AF65-F5344CB8AC3E}">
        <p14:creationId xmlns:p14="http://schemas.microsoft.com/office/powerpoint/2010/main" val="224154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pic>
        <p:nvPicPr>
          <p:cNvPr id="3" name="Picture 2"/>
          <p:cNvPicPr>
            <a:picLocks noChangeAspect="1" noChangeArrowheads="1"/>
          </p:cNvPicPr>
          <p:nvPr/>
        </p:nvPicPr>
        <p:blipFill>
          <a:blip r:embed="rId2"/>
          <a:srcRect/>
          <a:stretch>
            <a:fillRect/>
          </a:stretch>
        </p:blipFill>
        <p:spPr bwMode="auto">
          <a:xfrm>
            <a:off x="3390121" y="1820468"/>
            <a:ext cx="6279934" cy="3286148"/>
          </a:xfrm>
          <a:prstGeom prst="rect">
            <a:avLst/>
          </a:prstGeom>
          <a:noFill/>
          <a:ln w="9525">
            <a:noFill/>
            <a:miter lim="800000"/>
            <a:headEnd/>
            <a:tailEnd/>
          </a:ln>
        </p:spPr>
      </p:pic>
      <p:sp>
        <p:nvSpPr>
          <p:cNvPr id="4" name="爆炸形 2 6"/>
          <p:cNvSpPr>
            <a:spLocks noChangeArrowheads="1"/>
          </p:cNvSpPr>
          <p:nvPr/>
        </p:nvSpPr>
        <p:spPr bwMode="auto">
          <a:xfrm>
            <a:off x="3669631" y="5164838"/>
            <a:ext cx="6143625" cy="1285875"/>
          </a:xfrm>
          <a:prstGeom prst="irregularSeal2">
            <a:avLst/>
          </a:prstGeom>
          <a:solidFill>
            <a:srgbClr val="FF9900"/>
          </a:solidFill>
          <a:ln w="9525" algn="ctr">
            <a:solidFill>
              <a:schemeClr val="tx1"/>
            </a:solidFill>
            <a:round/>
            <a:headEnd/>
            <a:tailEnd/>
          </a:ln>
        </p:spPr>
        <p:txBody>
          <a:bodyPr wrap="none" anchor="ctr"/>
          <a:lstStyle/>
          <a:p>
            <a:pPr algn="ctr"/>
            <a:r>
              <a:rPr lang="zh-CN" altLang="en-US" b="0" dirty="0">
                <a:solidFill>
                  <a:schemeClr val="bg1"/>
                </a:solidFill>
                <a:latin typeface="黑体" pitchFamily="2" charset="-122"/>
                <a:ea typeface="黑体" pitchFamily="2" charset="-122"/>
              </a:rPr>
              <a:t>尽早测试、提高产品的质量</a:t>
            </a:r>
          </a:p>
        </p:txBody>
      </p:sp>
      <p:sp>
        <p:nvSpPr>
          <p:cNvPr id="5" name="文本框 4"/>
          <p:cNvSpPr txBox="1"/>
          <p:nvPr/>
        </p:nvSpPr>
        <p:spPr>
          <a:xfrm>
            <a:off x="5571893" y="738395"/>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为什么要敏捷</a:t>
            </a:r>
          </a:p>
        </p:txBody>
      </p:sp>
    </p:spTree>
    <p:extLst>
      <p:ext uri="{BB962C8B-B14F-4D97-AF65-F5344CB8AC3E}">
        <p14:creationId xmlns:p14="http://schemas.microsoft.com/office/powerpoint/2010/main" val="183992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3" name="文本框 2"/>
          <p:cNvSpPr txBox="1"/>
          <p:nvPr/>
        </p:nvSpPr>
        <p:spPr>
          <a:xfrm>
            <a:off x="5372717" y="837456"/>
            <a:ext cx="1980029"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快鱼吃慢鱼</a:t>
            </a:r>
          </a:p>
        </p:txBody>
      </p:sp>
      <p:sp>
        <p:nvSpPr>
          <p:cNvPr id="4" name="内容占位符 2"/>
          <p:cNvSpPr>
            <a:spLocks noGrp="1"/>
          </p:cNvSpPr>
          <p:nvPr>
            <p:ph idx="1"/>
          </p:nvPr>
        </p:nvSpPr>
        <p:spPr>
          <a:xfrm>
            <a:off x="2187703" y="1192759"/>
            <a:ext cx="8229600" cy="4686320"/>
          </a:xfrm>
        </p:spPr>
        <p:txBody>
          <a:bodyPr/>
          <a:lstStyle/>
          <a:p>
            <a:r>
              <a:rPr lang="en-US" altLang="zh-CN" dirty="0"/>
              <a:t>Google vs. Microsoft</a:t>
            </a:r>
          </a:p>
          <a:p>
            <a:r>
              <a:rPr lang="en-US" altLang="zh-CN" dirty="0"/>
              <a:t>Apple vs. Nokia</a:t>
            </a:r>
          </a:p>
          <a:p>
            <a:r>
              <a:rPr lang="en-US" altLang="zh-CN" dirty="0"/>
              <a:t>……</a:t>
            </a:r>
            <a:endParaRPr lang="zh-CN" altLang="en-US" dirty="0"/>
          </a:p>
        </p:txBody>
      </p:sp>
      <p:pic>
        <p:nvPicPr>
          <p:cNvPr id="5" name="Picture 5" descr="six sho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0412" y="1360676"/>
            <a:ext cx="3626891" cy="5033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0152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4" name="Rectangle 8"/>
          <p:cNvSpPr>
            <a:spLocks noGrp="1" noRot="1" noChangeArrowheads="1"/>
          </p:cNvSpPr>
          <p:nvPr>
            <p:ph idx="1"/>
          </p:nvPr>
        </p:nvSpPr>
        <p:spPr>
          <a:xfrm>
            <a:off x="2316619" y="2582123"/>
            <a:ext cx="7621613" cy="587365"/>
          </a:xfrm>
        </p:spPr>
        <p:txBody>
          <a:bodyPr>
            <a:normAutofit/>
          </a:bodyPr>
          <a:lstStyle/>
          <a:p>
            <a:pPr>
              <a:buNone/>
            </a:pPr>
            <a:r>
              <a:rPr lang="zh-CN" altLang="en-US" dirty="0"/>
              <a:t>敏捷开发</a:t>
            </a:r>
            <a:r>
              <a:rPr lang="en-US" altLang="zh-CN" dirty="0"/>
              <a:t>“</a:t>
            </a:r>
            <a:r>
              <a:rPr lang="zh-CN" altLang="en-US" dirty="0"/>
              <a:t>前</a:t>
            </a:r>
            <a:r>
              <a:rPr lang="en-US" altLang="zh-CN" dirty="0"/>
              <a:t>”</a:t>
            </a:r>
            <a:r>
              <a:rPr lang="zh-CN" altLang="en-US" dirty="0"/>
              <a:t>的产品开发过程（瀑布模型）</a:t>
            </a:r>
          </a:p>
        </p:txBody>
      </p:sp>
      <p:pic>
        <p:nvPicPr>
          <p:cNvPr id="5" name="Picture 7" descr="C:\Documents and Settings\zongmin.xuzm\Local Settings\Temp\CyberArticle\51_files\a069f28a-6cb8-451a-9cf0-33a93e9e06b6[1].gif"/>
          <p:cNvPicPr>
            <a:picLocks noChangeAspect="1" noChangeArrowheads="1"/>
          </p:cNvPicPr>
          <p:nvPr/>
        </p:nvPicPr>
        <p:blipFill>
          <a:blip r:embed="rId2"/>
          <a:srcRect/>
          <a:stretch>
            <a:fillRect/>
          </a:stretch>
        </p:blipFill>
        <p:spPr bwMode="auto">
          <a:xfrm>
            <a:off x="2388057" y="3312364"/>
            <a:ext cx="6715172" cy="2643206"/>
          </a:xfrm>
          <a:prstGeom prst="rect">
            <a:avLst/>
          </a:prstGeom>
          <a:noFill/>
        </p:spPr>
      </p:pic>
      <p:sp>
        <p:nvSpPr>
          <p:cNvPr id="6" name="文本框 5"/>
          <p:cNvSpPr txBox="1"/>
          <p:nvPr/>
        </p:nvSpPr>
        <p:spPr>
          <a:xfrm>
            <a:off x="3380139" y="1837203"/>
            <a:ext cx="521168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敏捷开发与传统开发流程的对比</a:t>
            </a:r>
          </a:p>
        </p:txBody>
      </p:sp>
    </p:spTree>
    <p:extLst>
      <p:ext uri="{BB962C8B-B14F-4D97-AF65-F5344CB8AC3E}">
        <p14:creationId xmlns:p14="http://schemas.microsoft.com/office/powerpoint/2010/main" val="30497070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3" name="Rectangle 8"/>
          <p:cNvSpPr>
            <a:spLocks noGrp="1" noRot="1" noChangeArrowheads="1"/>
          </p:cNvSpPr>
          <p:nvPr>
            <p:ph idx="1"/>
          </p:nvPr>
        </p:nvSpPr>
        <p:spPr>
          <a:xfrm>
            <a:off x="2968470" y="1742590"/>
            <a:ext cx="7621613" cy="587365"/>
          </a:xfrm>
        </p:spPr>
        <p:txBody>
          <a:bodyPr>
            <a:normAutofit/>
          </a:bodyPr>
          <a:lstStyle/>
          <a:p>
            <a:pPr>
              <a:buNone/>
            </a:pPr>
            <a:r>
              <a:rPr lang="zh-CN" altLang="en-US" dirty="0"/>
              <a:t>敏捷开发</a:t>
            </a:r>
            <a:r>
              <a:rPr lang="en-US" altLang="zh-CN" dirty="0"/>
              <a:t>“</a:t>
            </a:r>
            <a:r>
              <a:rPr lang="zh-CN" altLang="en-US" dirty="0"/>
              <a:t>后</a:t>
            </a:r>
            <a:r>
              <a:rPr lang="en-US" altLang="zh-CN" dirty="0"/>
              <a:t>”</a:t>
            </a:r>
            <a:r>
              <a:rPr lang="zh-CN" altLang="en-US" dirty="0"/>
              <a:t>的产品开发过程（迭代模型）</a:t>
            </a:r>
          </a:p>
        </p:txBody>
      </p:sp>
      <p:pic>
        <p:nvPicPr>
          <p:cNvPr id="4" name="Picture 2" descr="C:\Documents and Settings\zongmin.xuzm\Local Settings\Temp\CyberArticle\51_files\3560a769-e6a1-48a0-9dbc-798a5efe614c[1].gif"/>
          <p:cNvPicPr>
            <a:picLocks noChangeAspect="1" noChangeArrowheads="1"/>
          </p:cNvPicPr>
          <p:nvPr/>
        </p:nvPicPr>
        <p:blipFill>
          <a:blip r:embed="rId2"/>
          <a:srcRect/>
          <a:stretch>
            <a:fillRect/>
          </a:stretch>
        </p:blipFill>
        <p:spPr bwMode="auto">
          <a:xfrm>
            <a:off x="2968470" y="2329955"/>
            <a:ext cx="6858048" cy="3071834"/>
          </a:xfrm>
          <a:prstGeom prst="rect">
            <a:avLst/>
          </a:prstGeom>
          <a:noFill/>
        </p:spPr>
      </p:pic>
      <p:sp>
        <p:nvSpPr>
          <p:cNvPr id="5" name="文本框 4"/>
          <p:cNvSpPr txBox="1"/>
          <p:nvPr/>
        </p:nvSpPr>
        <p:spPr>
          <a:xfrm>
            <a:off x="4031990" y="977123"/>
            <a:ext cx="5211683"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敏捷开发与传统开发流程的对比</a:t>
            </a:r>
          </a:p>
        </p:txBody>
      </p:sp>
    </p:spTree>
    <p:extLst>
      <p:ext uri="{BB962C8B-B14F-4D97-AF65-F5344CB8AC3E}">
        <p14:creationId xmlns:p14="http://schemas.microsoft.com/office/powerpoint/2010/main" val="307272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3" name="文本框 2"/>
          <p:cNvSpPr txBox="1"/>
          <p:nvPr/>
        </p:nvSpPr>
        <p:spPr>
          <a:xfrm>
            <a:off x="5356236" y="977937"/>
            <a:ext cx="3057247"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敏捷开发的价值观</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70332954"/>
              </p:ext>
            </p:extLst>
          </p:nvPr>
        </p:nvGraphicFramePr>
        <p:xfrm>
          <a:off x="981075" y="1539169"/>
          <a:ext cx="10005305"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utoShape 15"/>
          <p:cNvSpPr>
            <a:spLocks noChangeArrowheads="1"/>
          </p:cNvSpPr>
          <p:nvPr/>
        </p:nvSpPr>
        <p:spPr bwMode="auto">
          <a:xfrm>
            <a:off x="3342568" y="5004665"/>
            <a:ext cx="936625" cy="431800"/>
          </a:xfrm>
          <a:prstGeom prst="rightArrow">
            <a:avLst>
              <a:gd name="adj1" fmla="val 0"/>
              <a:gd name="adj2" fmla="val 0"/>
            </a:avLst>
          </a:prstGeom>
          <a:noFill/>
          <a:ln w="12700" cap="sq" algn="ctr">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24517562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sp>
        <p:nvSpPr>
          <p:cNvPr id="3" name="矩形 2"/>
          <p:cNvSpPr/>
          <p:nvPr/>
        </p:nvSpPr>
        <p:spPr>
          <a:xfrm>
            <a:off x="2182262" y="1867438"/>
            <a:ext cx="8153400" cy="6804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grpSp>
        <p:nvGrpSpPr>
          <p:cNvPr id="4" name="组合 3"/>
          <p:cNvGrpSpPr/>
          <p:nvPr/>
        </p:nvGrpSpPr>
        <p:grpSpPr>
          <a:xfrm>
            <a:off x="2589932" y="1468918"/>
            <a:ext cx="5707380" cy="797040"/>
            <a:chOff x="407670" y="35665"/>
            <a:chExt cx="5707380" cy="797040"/>
          </a:xfrm>
        </p:grpSpPr>
        <p:sp>
          <p:nvSpPr>
            <p:cNvPr id="17" name="圆角矩形 16"/>
            <p:cNvSpPr/>
            <p:nvPr/>
          </p:nvSpPr>
          <p:spPr>
            <a:xfrm>
              <a:off x="407670" y="35665"/>
              <a:ext cx="5707380" cy="797040"/>
            </a:xfrm>
            <a:prstGeom prst="roundRect">
              <a:avLst/>
            </a:prstGeom>
            <a:solidFill>
              <a:srgbClr val="92D050"/>
            </a:solidFill>
          </p:spPr>
          <p:style>
            <a:lnRef idx="2">
              <a:schemeClr val="lt2">
                <a:hueOff val="0"/>
                <a:satOff val="0"/>
                <a:lumOff val="0"/>
                <a:alphaOff val="0"/>
              </a:schemeClr>
            </a:lnRef>
            <a:fillRef idx="1">
              <a:scrgbClr r="0" g="0" b="0"/>
            </a:fillRef>
            <a:effectRef idx="0">
              <a:schemeClr val="dk2">
                <a:hueOff val="0"/>
                <a:satOff val="0"/>
                <a:lumOff val="0"/>
                <a:alphaOff val="0"/>
              </a:schemeClr>
            </a:effectRef>
            <a:fontRef idx="minor">
              <a:schemeClr val="lt1"/>
            </a:fontRef>
          </p:style>
        </p:sp>
        <p:sp>
          <p:nvSpPr>
            <p:cNvPr id="18" name="圆角矩形 5"/>
            <p:cNvSpPr/>
            <p:nvPr/>
          </p:nvSpPr>
          <p:spPr>
            <a:xfrm>
              <a:off x="446578" y="74573"/>
              <a:ext cx="5629564" cy="719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725" tIns="0" rIns="215725" bIns="0" numCol="1" spcCol="1270" anchor="ctr" anchorCtr="0">
              <a:noAutofit/>
            </a:bodyPr>
            <a:lstStyle/>
            <a:p>
              <a:pPr lvl="0" algn="l" defTabSz="1200150">
                <a:lnSpc>
                  <a:spcPct val="90000"/>
                </a:lnSpc>
                <a:spcBef>
                  <a:spcPct val="0"/>
                </a:spcBef>
                <a:spcAft>
                  <a:spcPct val="35000"/>
                </a:spcAft>
              </a:pPr>
              <a:r>
                <a:rPr lang="zh-CN" altLang="en-US" sz="2700" kern="1200" dirty="0"/>
                <a:t>完整团队</a:t>
              </a:r>
            </a:p>
          </p:txBody>
        </p:sp>
      </p:grpSp>
      <p:sp>
        <p:nvSpPr>
          <p:cNvPr id="5" name="矩形 4"/>
          <p:cNvSpPr/>
          <p:nvPr/>
        </p:nvSpPr>
        <p:spPr>
          <a:xfrm>
            <a:off x="2182262" y="3092158"/>
            <a:ext cx="8153400" cy="6804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grpSp>
        <p:nvGrpSpPr>
          <p:cNvPr id="6" name="组合 5"/>
          <p:cNvGrpSpPr/>
          <p:nvPr/>
        </p:nvGrpSpPr>
        <p:grpSpPr>
          <a:xfrm>
            <a:off x="2589932" y="2693638"/>
            <a:ext cx="5707380" cy="797040"/>
            <a:chOff x="407670" y="1260385"/>
            <a:chExt cx="5707380" cy="797040"/>
          </a:xfrm>
        </p:grpSpPr>
        <p:sp>
          <p:nvSpPr>
            <p:cNvPr id="15" name="圆角矩形 14"/>
            <p:cNvSpPr/>
            <p:nvPr/>
          </p:nvSpPr>
          <p:spPr>
            <a:xfrm>
              <a:off x="407670" y="1260385"/>
              <a:ext cx="5707380" cy="797040"/>
            </a:xfrm>
            <a:prstGeom prst="roundRect">
              <a:avLst/>
            </a:prstGeom>
            <a:solidFill>
              <a:srgbClr val="92D050"/>
            </a:solidFill>
          </p:spPr>
          <p:style>
            <a:lnRef idx="2">
              <a:schemeClr val="lt2">
                <a:hueOff val="0"/>
                <a:satOff val="0"/>
                <a:lumOff val="0"/>
                <a:alphaOff val="0"/>
              </a:schemeClr>
            </a:lnRef>
            <a:fillRef idx="1">
              <a:scrgbClr r="0" g="0" b="0"/>
            </a:fillRef>
            <a:effectRef idx="0">
              <a:schemeClr val="dk2">
                <a:hueOff val="0"/>
                <a:satOff val="0"/>
                <a:lumOff val="0"/>
                <a:alphaOff val="0"/>
              </a:schemeClr>
            </a:effectRef>
            <a:fontRef idx="minor">
              <a:schemeClr val="lt1"/>
            </a:fontRef>
          </p:style>
        </p:sp>
        <p:sp>
          <p:nvSpPr>
            <p:cNvPr id="16" name="圆角矩形 8"/>
            <p:cNvSpPr/>
            <p:nvPr/>
          </p:nvSpPr>
          <p:spPr>
            <a:xfrm>
              <a:off x="446578" y="1299293"/>
              <a:ext cx="5629564" cy="719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725" tIns="0" rIns="215725" bIns="0" numCol="1" spcCol="1270" anchor="ctr" anchorCtr="0">
              <a:noAutofit/>
            </a:bodyPr>
            <a:lstStyle/>
            <a:p>
              <a:pPr lvl="0" algn="l" defTabSz="1200150">
                <a:lnSpc>
                  <a:spcPct val="90000"/>
                </a:lnSpc>
                <a:spcBef>
                  <a:spcPct val="0"/>
                </a:spcBef>
                <a:spcAft>
                  <a:spcPct val="35000"/>
                </a:spcAft>
              </a:pPr>
              <a:r>
                <a:rPr lang="zh-CN" altLang="en-US" sz="2700" kern="1200" dirty="0"/>
                <a:t>项目墙</a:t>
              </a:r>
            </a:p>
          </p:txBody>
        </p:sp>
      </p:grpSp>
      <p:sp>
        <p:nvSpPr>
          <p:cNvPr id="7" name="矩形 6"/>
          <p:cNvSpPr/>
          <p:nvPr/>
        </p:nvSpPr>
        <p:spPr>
          <a:xfrm>
            <a:off x="2182262" y="4316878"/>
            <a:ext cx="8153400" cy="6804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grpSp>
        <p:nvGrpSpPr>
          <p:cNvPr id="8" name="组合 7"/>
          <p:cNvGrpSpPr/>
          <p:nvPr/>
        </p:nvGrpSpPr>
        <p:grpSpPr>
          <a:xfrm>
            <a:off x="2589932" y="3918358"/>
            <a:ext cx="5707380" cy="797040"/>
            <a:chOff x="407670" y="2485105"/>
            <a:chExt cx="5707380" cy="797040"/>
          </a:xfrm>
        </p:grpSpPr>
        <p:sp>
          <p:nvSpPr>
            <p:cNvPr id="13" name="圆角矩形 12"/>
            <p:cNvSpPr/>
            <p:nvPr/>
          </p:nvSpPr>
          <p:spPr>
            <a:xfrm>
              <a:off x="407670" y="2485105"/>
              <a:ext cx="5707380" cy="797040"/>
            </a:xfrm>
            <a:prstGeom prst="roundRect">
              <a:avLst/>
            </a:prstGeom>
            <a:solidFill>
              <a:srgbClr val="92D050"/>
            </a:solidFill>
          </p:spPr>
          <p:style>
            <a:lnRef idx="2">
              <a:schemeClr val="lt2">
                <a:hueOff val="0"/>
                <a:satOff val="0"/>
                <a:lumOff val="0"/>
                <a:alphaOff val="0"/>
              </a:schemeClr>
            </a:lnRef>
            <a:fillRef idx="1">
              <a:scrgbClr r="0" g="0" b="0"/>
            </a:fillRef>
            <a:effectRef idx="0">
              <a:schemeClr val="dk2">
                <a:hueOff val="0"/>
                <a:satOff val="0"/>
                <a:lumOff val="0"/>
                <a:alphaOff val="0"/>
              </a:schemeClr>
            </a:effectRef>
            <a:fontRef idx="minor">
              <a:schemeClr val="lt1"/>
            </a:fontRef>
          </p:style>
        </p:sp>
        <p:sp>
          <p:nvSpPr>
            <p:cNvPr id="14" name="圆角矩形 11"/>
            <p:cNvSpPr/>
            <p:nvPr/>
          </p:nvSpPr>
          <p:spPr>
            <a:xfrm>
              <a:off x="446578" y="2524013"/>
              <a:ext cx="5629564" cy="719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725" tIns="0" rIns="215725" bIns="0" numCol="1" spcCol="1270" anchor="ctr" anchorCtr="0">
              <a:noAutofit/>
            </a:bodyPr>
            <a:lstStyle/>
            <a:p>
              <a:pPr lvl="0" algn="l" defTabSz="1200150">
                <a:lnSpc>
                  <a:spcPct val="90000"/>
                </a:lnSpc>
                <a:spcBef>
                  <a:spcPct val="0"/>
                </a:spcBef>
                <a:spcAft>
                  <a:spcPct val="35000"/>
                </a:spcAft>
              </a:pPr>
              <a:r>
                <a:rPr lang="zh-CN" altLang="en-US" sz="2700" kern="1200" dirty="0"/>
                <a:t>每日晨会</a:t>
              </a:r>
              <a:r>
                <a:rPr lang="en-US" altLang="zh-CN" sz="2700" kern="1200" dirty="0"/>
                <a:t>/</a:t>
              </a:r>
              <a:r>
                <a:rPr lang="zh-CN" altLang="en-US" sz="2700" kern="1200" dirty="0"/>
                <a:t>站会</a:t>
              </a:r>
            </a:p>
          </p:txBody>
        </p:sp>
      </p:grpSp>
      <p:sp>
        <p:nvSpPr>
          <p:cNvPr id="9" name="矩形 8"/>
          <p:cNvSpPr/>
          <p:nvPr/>
        </p:nvSpPr>
        <p:spPr>
          <a:xfrm>
            <a:off x="2182262" y="5541599"/>
            <a:ext cx="8153400" cy="6804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grpSp>
        <p:nvGrpSpPr>
          <p:cNvPr id="10" name="组合 9"/>
          <p:cNvGrpSpPr/>
          <p:nvPr/>
        </p:nvGrpSpPr>
        <p:grpSpPr>
          <a:xfrm>
            <a:off x="2589932" y="5143079"/>
            <a:ext cx="5707380" cy="797040"/>
            <a:chOff x="407670" y="3709826"/>
            <a:chExt cx="5707380" cy="797040"/>
          </a:xfrm>
        </p:grpSpPr>
        <p:sp>
          <p:nvSpPr>
            <p:cNvPr id="11" name="圆角矩形 10"/>
            <p:cNvSpPr/>
            <p:nvPr/>
          </p:nvSpPr>
          <p:spPr>
            <a:xfrm>
              <a:off x="407670" y="3709826"/>
              <a:ext cx="5707380" cy="797040"/>
            </a:xfrm>
            <a:prstGeom prst="roundRect">
              <a:avLst/>
            </a:prstGeom>
            <a:solidFill>
              <a:srgbClr val="92D050"/>
            </a:solidFill>
          </p:spPr>
          <p:style>
            <a:lnRef idx="2">
              <a:schemeClr val="lt2">
                <a:hueOff val="0"/>
                <a:satOff val="0"/>
                <a:lumOff val="0"/>
                <a:alphaOff val="0"/>
              </a:schemeClr>
            </a:lnRef>
            <a:fillRef idx="1">
              <a:scrgbClr r="0" g="0" b="0"/>
            </a:fillRef>
            <a:effectRef idx="0">
              <a:schemeClr val="dk2">
                <a:hueOff val="0"/>
                <a:satOff val="0"/>
                <a:lumOff val="0"/>
                <a:alphaOff val="0"/>
              </a:schemeClr>
            </a:effectRef>
            <a:fontRef idx="minor">
              <a:schemeClr val="lt1"/>
            </a:fontRef>
          </p:style>
        </p:sp>
        <p:sp>
          <p:nvSpPr>
            <p:cNvPr id="12" name="圆角矩形 14"/>
            <p:cNvSpPr/>
            <p:nvPr/>
          </p:nvSpPr>
          <p:spPr>
            <a:xfrm>
              <a:off x="446578" y="3748734"/>
              <a:ext cx="5629564" cy="719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725" tIns="0" rIns="215725" bIns="0" numCol="1" spcCol="1270" anchor="ctr" anchorCtr="0">
              <a:noAutofit/>
            </a:bodyPr>
            <a:lstStyle/>
            <a:p>
              <a:pPr lvl="0" algn="l" defTabSz="1200150">
                <a:lnSpc>
                  <a:spcPct val="90000"/>
                </a:lnSpc>
                <a:spcBef>
                  <a:spcPct val="0"/>
                </a:spcBef>
                <a:spcAft>
                  <a:spcPct val="35000"/>
                </a:spcAft>
              </a:pPr>
              <a:r>
                <a:rPr lang="zh-CN" altLang="en-US" sz="2700" kern="1200" dirty="0"/>
                <a:t>测试驱动开发</a:t>
              </a:r>
            </a:p>
          </p:txBody>
        </p:sp>
      </p:grpSp>
      <p:sp>
        <p:nvSpPr>
          <p:cNvPr id="19" name="文本框 18"/>
          <p:cNvSpPr txBox="1"/>
          <p:nvPr/>
        </p:nvSpPr>
        <p:spPr>
          <a:xfrm>
            <a:off x="5958210" y="842047"/>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敏捷开发方法</a:t>
            </a:r>
          </a:p>
        </p:txBody>
      </p:sp>
    </p:spTree>
    <p:extLst>
      <p:ext uri="{BB962C8B-B14F-4D97-AF65-F5344CB8AC3E}">
        <p14:creationId xmlns:p14="http://schemas.microsoft.com/office/powerpoint/2010/main" val="26234805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51315" y="215175"/>
            <a:ext cx="3483646" cy="523220"/>
          </a:xfrm>
          <a:prstGeom prst="rect">
            <a:avLst/>
          </a:prstGeom>
          <a:noFill/>
        </p:spPr>
        <p:txBody>
          <a:bodyPr wrap="none" rtlCol="0">
            <a:spAutoFit/>
          </a:bodyPr>
          <a:lstStyle/>
          <a:p>
            <a:r>
              <a:rPr lang="en-US" altLang="zh-CN" sz="2800" dirty="0">
                <a:latin typeface="华文楷体" panose="02010600040101010101" pitchFamily="2" charset="-122"/>
                <a:ea typeface="华文楷体" panose="02010600040101010101" pitchFamily="2" charset="-122"/>
              </a:rPr>
              <a:t>05 </a:t>
            </a:r>
            <a:r>
              <a:rPr lang="zh-CN" altLang="en-US" sz="2800" dirty="0">
                <a:latin typeface="华文楷体" panose="02010600040101010101" pitchFamily="2" charset="-122"/>
                <a:ea typeface="华文楷体" panose="02010600040101010101" pitchFamily="2" charset="-122"/>
              </a:rPr>
              <a:t>软件工程学科发展</a:t>
            </a:r>
          </a:p>
        </p:txBody>
      </p:sp>
      <p:graphicFrame>
        <p:nvGraphicFramePr>
          <p:cNvPr id="3" name="内容占位符 5"/>
          <p:cNvGraphicFramePr>
            <a:graphicFrameLocks noGrp="1"/>
          </p:cNvGraphicFramePr>
          <p:nvPr>
            <p:ph idx="1"/>
            <p:extLst>
              <p:ext uri="{D42A27DB-BD31-4B8C-83A1-F6EECF244321}">
                <p14:modId xmlns:p14="http://schemas.microsoft.com/office/powerpoint/2010/main" val="4032002194"/>
              </p:ext>
            </p:extLst>
          </p:nvPr>
        </p:nvGraphicFramePr>
        <p:xfrm>
          <a:off x="2144628" y="1452491"/>
          <a:ext cx="8153400" cy="4824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AutoShape 15"/>
          <p:cNvSpPr>
            <a:spLocks noChangeArrowheads="1"/>
          </p:cNvSpPr>
          <p:nvPr/>
        </p:nvSpPr>
        <p:spPr bwMode="auto">
          <a:xfrm>
            <a:off x="2719303" y="4837041"/>
            <a:ext cx="936625" cy="431800"/>
          </a:xfrm>
          <a:prstGeom prst="rightArrow">
            <a:avLst>
              <a:gd name="adj1" fmla="val 0"/>
              <a:gd name="adj2" fmla="val 0"/>
            </a:avLst>
          </a:prstGeom>
          <a:noFill/>
          <a:ln w="12700" cap="sq" algn="ctr">
            <a:noFill/>
            <a:miter lim="800000"/>
            <a:headEnd/>
            <a:tailEnd/>
          </a:ln>
        </p:spPr>
        <p:txBody>
          <a:bodyPr wrap="none" anchor="ctr">
            <a:spAutoFit/>
          </a:bodyPr>
          <a:lstStyle/>
          <a:p>
            <a:endParaRPr lang="zh-CN" altLang="en-US"/>
          </a:p>
        </p:txBody>
      </p:sp>
      <p:sp>
        <p:nvSpPr>
          <p:cNvPr id="5" name="文本框 4"/>
          <p:cNvSpPr txBox="1"/>
          <p:nvPr/>
        </p:nvSpPr>
        <p:spPr>
          <a:xfrm>
            <a:off x="5287775" y="738395"/>
            <a:ext cx="2339102" cy="523220"/>
          </a:xfrm>
          <a:prstGeom prst="rect">
            <a:avLst/>
          </a:prstGeom>
          <a:noFill/>
        </p:spPr>
        <p:txBody>
          <a:bodyPr wrap="none" rtlCol="0">
            <a:spAutoFit/>
          </a:bodyPr>
          <a:lstStyle/>
          <a:p>
            <a:r>
              <a:rPr lang="zh-CN" altLang="en-US" sz="2800" b="1" dirty="0">
                <a:latin typeface="华文仿宋" panose="02010600040101010101" pitchFamily="2" charset="-122"/>
                <a:ea typeface="华文仿宋" panose="02010600040101010101" pitchFamily="2" charset="-122"/>
              </a:rPr>
              <a:t>敏捷开发方法</a:t>
            </a:r>
          </a:p>
        </p:txBody>
      </p:sp>
    </p:spTree>
    <p:extLst>
      <p:ext uri="{BB962C8B-B14F-4D97-AF65-F5344CB8AC3E}">
        <p14:creationId xmlns:p14="http://schemas.microsoft.com/office/powerpoint/2010/main" val="836884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2.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4.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6.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7.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TYPE" val="Other"/>
  <p:tag name="MH_ORDER" val="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7448</TotalTime>
  <Words>8516</Words>
  <Application>Microsoft Office PowerPoint</Application>
  <PresentationFormat>宽屏</PresentationFormat>
  <Paragraphs>1047</Paragraphs>
  <Slides>96</Slides>
  <Notes>0</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vt:i4>
      </vt:variant>
      <vt:variant>
        <vt:lpstr>幻灯片标题</vt:lpstr>
      </vt:variant>
      <vt:variant>
        <vt:i4>96</vt:i4>
      </vt:variant>
    </vt:vector>
  </HeadingPairs>
  <TitlesOfParts>
    <vt:vector size="123" baseType="lpstr">
      <vt:lpstr>KaiTi</vt:lpstr>
      <vt:lpstr>仿宋</vt:lpstr>
      <vt:lpstr>仿宋_GB2312</vt:lpstr>
      <vt:lpstr>黑体</vt:lpstr>
      <vt:lpstr>华文仿宋</vt:lpstr>
      <vt:lpstr>华文楷体</vt:lpstr>
      <vt:lpstr>华文隶书</vt:lpstr>
      <vt:lpstr>华文新魏</vt:lpstr>
      <vt:lpstr>华文中宋</vt:lpstr>
      <vt:lpstr>楷体</vt:lpstr>
      <vt:lpstr>楷体_GB2312</vt:lpstr>
      <vt:lpstr>宋体</vt:lpstr>
      <vt:lpstr>Microsoft YaHei</vt:lpstr>
      <vt:lpstr>Microsoft YaHei</vt:lpstr>
      <vt:lpstr>幼圆</vt:lpstr>
      <vt:lpstr>Arial</vt:lpstr>
      <vt:lpstr>Arial Narrow</vt:lpstr>
      <vt:lpstr>Calibri</vt:lpstr>
      <vt:lpstr>Calibri Light</vt:lpstr>
      <vt:lpstr>Impact</vt:lpstr>
      <vt:lpstr>Tahoma</vt:lpstr>
      <vt:lpstr>Times New Roman</vt:lpstr>
      <vt:lpstr>Wingdings</vt:lpstr>
      <vt:lpstr>Wingdings 2</vt:lpstr>
      <vt:lpstr>Office 主题</vt:lpstr>
      <vt:lpstr>剪辑</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王 鹏飞</cp:lastModifiedBy>
  <cp:revision>246</cp:revision>
  <dcterms:created xsi:type="dcterms:W3CDTF">2020-02-08T11:08:49Z</dcterms:created>
  <dcterms:modified xsi:type="dcterms:W3CDTF">2020-10-09T01:43:21Z</dcterms:modified>
</cp:coreProperties>
</file>